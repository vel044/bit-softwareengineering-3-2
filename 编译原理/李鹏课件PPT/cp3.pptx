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55898" y="26923"/>
            <a:ext cx="1632203" cy="33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A151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A15100"/>
                </a:solidFill>
                <a:latin typeface="华文新魏"/>
                <a:cs typeface="华文新魏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A15100"/>
                </a:solidFill>
                <a:latin typeface="华文新魏"/>
                <a:cs typeface="华文新魏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A15100"/>
                </a:solidFill>
                <a:latin typeface="华文新魏"/>
                <a:cs typeface="华文新魏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94687" y="8331"/>
            <a:ext cx="5754624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A15100"/>
                </a:solidFill>
                <a:latin typeface="华文新魏"/>
                <a:cs typeface="华文新魏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1940" y="1795564"/>
            <a:ext cx="8408035" cy="2855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11057" y="6697989"/>
            <a:ext cx="7378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slide" Target="slide28.xml"/><Relationship Id="rId4" Type="http://schemas.openxmlformats.org/officeDocument/2006/relationships/image" Target="../media/image22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33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33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33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slide" Target="slide60.xml"/><Relationship Id="rId4" Type="http://schemas.openxmlformats.org/officeDocument/2006/relationships/slide" Target="slide55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33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44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46504" y="232790"/>
            <a:ext cx="525018" cy="5519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34411" y="19811"/>
            <a:ext cx="495300" cy="57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28104" y="5847791"/>
            <a:ext cx="577342" cy="5757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91628" y="5277611"/>
            <a:ext cx="495300" cy="495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97926" y="5203825"/>
            <a:ext cx="674624" cy="7881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1388" y="276606"/>
            <a:ext cx="866432" cy="9204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871727"/>
            <a:ext cx="9144000" cy="5986780"/>
          </a:xfrm>
          <a:custGeom>
            <a:avLst/>
            <a:gdLst/>
            <a:ahLst/>
            <a:cxnLst/>
            <a:rect l="l" t="t" r="r" b="b"/>
            <a:pathLst>
              <a:path w="9144000" h="5986780">
                <a:moveTo>
                  <a:pt x="9144000" y="5986268"/>
                </a:moveTo>
                <a:lnTo>
                  <a:pt x="9144000" y="0"/>
                </a:lnTo>
                <a:lnTo>
                  <a:pt x="0" y="0"/>
                </a:lnTo>
                <a:lnTo>
                  <a:pt x="0" y="5986268"/>
                </a:lnTo>
                <a:lnTo>
                  <a:pt x="9144000" y="598626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38527" y="0"/>
            <a:ext cx="1750314" cy="13693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87623" y="0"/>
            <a:ext cx="1750314" cy="13693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236720" y="0"/>
            <a:ext cx="1750314" cy="13693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85815" y="0"/>
            <a:ext cx="1750314" cy="13693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94966" y="0"/>
            <a:ext cx="423545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课 程 内</a:t>
            </a:r>
            <a:r>
              <a:rPr dirty="0" sz="6000" spc="25">
                <a:solidFill>
                  <a:srgbClr val="FF5D5D"/>
                </a:solidFill>
                <a:latin typeface="隶书"/>
                <a:cs typeface="隶书"/>
              </a:rPr>
              <a:t> </a:t>
            </a: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容</a:t>
            </a:r>
            <a:endParaRPr sz="6000">
              <a:latin typeface="隶书"/>
              <a:cs typeface="隶书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777240"/>
            <a:ext cx="9144000" cy="1341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29564" y="1233954"/>
            <a:ext cx="5485765" cy="49764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编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引</a:t>
            </a:r>
            <a:r>
              <a:rPr dirty="0" sz="2800" spc="-6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论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形式语言与自动机基础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0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3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词法分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析</a:t>
            </a:r>
            <a:r>
              <a:rPr dirty="0" sz="2800" spc="-68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(Lexical</a:t>
            </a:r>
            <a:r>
              <a:rPr dirty="0" sz="2800" spc="-17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Analysis)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4</a:t>
            </a:r>
            <a:r>
              <a:rPr dirty="0" sz="2800" spc="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5</a:t>
            </a:r>
            <a:r>
              <a:rPr dirty="0" sz="2800" spc="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</a:pP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自下而上分析法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6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运</a:t>
            </a:r>
            <a:r>
              <a:rPr dirty="0" sz="2800" spc="-70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行</a:t>
            </a:r>
            <a:r>
              <a:rPr dirty="0" sz="2800" spc="-70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环</a:t>
            </a:r>
            <a:r>
              <a:rPr dirty="0" sz="2800" spc="-69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境</a:t>
            </a:r>
            <a:endParaRPr sz="2800">
              <a:latin typeface="宋体"/>
              <a:cs typeface="宋体"/>
            </a:endParaRPr>
          </a:p>
          <a:p>
            <a:pPr marL="12700" marR="161925">
              <a:lnSpc>
                <a:spcPct val="120000"/>
              </a:lnSpc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1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7</a:t>
            </a:r>
            <a:r>
              <a:rPr dirty="0" sz="2800" spc="-1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3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语义分析与中间代码生成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8</a:t>
            </a:r>
            <a:r>
              <a:rPr dirty="0" sz="2800" spc="-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2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代码优化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optimization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26479" y="2363723"/>
            <a:ext cx="2194560" cy="535305"/>
          </a:xfrm>
          <a:custGeom>
            <a:avLst/>
            <a:gdLst/>
            <a:ahLst/>
            <a:cxnLst/>
            <a:rect l="l" t="t" r="r" b="b"/>
            <a:pathLst>
              <a:path w="2194559" h="535305">
                <a:moveTo>
                  <a:pt x="548767" y="0"/>
                </a:moveTo>
                <a:lnTo>
                  <a:pt x="0" y="267462"/>
                </a:lnTo>
                <a:lnTo>
                  <a:pt x="548767" y="534924"/>
                </a:lnTo>
                <a:lnTo>
                  <a:pt x="548767" y="401192"/>
                </a:lnTo>
                <a:lnTo>
                  <a:pt x="2194560" y="401192"/>
                </a:lnTo>
                <a:lnTo>
                  <a:pt x="2194560" y="133730"/>
                </a:lnTo>
                <a:lnTo>
                  <a:pt x="548767" y="133730"/>
                </a:lnTo>
                <a:lnTo>
                  <a:pt x="54876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26479" y="2363723"/>
            <a:ext cx="2194560" cy="535305"/>
          </a:xfrm>
          <a:custGeom>
            <a:avLst/>
            <a:gdLst/>
            <a:ahLst/>
            <a:cxnLst/>
            <a:rect l="l" t="t" r="r" b="b"/>
            <a:pathLst>
              <a:path w="2194559" h="535305">
                <a:moveTo>
                  <a:pt x="0" y="267462"/>
                </a:moveTo>
                <a:lnTo>
                  <a:pt x="548767" y="0"/>
                </a:lnTo>
                <a:lnTo>
                  <a:pt x="548767" y="133730"/>
                </a:lnTo>
                <a:lnTo>
                  <a:pt x="2194560" y="133730"/>
                </a:lnTo>
                <a:lnTo>
                  <a:pt x="2194560" y="401192"/>
                </a:lnTo>
                <a:lnTo>
                  <a:pt x="548767" y="401192"/>
                </a:lnTo>
                <a:lnTo>
                  <a:pt x="548767" y="534924"/>
                </a:lnTo>
                <a:lnTo>
                  <a:pt x="0" y="267462"/>
                </a:lnTo>
                <a:close/>
              </a:path>
            </a:pathLst>
          </a:custGeom>
          <a:ln w="9524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974801"/>
            <a:ext cx="7126605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6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8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	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词法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925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Lexical</a:t>
            </a:r>
            <a:r>
              <a:rPr dirty="0" sz="3200" spc="-26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788" y="2444318"/>
            <a:ext cx="5873750" cy="2605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814705" indent="-802005">
              <a:lnSpc>
                <a:spcPct val="100000"/>
              </a:lnSpc>
              <a:spcBef>
                <a:spcPts val="100"/>
              </a:spcBef>
              <a:buClr>
                <a:srgbClr val="FFFF00"/>
              </a:buClr>
              <a:buFont typeface="Times New Roman"/>
              <a:buAutoNum type="arabicPeriod"/>
              <a:tabLst>
                <a:tab pos="814069" algn="l"/>
                <a:tab pos="814705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词法分析程序的功能</a:t>
            </a:r>
            <a:endParaRPr sz="36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FF00"/>
              </a:buClr>
              <a:buFont typeface="Times New Roman"/>
              <a:buAutoNum type="arabicPeriod"/>
            </a:pPr>
            <a:endParaRPr sz="2850">
              <a:latin typeface="宋体"/>
              <a:cs typeface="宋体"/>
            </a:endParaRPr>
          </a:p>
          <a:p>
            <a:pPr lvl="1" marL="814705" indent="-802005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Font typeface="Times New Roman"/>
              <a:buAutoNum type="arabicPeriod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词法分析器的设计与实现</a:t>
            </a:r>
            <a:endParaRPr sz="36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FF00"/>
              </a:buClr>
              <a:buFont typeface="Times New Roman"/>
              <a:buAutoNum type="arabicPeriod"/>
            </a:pPr>
            <a:endParaRPr sz="2850">
              <a:latin typeface="宋体"/>
              <a:cs typeface="宋体"/>
            </a:endParaRPr>
          </a:p>
          <a:p>
            <a:pPr lvl="1" marL="814705" indent="-802005">
              <a:lnSpc>
                <a:spcPct val="100000"/>
              </a:lnSpc>
              <a:buClr>
                <a:srgbClr val="FFFF00"/>
              </a:buClr>
              <a:buFont typeface="Times New Roman"/>
              <a:buAutoNum type="arabicPeriod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词法分析器的自动生成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57421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45580" y="2583179"/>
            <a:ext cx="1751330" cy="535305"/>
          </a:xfrm>
          <a:custGeom>
            <a:avLst/>
            <a:gdLst/>
            <a:ahLst/>
            <a:cxnLst/>
            <a:rect l="l" t="t" r="r" b="b"/>
            <a:pathLst>
              <a:path w="1751329" h="535305">
                <a:moveTo>
                  <a:pt x="437642" y="0"/>
                </a:moveTo>
                <a:lnTo>
                  <a:pt x="0" y="267462"/>
                </a:lnTo>
                <a:lnTo>
                  <a:pt x="437642" y="534924"/>
                </a:lnTo>
                <a:lnTo>
                  <a:pt x="437642" y="401193"/>
                </a:lnTo>
                <a:lnTo>
                  <a:pt x="1751076" y="401193"/>
                </a:lnTo>
                <a:lnTo>
                  <a:pt x="1751076" y="133731"/>
                </a:lnTo>
                <a:lnTo>
                  <a:pt x="437642" y="133731"/>
                </a:lnTo>
                <a:lnTo>
                  <a:pt x="437642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45580" y="2583179"/>
            <a:ext cx="1751330" cy="535305"/>
          </a:xfrm>
          <a:custGeom>
            <a:avLst/>
            <a:gdLst/>
            <a:ahLst/>
            <a:cxnLst/>
            <a:rect l="l" t="t" r="r" b="b"/>
            <a:pathLst>
              <a:path w="1751329" h="535305">
                <a:moveTo>
                  <a:pt x="0" y="267462"/>
                </a:moveTo>
                <a:lnTo>
                  <a:pt x="437642" y="0"/>
                </a:lnTo>
                <a:lnTo>
                  <a:pt x="437642" y="133731"/>
                </a:lnTo>
                <a:lnTo>
                  <a:pt x="1751076" y="133731"/>
                </a:lnTo>
                <a:lnTo>
                  <a:pt x="1751076" y="401193"/>
                </a:lnTo>
                <a:lnTo>
                  <a:pt x="437642" y="401193"/>
                </a:lnTo>
                <a:lnTo>
                  <a:pt x="437642" y="534924"/>
                </a:lnTo>
                <a:lnTo>
                  <a:pt x="0" y="267462"/>
                </a:lnTo>
                <a:close/>
              </a:path>
            </a:pathLst>
          </a:custGeom>
          <a:ln w="9524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50870" y="3175254"/>
            <a:ext cx="2581656" cy="990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150870" y="3175254"/>
            <a:ext cx="2581910" cy="990600"/>
          </a:xfrm>
          <a:prstGeom prst="rect">
            <a:avLst/>
          </a:prstGeom>
          <a:ln w="38100">
            <a:solidFill>
              <a:srgbClr val="00FFFF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398145">
              <a:lnSpc>
                <a:spcPts val="3140"/>
              </a:lnSpc>
              <a:spcBef>
                <a:spcPts val="395"/>
              </a:spcBef>
            </a:pPr>
            <a:r>
              <a:rPr dirty="0" sz="2800" spc="-5" b="1">
                <a:latin typeface="宋体"/>
                <a:cs typeface="宋体"/>
              </a:rPr>
              <a:t>词法分析器</a:t>
            </a:r>
            <a:endParaRPr sz="2800">
              <a:latin typeface="宋体"/>
              <a:cs typeface="宋体"/>
            </a:endParaRPr>
          </a:p>
          <a:p>
            <a:pPr marL="463550">
              <a:lnSpc>
                <a:spcPts val="3140"/>
              </a:lnSpc>
            </a:pPr>
            <a:r>
              <a:rPr dirty="0" sz="2800" spc="-5" b="1">
                <a:latin typeface="Times New Roman"/>
                <a:cs typeface="Times New Roman"/>
              </a:rPr>
              <a:t>( </a:t>
            </a:r>
            <a:r>
              <a:rPr dirty="0" sz="2800" b="1">
                <a:latin typeface="Times New Roman"/>
                <a:cs typeface="Times New Roman"/>
              </a:rPr>
              <a:t>Scanner</a:t>
            </a:r>
            <a:r>
              <a:rPr dirty="0" sz="2800" spc="-14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5816" y="3276980"/>
            <a:ext cx="1711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属性字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400" spc="-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L1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32526" y="3689603"/>
            <a:ext cx="2508885" cy="114300"/>
          </a:xfrm>
          <a:custGeom>
            <a:avLst/>
            <a:gdLst/>
            <a:ahLst/>
            <a:cxnLst/>
            <a:rect l="l" t="t" r="r" b="b"/>
            <a:pathLst>
              <a:path w="2508884" h="114300">
                <a:moveTo>
                  <a:pt x="2318004" y="0"/>
                </a:moveTo>
                <a:lnTo>
                  <a:pt x="2318004" y="114300"/>
                </a:lnTo>
                <a:lnTo>
                  <a:pt x="2445004" y="76200"/>
                </a:lnTo>
                <a:lnTo>
                  <a:pt x="2337054" y="76200"/>
                </a:lnTo>
                <a:lnTo>
                  <a:pt x="2337054" y="38100"/>
                </a:lnTo>
                <a:lnTo>
                  <a:pt x="2445004" y="38100"/>
                </a:lnTo>
                <a:lnTo>
                  <a:pt x="2318004" y="0"/>
                </a:lnTo>
                <a:close/>
              </a:path>
              <a:path w="2508884" h="114300">
                <a:moveTo>
                  <a:pt x="231800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318004" y="76200"/>
                </a:lnTo>
                <a:lnTo>
                  <a:pt x="2318004" y="38100"/>
                </a:lnTo>
                <a:close/>
              </a:path>
              <a:path w="2508884" h="114300">
                <a:moveTo>
                  <a:pt x="2445004" y="38100"/>
                </a:moveTo>
                <a:lnTo>
                  <a:pt x="2337054" y="38100"/>
                </a:lnTo>
                <a:lnTo>
                  <a:pt x="2337054" y="76200"/>
                </a:lnTo>
                <a:lnTo>
                  <a:pt x="2445004" y="76200"/>
                </a:lnTo>
                <a:lnTo>
                  <a:pt x="2508504" y="57150"/>
                </a:lnTo>
                <a:lnTo>
                  <a:pt x="244500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9669" y="3709415"/>
            <a:ext cx="1981200" cy="114300"/>
          </a:xfrm>
          <a:custGeom>
            <a:avLst/>
            <a:gdLst/>
            <a:ahLst/>
            <a:cxnLst/>
            <a:rect l="l" t="t" r="r" b="b"/>
            <a:pathLst>
              <a:path w="1981200" h="114300">
                <a:moveTo>
                  <a:pt x="1790700" y="0"/>
                </a:moveTo>
                <a:lnTo>
                  <a:pt x="1790700" y="114299"/>
                </a:lnTo>
                <a:lnTo>
                  <a:pt x="1917700" y="76199"/>
                </a:lnTo>
                <a:lnTo>
                  <a:pt x="1809750" y="76199"/>
                </a:lnTo>
                <a:lnTo>
                  <a:pt x="1809750" y="38099"/>
                </a:lnTo>
                <a:lnTo>
                  <a:pt x="1917700" y="38099"/>
                </a:lnTo>
                <a:lnTo>
                  <a:pt x="1790700" y="0"/>
                </a:lnTo>
                <a:close/>
              </a:path>
              <a:path w="1981200" h="114300">
                <a:moveTo>
                  <a:pt x="17907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790700" y="76199"/>
                </a:lnTo>
                <a:lnTo>
                  <a:pt x="1790700" y="38099"/>
                </a:lnTo>
                <a:close/>
              </a:path>
              <a:path w="1981200" h="114300">
                <a:moveTo>
                  <a:pt x="1917700" y="38099"/>
                </a:moveTo>
                <a:lnTo>
                  <a:pt x="1809750" y="38099"/>
                </a:lnTo>
                <a:lnTo>
                  <a:pt x="1809750" y="76199"/>
                </a:lnTo>
                <a:lnTo>
                  <a:pt x="1917700" y="76199"/>
                </a:lnTo>
                <a:lnTo>
                  <a:pt x="1981200" y="57149"/>
                </a:lnTo>
                <a:lnTo>
                  <a:pt x="1917700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39061" y="3240481"/>
            <a:ext cx="9448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9993" y="4887569"/>
            <a:ext cx="7874634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11200">
              <a:lnSpc>
                <a:spcPct val="1501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从左至右地对源程序进行扫描，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按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照语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的词 法规则识别各类单词，并产生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应单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属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性字。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0644" y="1481327"/>
            <a:ext cx="7965948" cy="11597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8942" y="0"/>
            <a:ext cx="8067675" cy="274447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algn="ctr" marL="118745">
              <a:lnSpc>
                <a:spcPct val="100000"/>
              </a:lnSpc>
              <a:spcBef>
                <a:spcPts val="1460"/>
              </a:spcBef>
              <a:tabLst>
                <a:tab pos="699770" algn="l"/>
                <a:tab pos="21018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3.1</a:t>
            </a:r>
            <a:r>
              <a:rPr dirty="0" sz="2000" spc="484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词法分析程序的功能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00">
              <a:latin typeface="宋体"/>
              <a:cs typeface="宋体"/>
            </a:endParaRPr>
          </a:p>
          <a:p>
            <a:pPr marL="429895" indent="-417830">
              <a:lnSpc>
                <a:spcPct val="100000"/>
              </a:lnSpc>
              <a:buClr>
                <a:srgbClr val="66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词法分析程序的功能</a:t>
            </a:r>
            <a:endParaRPr sz="3200">
              <a:latin typeface="宋体"/>
              <a:cs typeface="宋体"/>
            </a:endParaRPr>
          </a:p>
          <a:p>
            <a:pPr marL="193675" marR="377825" indent="711200">
              <a:lnSpc>
                <a:spcPct val="150000"/>
              </a:lnSpc>
              <a:spcBef>
                <a:spcPts val="750"/>
              </a:spcBef>
            </a:pPr>
            <a:r>
              <a:rPr dirty="0" sz="2800" spc="-5" b="1">
                <a:latin typeface="宋体"/>
                <a:cs typeface="宋体"/>
              </a:rPr>
              <a:t>完成词法分析任务的程序称为词</a:t>
            </a:r>
            <a:r>
              <a:rPr dirty="0" sz="2800" spc="5" b="1">
                <a:latin typeface="宋体"/>
                <a:cs typeface="宋体"/>
              </a:rPr>
              <a:t>法</a:t>
            </a:r>
            <a:r>
              <a:rPr dirty="0" sz="2800" spc="-5" b="1">
                <a:latin typeface="宋体"/>
                <a:cs typeface="宋体"/>
              </a:rPr>
              <a:t>分析</a:t>
            </a:r>
            <a:r>
              <a:rPr dirty="0" sz="2800" spc="5" b="1">
                <a:latin typeface="宋体"/>
                <a:cs typeface="宋体"/>
              </a:rPr>
              <a:t>程</a:t>
            </a:r>
            <a:r>
              <a:rPr dirty="0" sz="2800" spc="-15" b="1">
                <a:latin typeface="宋体"/>
                <a:cs typeface="宋体"/>
              </a:rPr>
              <a:t>序 </a:t>
            </a:r>
            <a:r>
              <a:rPr dirty="0" sz="2800" spc="-10" b="1">
                <a:latin typeface="宋体"/>
                <a:cs typeface="宋体"/>
              </a:rPr>
              <a:t>或词法分析器或扫描器。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193417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6521" y="26923"/>
            <a:ext cx="2774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词法分析程序的功能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942" y="709930"/>
            <a:ext cx="8219440" cy="3964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9895" indent="-417830">
              <a:lnSpc>
                <a:spcPct val="100000"/>
              </a:lnSpc>
              <a:spcBef>
                <a:spcPts val="105"/>
              </a:spcBef>
              <a:buClr>
                <a:srgbClr val="66FF99"/>
              </a:buClr>
              <a:buSzPct val="114062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关于词法分析程序</a:t>
            </a:r>
            <a:endParaRPr sz="3200">
              <a:latin typeface="宋体"/>
              <a:cs typeface="宋体"/>
            </a:endParaRPr>
          </a:p>
          <a:p>
            <a:pPr lvl="1" marL="727075" indent="-356235">
              <a:lnSpc>
                <a:spcPct val="100000"/>
              </a:lnSpc>
              <a:spcBef>
                <a:spcPts val="3285"/>
              </a:spcBef>
              <a:buFont typeface="Times New Roman"/>
              <a:buChar char="*"/>
              <a:tabLst>
                <a:tab pos="727075" algn="l"/>
                <a:tab pos="727710" algn="l"/>
              </a:tabLst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组织输入、扫描、分析、输出；</a:t>
            </a:r>
            <a:endParaRPr sz="2800">
              <a:latin typeface="宋体"/>
              <a:cs typeface="宋体"/>
            </a:endParaRPr>
          </a:p>
          <a:p>
            <a:pPr lvl="1" marL="173990" marR="5080" indent="177800">
              <a:lnSpc>
                <a:spcPct val="150000"/>
              </a:lnSpc>
              <a:spcBef>
                <a:spcPts val="365"/>
              </a:spcBef>
              <a:buFont typeface="Times New Roman"/>
              <a:buChar char="*"/>
              <a:tabLst>
                <a:tab pos="707390" algn="l"/>
                <a:tab pos="70802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接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宋体"/>
                <a:cs typeface="宋体"/>
              </a:rPr>
              <a:t>收字符串形式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的源程序，按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照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源程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输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的次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序依次扫描源程序，在扫描的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时根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的词法 规则识别出具有独立意义的单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，并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源程序 等价的属性字</a:t>
            </a:r>
            <a:r>
              <a:rPr dirty="0" sz="2800" spc="-4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Token</a:t>
            </a:r>
            <a:r>
              <a:rPr dirty="0" sz="2800" spc="-4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800" spc="-6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35682" y="2109977"/>
            <a:ext cx="269240" cy="639445"/>
          </a:xfrm>
          <a:custGeom>
            <a:avLst/>
            <a:gdLst/>
            <a:ahLst/>
            <a:cxnLst/>
            <a:rect l="l" t="t" r="r" b="b"/>
            <a:pathLst>
              <a:path w="269239" h="639444">
                <a:moveTo>
                  <a:pt x="71359" y="100292"/>
                </a:moveTo>
                <a:lnTo>
                  <a:pt x="35662" y="113716"/>
                </a:lnTo>
                <a:lnTo>
                  <a:pt x="233299" y="639191"/>
                </a:lnTo>
                <a:lnTo>
                  <a:pt x="268859" y="625729"/>
                </a:lnTo>
                <a:lnTo>
                  <a:pt x="71359" y="100292"/>
                </a:lnTo>
                <a:close/>
              </a:path>
              <a:path w="269239" h="639444">
                <a:moveTo>
                  <a:pt x="13335" y="0"/>
                </a:moveTo>
                <a:lnTo>
                  <a:pt x="0" y="127126"/>
                </a:lnTo>
                <a:lnTo>
                  <a:pt x="35662" y="113716"/>
                </a:lnTo>
                <a:lnTo>
                  <a:pt x="28956" y="95885"/>
                </a:lnTo>
                <a:lnTo>
                  <a:pt x="64643" y="82423"/>
                </a:lnTo>
                <a:lnTo>
                  <a:pt x="102265" y="82423"/>
                </a:lnTo>
                <a:lnTo>
                  <a:pt x="13335" y="0"/>
                </a:lnTo>
                <a:close/>
              </a:path>
              <a:path w="269239" h="639444">
                <a:moveTo>
                  <a:pt x="64643" y="82423"/>
                </a:moveTo>
                <a:lnTo>
                  <a:pt x="28956" y="95885"/>
                </a:lnTo>
                <a:lnTo>
                  <a:pt x="35662" y="113716"/>
                </a:lnTo>
                <a:lnTo>
                  <a:pt x="71359" y="100292"/>
                </a:lnTo>
                <a:lnTo>
                  <a:pt x="64643" y="82423"/>
                </a:lnTo>
                <a:close/>
              </a:path>
              <a:path w="269239" h="639444">
                <a:moveTo>
                  <a:pt x="102265" y="82423"/>
                </a:moveTo>
                <a:lnTo>
                  <a:pt x="64643" y="82423"/>
                </a:lnTo>
                <a:lnTo>
                  <a:pt x="71359" y="100292"/>
                </a:lnTo>
                <a:lnTo>
                  <a:pt x="107061" y="86868"/>
                </a:lnTo>
                <a:lnTo>
                  <a:pt x="102265" y="82423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35073" y="3411473"/>
            <a:ext cx="1609725" cy="0"/>
          </a:xfrm>
          <a:custGeom>
            <a:avLst/>
            <a:gdLst/>
            <a:ahLst/>
            <a:cxnLst/>
            <a:rect l="l" t="t" r="r" b="b"/>
            <a:pathLst>
              <a:path w="1609725" h="0">
                <a:moveTo>
                  <a:pt x="0" y="0"/>
                </a:moveTo>
                <a:lnTo>
                  <a:pt x="1609343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64282" y="1981961"/>
            <a:ext cx="591820" cy="1437005"/>
          </a:xfrm>
          <a:custGeom>
            <a:avLst/>
            <a:gdLst/>
            <a:ahLst/>
            <a:cxnLst/>
            <a:rect l="l" t="t" r="r" b="b"/>
            <a:pathLst>
              <a:path w="591820" h="1437004">
                <a:moveTo>
                  <a:pt x="520578" y="99400"/>
                </a:moveTo>
                <a:lnTo>
                  <a:pt x="0" y="1422527"/>
                </a:lnTo>
                <a:lnTo>
                  <a:pt x="35560" y="1436497"/>
                </a:lnTo>
                <a:lnTo>
                  <a:pt x="556027" y="113334"/>
                </a:lnTo>
                <a:lnTo>
                  <a:pt x="520578" y="99400"/>
                </a:lnTo>
                <a:close/>
              </a:path>
              <a:path w="591820" h="1437004">
                <a:moveTo>
                  <a:pt x="587389" y="81661"/>
                </a:moveTo>
                <a:lnTo>
                  <a:pt x="527557" y="81661"/>
                </a:lnTo>
                <a:lnTo>
                  <a:pt x="562991" y="95630"/>
                </a:lnTo>
                <a:lnTo>
                  <a:pt x="556027" y="113334"/>
                </a:lnTo>
                <a:lnTo>
                  <a:pt x="591439" y="127253"/>
                </a:lnTo>
                <a:lnTo>
                  <a:pt x="587389" y="81661"/>
                </a:lnTo>
                <a:close/>
              </a:path>
              <a:path w="591820" h="1437004">
                <a:moveTo>
                  <a:pt x="527557" y="81661"/>
                </a:moveTo>
                <a:lnTo>
                  <a:pt x="520578" y="99400"/>
                </a:lnTo>
                <a:lnTo>
                  <a:pt x="556027" y="113334"/>
                </a:lnTo>
                <a:lnTo>
                  <a:pt x="562991" y="95630"/>
                </a:lnTo>
                <a:lnTo>
                  <a:pt x="527557" y="81661"/>
                </a:lnTo>
                <a:close/>
              </a:path>
              <a:path w="591820" h="1437004">
                <a:moveTo>
                  <a:pt x="580135" y="0"/>
                </a:moveTo>
                <a:lnTo>
                  <a:pt x="485140" y="85471"/>
                </a:lnTo>
                <a:lnTo>
                  <a:pt x="520578" y="99400"/>
                </a:lnTo>
                <a:lnTo>
                  <a:pt x="527557" y="81661"/>
                </a:lnTo>
                <a:lnTo>
                  <a:pt x="587389" y="81661"/>
                </a:lnTo>
                <a:lnTo>
                  <a:pt x="580135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92417" y="4030217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 h="0">
                <a:moveTo>
                  <a:pt x="0" y="0"/>
                </a:moveTo>
                <a:lnTo>
                  <a:pt x="580643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87517" y="2109977"/>
            <a:ext cx="1121410" cy="1929764"/>
          </a:xfrm>
          <a:custGeom>
            <a:avLst/>
            <a:gdLst/>
            <a:ahLst/>
            <a:cxnLst/>
            <a:rect l="l" t="t" r="r" b="b"/>
            <a:pathLst>
              <a:path w="1121410" h="1929764">
                <a:moveTo>
                  <a:pt x="73550" y="89609"/>
                </a:moveTo>
                <a:lnTo>
                  <a:pt x="40512" y="108627"/>
                </a:lnTo>
                <a:lnTo>
                  <a:pt x="1088390" y="1929765"/>
                </a:lnTo>
                <a:lnTo>
                  <a:pt x="1121410" y="1910715"/>
                </a:lnTo>
                <a:lnTo>
                  <a:pt x="73550" y="89609"/>
                </a:lnTo>
                <a:close/>
              </a:path>
              <a:path w="1121410" h="1929764">
                <a:moveTo>
                  <a:pt x="0" y="0"/>
                </a:moveTo>
                <a:lnTo>
                  <a:pt x="7493" y="127635"/>
                </a:lnTo>
                <a:lnTo>
                  <a:pt x="40512" y="108627"/>
                </a:lnTo>
                <a:lnTo>
                  <a:pt x="30987" y="92075"/>
                </a:lnTo>
                <a:lnTo>
                  <a:pt x="64008" y="73025"/>
                </a:lnTo>
                <a:lnTo>
                  <a:pt x="102361" y="73025"/>
                </a:lnTo>
                <a:lnTo>
                  <a:pt x="106553" y="70612"/>
                </a:lnTo>
                <a:lnTo>
                  <a:pt x="0" y="0"/>
                </a:lnTo>
                <a:close/>
              </a:path>
              <a:path w="1121410" h="1929764">
                <a:moveTo>
                  <a:pt x="64008" y="73025"/>
                </a:moveTo>
                <a:lnTo>
                  <a:pt x="30987" y="92075"/>
                </a:lnTo>
                <a:lnTo>
                  <a:pt x="40512" y="108627"/>
                </a:lnTo>
                <a:lnTo>
                  <a:pt x="73550" y="89609"/>
                </a:lnTo>
                <a:lnTo>
                  <a:pt x="64008" y="73025"/>
                </a:lnTo>
                <a:close/>
              </a:path>
              <a:path w="1121410" h="1929764">
                <a:moveTo>
                  <a:pt x="102361" y="73025"/>
                </a:moveTo>
                <a:lnTo>
                  <a:pt x="64008" y="73025"/>
                </a:lnTo>
                <a:lnTo>
                  <a:pt x="73550" y="89609"/>
                </a:lnTo>
                <a:lnTo>
                  <a:pt x="102361" y="73025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34861" y="3411473"/>
            <a:ext cx="2277110" cy="0"/>
          </a:xfrm>
          <a:custGeom>
            <a:avLst/>
            <a:gdLst/>
            <a:ahLst/>
            <a:cxnLst/>
            <a:rect l="l" t="t" r="r" b="b"/>
            <a:pathLst>
              <a:path w="2277109" h="0">
                <a:moveTo>
                  <a:pt x="0" y="0"/>
                </a:moveTo>
                <a:lnTo>
                  <a:pt x="2276856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3618" y="4030217"/>
            <a:ext cx="1647825" cy="0"/>
          </a:xfrm>
          <a:custGeom>
            <a:avLst/>
            <a:gdLst/>
            <a:ahLst/>
            <a:cxnLst/>
            <a:rect l="l" t="t" r="r" b="b"/>
            <a:pathLst>
              <a:path w="1647825" h="0">
                <a:moveTo>
                  <a:pt x="0" y="0"/>
                </a:moveTo>
                <a:lnTo>
                  <a:pt x="1647444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88616" y="1981961"/>
            <a:ext cx="2374900" cy="2063114"/>
          </a:xfrm>
          <a:custGeom>
            <a:avLst/>
            <a:gdLst/>
            <a:ahLst/>
            <a:cxnLst/>
            <a:rect l="l" t="t" r="r" b="b"/>
            <a:pathLst>
              <a:path w="2374900" h="2063114">
                <a:moveTo>
                  <a:pt x="2275773" y="60508"/>
                </a:moveTo>
                <a:lnTo>
                  <a:pt x="0" y="2033905"/>
                </a:lnTo>
                <a:lnTo>
                  <a:pt x="24891" y="2062607"/>
                </a:lnTo>
                <a:lnTo>
                  <a:pt x="2300788" y="89339"/>
                </a:lnTo>
                <a:lnTo>
                  <a:pt x="2275773" y="60508"/>
                </a:lnTo>
                <a:close/>
              </a:path>
              <a:path w="2374900" h="2063114">
                <a:moveTo>
                  <a:pt x="2354772" y="48005"/>
                </a:moveTo>
                <a:lnTo>
                  <a:pt x="2290191" y="48005"/>
                </a:lnTo>
                <a:lnTo>
                  <a:pt x="2315210" y="76835"/>
                </a:lnTo>
                <a:lnTo>
                  <a:pt x="2300788" y="89339"/>
                </a:lnTo>
                <a:lnTo>
                  <a:pt x="2325750" y="118110"/>
                </a:lnTo>
                <a:lnTo>
                  <a:pt x="2354772" y="48005"/>
                </a:lnTo>
                <a:close/>
              </a:path>
              <a:path w="2374900" h="2063114">
                <a:moveTo>
                  <a:pt x="2290191" y="48005"/>
                </a:moveTo>
                <a:lnTo>
                  <a:pt x="2275773" y="60508"/>
                </a:lnTo>
                <a:lnTo>
                  <a:pt x="2300788" y="89339"/>
                </a:lnTo>
                <a:lnTo>
                  <a:pt x="2315210" y="76835"/>
                </a:lnTo>
                <a:lnTo>
                  <a:pt x="2290191" y="48005"/>
                </a:lnTo>
                <a:close/>
              </a:path>
              <a:path w="2374900" h="2063114">
                <a:moveTo>
                  <a:pt x="2374646" y="0"/>
                </a:moveTo>
                <a:lnTo>
                  <a:pt x="2250821" y="31750"/>
                </a:lnTo>
                <a:lnTo>
                  <a:pt x="2275773" y="60508"/>
                </a:lnTo>
                <a:lnTo>
                  <a:pt x="2290191" y="48005"/>
                </a:lnTo>
                <a:lnTo>
                  <a:pt x="2354772" y="48005"/>
                </a:lnTo>
                <a:lnTo>
                  <a:pt x="2374646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193417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76521" y="26923"/>
            <a:ext cx="2774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词法分析程序的功能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339" y="998982"/>
            <a:ext cx="8121650" cy="3587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30530" indent="-418465">
              <a:lnSpc>
                <a:spcPct val="100000"/>
              </a:lnSpc>
              <a:spcBef>
                <a:spcPts val="105"/>
              </a:spcBef>
              <a:buClr>
                <a:srgbClr val="66FF99"/>
              </a:buClr>
              <a:buSzPct val="114062"/>
              <a:buFont typeface="Wingdings"/>
              <a:buChar char=""/>
              <a:tabLst>
                <a:tab pos="429895" algn="l"/>
                <a:tab pos="43116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关于词法分析程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序</a:t>
            </a:r>
            <a:r>
              <a:rPr dirty="0" sz="3200" spc="-5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（作为一个独立子程序）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66FF99"/>
              </a:buClr>
              <a:buFont typeface="Wingdings"/>
              <a:buChar char=""/>
            </a:pPr>
            <a:endParaRPr sz="3100">
              <a:latin typeface="宋体"/>
              <a:cs typeface="宋体"/>
            </a:endParaRPr>
          </a:p>
          <a:p>
            <a:pPr lvl="1" marL="974725" marR="5080" indent="-622300">
              <a:lnSpc>
                <a:spcPct val="150100"/>
              </a:lnSpc>
              <a:spcBef>
                <a:spcPts val="5"/>
              </a:spcBef>
              <a:buFont typeface="Times New Roman"/>
              <a:buAutoNum type="arabicParenBoth"/>
              <a:tabLst>
                <a:tab pos="945515" algn="l"/>
                <a:tab pos="94615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只要不修改接口，则词法分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器所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的修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改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不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会影响整个编译器，且词法分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器易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维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护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lvl="1" marL="945515" indent="-593090">
              <a:lnSpc>
                <a:spcPct val="100000"/>
              </a:lnSpc>
              <a:spcBef>
                <a:spcPts val="1680"/>
              </a:spcBef>
              <a:buFont typeface="Times New Roman"/>
              <a:buAutoNum type="arabicParenBoth"/>
              <a:tabLst>
                <a:tab pos="945515" algn="l"/>
                <a:tab pos="94615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整个编译器结构简捷、清晰；</a:t>
            </a:r>
            <a:endParaRPr sz="2800">
              <a:latin typeface="宋体"/>
              <a:cs typeface="宋体"/>
            </a:endParaRPr>
          </a:p>
          <a:p>
            <a:pPr lvl="1" marL="945515" indent="-593090">
              <a:lnSpc>
                <a:spcPct val="100000"/>
              </a:lnSpc>
              <a:spcBef>
                <a:spcPts val="1680"/>
              </a:spcBef>
              <a:buFont typeface="Times New Roman"/>
              <a:buAutoNum type="arabicParenBoth"/>
              <a:tabLst>
                <a:tab pos="945515" algn="l"/>
                <a:tab pos="94615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可以采用有效的方法和工具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行处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93417" y="26923"/>
            <a:ext cx="47580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	</a:t>
            </a:r>
            <a:r>
              <a:rPr dirty="0" sz="2000" spc="5">
                <a:latin typeface="宋体"/>
                <a:cs typeface="宋体"/>
              </a:rPr>
              <a:t>词法分</a:t>
            </a:r>
            <a:r>
              <a:rPr dirty="0" sz="2000" spc="-5">
                <a:latin typeface="宋体"/>
                <a:cs typeface="宋体"/>
              </a:rPr>
              <a:t>析	</a:t>
            </a:r>
            <a:r>
              <a:rPr dirty="0" sz="2000">
                <a:latin typeface="Times New Roman"/>
                <a:cs typeface="Times New Roman"/>
              </a:rPr>
              <a:t>3.1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宋体"/>
                <a:cs typeface="宋体"/>
              </a:rPr>
              <a:t>词法分析程序的功能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843" y="653872"/>
            <a:ext cx="82676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5657" y="653872"/>
            <a:ext cx="31349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有如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下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源程序片段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0200" y="1371600"/>
            <a:ext cx="6484620" cy="32811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62100" y="1333500"/>
          <a:ext cx="6598920" cy="33578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409"/>
                <a:gridCol w="5998845"/>
              </a:tblGrid>
              <a:tr h="434339">
                <a:tc>
                  <a:txBody>
                    <a:bodyPr/>
                    <a:lstStyle/>
                    <a:p>
                      <a:pPr marL="91440">
                        <a:lnSpc>
                          <a:spcPts val="3140"/>
                        </a:lnSpc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{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</a:tcPr>
                </a:tc>
              </a:tr>
              <a:tr h="2846832">
                <a:tc gridSpan="2">
                  <a:txBody>
                    <a:bodyPr/>
                    <a:lstStyle/>
                    <a:p>
                      <a:pPr marL="629285">
                        <a:lnSpc>
                          <a:spcPts val="3265"/>
                        </a:lnSpc>
                        <a:tabLst>
                          <a:tab pos="1222375" algn="l"/>
                          <a:tab pos="1993900" algn="l"/>
                        </a:tabLst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int	</a:t>
                      </a:r>
                      <a:r>
                        <a:rPr dirty="0" sz="2800" b="1">
                          <a:latin typeface="Times New Roman"/>
                          <a:cs typeface="Times New Roman"/>
                        </a:rPr>
                        <a:t>int1	</a:t>
                      </a: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;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450">
                        <a:latin typeface="Times New Roman"/>
                        <a:cs typeface="Times New Roman"/>
                      </a:endParaRPr>
                    </a:p>
                    <a:p>
                      <a:pPr marL="624840">
                        <a:lnSpc>
                          <a:spcPct val="100000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int1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  <a:p>
                      <a:pPr marL="624840">
                        <a:lnSpc>
                          <a:spcPct val="100000"/>
                        </a:lnSpc>
                        <a:tabLst>
                          <a:tab pos="1693545" algn="l"/>
                          <a:tab pos="1990725" algn="l"/>
                        </a:tabLst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printf	(	"int1= </a:t>
                      </a:r>
                      <a:r>
                        <a:rPr dirty="0" sz="2800" b="1">
                          <a:latin typeface="Times New Roman"/>
                          <a:cs typeface="Times New Roman"/>
                        </a:rPr>
                        <a:t>%d\n"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711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800" b="1">
                          <a:latin typeface="宋体"/>
                          <a:cs typeface="宋体"/>
                        </a:rPr>
                        <a:t>}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2176272" y="1825751"/>
            <a:ext cx="485140" cy="434340"/>
          </a:xfrm>
          <a:custGeom>
            <a:avLst/>
            <a:gdLst/>
            <a:ahLst/>
            <a:cxnLst/>
            <a:rect l="l" t="t" r="r" b="b"/>
            <a:pathLst>
              <a:path w="485139" h="434339">
                <a:moveTo>
                  <a:pt x="0" y="434339"/>
                </a:moveTo>
                <a:lnTo>
                  <a:pt x="484631" y="434339"/>
                </a:lnTo>
                <a:lnTo>
                  <a:pt x="484631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7620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90444" y="1848611"/>
            <a:ext cx="609600" cy="434340"/>
          </a:xfrm>
          <a:custGeom>
            <a:avLst/>
            <a:gdLst/>
            <a:ahLst/>
            <a:cxnLst/>
            <a:rect l="l" t="t" r="r" b="b"/>
            <a:pathLst>
              <a:path w="609600" h="434339">
                <a:moveTo>
                  <a:pt x="0" y="434339"/>
                </a:moveTo>
                <a:lnTo>
                  <a:pt x="609600" y="434339"/>
                </a:lnTo>
                <a:lnTo>
                  <a:pt x="6096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7620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44823" y="1825751"/>
            <a:ext cx="485140" cy="434340"/>
          </a:xfrm>
          <a:custGeom>
            <a:avLst/>
            <a:gdLst/>
            <a:ahLst/>
            <a:cxnLst/>
            <a:rect l="l" t="t" r="r" b="b"/>
            <a:pathLst>
              <a:path w="485139" h="434339">
                <a:moveTo>
                  <a:pt x="0" y="434339"/>
                </a:moveTo>
                <a:lnTo>
                  <a:pt x="484631" y="434339"/>
                </a:lnTo>
                <a:lnTo>
                  <a:pt x="484631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7620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76272" y="2717292"/>
            <a:ext cx="614680" cy="436245"/>
          </a:xfrm>
          <a:custGeom>
            <a:avLst/>
            <a:gdLst/>
            <a:ahLst/>
            <a:cxnLst/>
            <a:rect l="l" t="t" r="r" b="b"/>
            <a:pathLst>
              <a:path w="614680" h="436244">
                <a:moveTo>
                  <a:pt x="0" y="435863"/>
                </a:moveTo>
                <a:lnTo>
                  <a:pt x="614172" y="435863"/>
                </a:lnTo>
                <a:lnTo>
                  <a:pt x="614172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7620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900172" y="2679192"/>
          <a:ext cx="1691639" cy="512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850"/>
                <a:gridCol w="99059"/>
                <a:gridCol w="450850"/>
                <a:gridCol w="89534"/>
                <a:gridCol w="485775"/>
              </a:tblGrid>
              <a:tr h="435863">
                <a:tc>
                  <a:txBody>
                    <a:bodyPr/>
                    <a:lstStyle/>
                    <a:p>
                      <a:pPr marL="147955">
                        <a:lnSpc>
                          <a:spcPts val="3245"/>
                        </a:lnSpc>
                        <a:spcBef>
                          <a:spcPts val="85"/>
                        </a:spcBef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=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3245"/>
                        </a:lnSpc>
                        <a:spcBef>
                          <a:spcPts val="85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33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3245"/>
                        </a:lnSpc>
                        <a:spcBef>
                          <a:spcPts val="85"/>
                        </a:spcBef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;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2176272" y="3724655"/>
            <a:ext cx="1001394" cy="434340"/>
          </a:xfrm>
          <a:custGeom>
            <a:avLst/>
            <a:gdLst/>
            <a:ahLst/>
            <a:cxnLst/>
            <a:rect l="l" t="t" r="r" b="b"/>
            <a:pathLst>
              <a:path w="1001394" h="434339">
                <a:moveTo>
                  <a:pt x="0" y="434340"/>
                </a:moveTo>
                <a:lnTo>
                  <a:pt x="1001268" y="434340"/>
                </a:lnTo>
                <a:lnTo>
                  <a:pt x="1001268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7620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58311" y="3724655"/>
            <a:ext cx="241300" cy="434340"/>
          </a:xfrm>
          <a:custGeom>
            <a:avLst/>
            <a:gdLst/>
            <a:ahLst/>
            <a:cxnLst/>
            <a:rect l="l" t="t" r="r" b="b"/>
            <a:pathLst>
              <a:path w="241300" h="434339">
                <a:moveTo>
                  <a:pt x="0" y="434340"/>
                </a:moveTo>
                <a:lnTo>
                  <a:pt x="240791" y="434340"/>
                </a:lnTo>
                <a:lnTo>
                  <a:pt x="240791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7620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41420" y="3724655"/>
            <a:ext cx="1789430" cy="434340"/>
          </a:xfrm>
          <a:custGeom>
            <a:avLst/>
            <a:gdLst/>
            <a:ahLst/>
            <a:cxnLst/>
            <a:rect l="l" t="t" r="r" b="b"/>
            <a:pathLst>
              <a:path w="1789429" h="434339">
                <a:moveTo>
                  <a:pt x="0" y="434340"/>
                </a:moveTo>
                <a:lnTo>
                  <a:pt x="1789176" y="434340"/>
                </a:lnTo>
                <a:lnTo>
                  <a:pt x="1789176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76199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817108" y="3686555"/>
          <a:ext cx="1920239" cy="510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495"/>
                <a:gridCol w="91439"/>
                <a:gridCol w="656590"/>
                <a:gridCol w="88265"/>
                <a:gridCol w="312420"/>
                <a:gridCol w="106680"/>
                <a:gridCol w="273050"/>
              </a:tblGrid>
              <a:tr h="434340">
                <a:tc>
                  <a:txBody>
                    <a:bodyPr/>
                    <a:lstStyle/>
                    <a:p>
                      <a:pPr marL="133350">
                        <a:lnSpc>
                          <a:spcPts val="2905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2905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int1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2905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2905"/>
                        </a:lnSpc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;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AF50"/>
                      </a:solidFill>
                      <a:prstDash val="solid"/>
                    </a:lnL>
                    <a:lnR w="76200">
                      <a:solidFill>
                        <a:srgbClr val="00AF50"/>
                      </a:solidFill>
                      <a:prstDash val="solid"/>
                    </a:lnR>
                    <a:lnT w="76200">
                      <a:solidFill>
                        <a:srgbClr val="00AF50"/>
                      </a:solidFill>
                      <a:prstDash val="solid"/>
                    </a:lnT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1690116" y="4158996"/>
            <a:ext cx="396240" cy="436245"/>
          </a:xfrm>
          <a:custGeom>
            <a:avLst/>
            <a:gdLst/>
            <a:ahLst/>
            <a:cxnLst/>
            <a:rect l="l" t="t" r="r" b="b"/>
            <a:pathLst>
              <a:path w="396239" h="436245">
                <a:moveTo>
                  <a:pt x="0" y="435863"/>
                </a:moveTo>
                <a:lnTo>
                  <a:pt x="396239" y="435863"/>
                </a:lnTo>
                <a:lnTo>
                  <a:pt x="396239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7620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193417" y="26923"/>
            <a:ext cx="4758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3.1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词法分析程序的功能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5440" y="614934"/>
            <a:ext cx="22631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5194" algn="l"/>
              </a:tabLst>
            </a:pPr>
            <a:r>
              <a:rPr dirty="0" sz="4000" spc="100">
                <a:solidFill>
                  <a:srgbClr val="FFFF00"/>
                </a:solidFill>
                <a:latin typeface="Segoe UI Emoji"/>
                <a:cs typeface="Segoe UI Emoji"/>
              </a:rPr>
              <a:t>☺	</a:t>
            </a:r>
            <a:r>
              <a:rPr dirty="0" sz="3200">
                <a:solidFill>
                  <a:srgbClr val="FFFF00"/>
                </a:solidFill>
                <a:latin typeface="宋体"/>
                <a:cs typeface="宋体"/>
              </a:rPr>
              <a:t>说</a:t>
            </a:r>
            <a:r>
              <a:rPr dirty="0" sz="3200" spc="-10">
                <a:solidFill>
                  <a:srgbClr val="FFFF00"/>
                </a:solidFill>
                <a:latin typeface="宋体"/>
                <a:cs typeface="宋体"/>
              </a:rPr>
              <a:t>明</a:t>
            </a:r>
            <a:r>
              <a:rPr dirty="0" sz="3200" spc="-894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1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748" y="1450924"/>
            <a:ext cx="8408035" cy="4114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46100" indent="-534035">
              <a:lnSpc>
                <a:spcPct val="100000"/>
              </a:lnSpc>
              <a:spcBef>
                <a:spcPts val="95"/>
              </a:spcBef>
              <a:buFont typeface="Times New Roman"/>
              <a:buAutoNum type="arabicPeriod"/>
              <a:tabLst>
                <a:tab pos="546100" algn="l"/>
                <a:tab pos="546735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词法分析是编译程序的第一个阶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段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且是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必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阶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段；</a:t>
            </a:r>
            <a:endParaRPr sz="2800">
              <a:latin typeface="宋体"/>
              <a:cs typeface="宋体"/>
            </a:endParaRPr>
          </a:p>
          <a:p>
            <a:pPr marL="455930" marR="363220" indent="-443865">
              <a:lnSpc>
                <a:spcPct val="150100"/>
              </a:lnSpc>
              <a:spcBef>
                <a:spcPts val="2160"/>
              </a:spcBef>
              <a:buClr>
                <a:srgbClr val="CCEBFF"/>
              </a:buClr>
              <a:buFont typeface="Times New Roman"/>
              <a:buAutoNum type="arabicPeriod"/>
              <a:tabLst>
                <a:tab pos="546100" algn="l"/>
                <a:tab pos="546735" algn="l"/>
              </a:tabLst>
            </a:pPr>
            <a:r>
              <a:rPr dirty="0"/>
              <a:t>	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词法分析的核心任务是扫描、识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别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单词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且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对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识</a:t>
            </a:r>
            <a:r>
              <a:rPr dirty="0" sz="2800" spc="-15" b="1">
                <a:solidFill>
                  <a:srgbClr val="CCEBFF"/>
                </a:solidFill>
                <a:latin typeface="宋体"/>
                <a:cs typeface="宋体"/>
              </a:rPr>
              <a:t>别 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出的单词给出定性、定长的</a:t>
            </a:r>
            <a:r>
              <a:rPr dirty="0" sz="2800" spc="5" b="1">
                <a:solidFill>
                  <a:srgbClr val="CCEBFF"/>
                </a:solidFill>
                <a:latin typeface="宋体"/>
                <a:cs typeface="宋体"/>
              </a:rPr>
              <a:t>处</a:t>
            </a:r>
            <a:r>
              <a:rPr dirty="0" sz="2800" spc="-5" b="1">
                <a:solidFill>
                  <a:srgbClr val="CCEBFF"/>
                </a:solidFill>
                <a:latin typeface="宋体"/>
                <a:cs typeface="宋体"/>
              </a:rPr>
              <a:t>理；</a:t>
            </a:r>
            <a:endParaRPr sz="2800">
              <a:latin typeface="宋体"/>
              <a:cs typeface="宋体"/>
            </a:endParaRPr>
          </a:p>
          <a:p>
            <a:pPr marL="546100" marR="2860675" indent="-546100">
              <a:lnSpc>
                <a:spcPct val="150000"/>
              </a:lnSpc>
              <a:spcBef>
                <a:spcPts val="1475"/>
              </a:spcBef>
              <a:buFont typeface="Times New Roman"/>
              <a:buAutoNum type="arabicPeriod"/>
              <a:tabLst>
                <a:tab pos="546100" algn="l"/>
                <a:tab pos="54673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实现词法分析程序的常用途径：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自动生成</a:t>
            </a:r>
            <a:endParaRPr sz="2800">
              <a:latin typeface="宋体"/>
              <a:cs typeface="宋体"/>
            </a:endParaRPr>
          </a:p>
          <a:p>
            <a:pPr marL="1346200">
              <a:lnSpc>
                <a:spcPct val="100000"/>
              </a:lnSpc>
              <a:spcBef>
                <a:spcPts val="168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手工生成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44574" y="4648961"/>
            <a:ext cx="114300" cy="723900"/>
          </a:xfrm>
          <a:custGeom>
            <a:avLst/>
            <a:gdLst/>
            <a:ahLst/>
            <a:cxnLst/>
            <a:rect l="l" t="t" r="r" b="b"/>
            <a:pathLst>
              <a:path w="114300" h="723900">
                <a:moveTo>
                  <a:pt x="114300" y="723900"/>
                </a:moveTo>
                <a:lnTo>
                  <a:pt x="92029" y="719153"/>
                </a:lnTo>
                <a:lnTo>
                  <a:pt x="73866" y="706215"/>
                </a:lnTo>
                <a:lnTo>
                  <a:pt x="61632" y="687038"/>
                </a:lnTo>
                <a:lnTo>
                  <a:pt x="57150" y="663575"/>
                </a:lnTo>
                <a:lnTo>
                  <a:pt x="57150" y="422275"/>
                </a:lnTo>
                <a:lnTo>
                  <a:pt x="52667" y="398811"/>
                </a:lnTo>
                <a:lnTo>
                  <a:pt x="40433" y="379634"/>
                </a:lnTo>
                <a:lnTo>
                  <a:pt x="22270" y="366696"/>
                </a:lnTo>
                <a:lnTo>
                  <a:pt x="0" y="361950"/>
                </a:lnTo>
                <a:lnTo>
                  <a:pt x="22270" y="357203"/>
                </a:lnTo>
                <a:lnTo>
                  <a:pt x="40433" y="344265"/>
                </a:lnTo>
                <a:lnTo>
                  <a:pt x="52667" y="325088"/>
                </a:lnTo>
                <a:lnTo>
                  <a:pt x="57150" y="301625"/>
                </a:lnTo>
                <a:lnTo>
                  <a:pt x="57150" y="60325"/>
                </a:lnTo>
                <a:lnTo>
                  <a:pt x="61632" y="36861"/>
                </a:lnTo>
                <a:lnTo>
                  <a:pt x="73866" y="17684"/>
                </a:lnTo>
                <a:lnTo>
                  <a:pt x="92029" y="4746"/>
                </a:lnTo>
                <a:lnTo>
                  <a:pt x="1143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974801"/>
            <a:ext cx="7126605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6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8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	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词法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925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Lexical</a:t>
            </a:r>
            <a:r>
              <a:rPr dirty="0" sz="3200" spc="-26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788" y="2444318"/>
            <a:ext cx="5873750" cy="2605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814705" indent="-8020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814069" algn="l"/>
                <a:tab pos="814705" algn="l"/>
              </a:tabLst>
            </a:pP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词法分析程序的功能</a:t>
            </a:r>
            <a:endParaRPr sz="36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FF00"/>
              </a:buClr>
              <a:buFont typeface="Times New Roman"/>
              <a:buAutoNum type="arabicPeriod"/>
            </a:pPr>
            <a:endParaRPr sz="2850">
              <a:latin typeface="宋体"/>
              <a:cs typeface="宋体"/>
            </a:endParaRPr>
          </a:p>
          <a:p>
            <a:pPr lvl="1" marL="814705" indent="-802005">
              <a:lnSpc>
                <a:spcPct val="100000"/>
              </a:lnSpc>
              <a:spcBef>
                <a:spcPts val="5"/>
              </a:spcBef>
              <a:buClr>
                <a:srgbClr val="FFFF00"/>
              </a:buClr>
              <a:buFont typeface="Times New Roman"/>
              <a:buAutoNum type="arabicPeriod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词法分析器的设计与实现</a:t>
            </a:r>
            <a:endParaRPr sz="36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FF00"/>
              </a:buClr>
              <a:buFont typeface="Times New Roman"/>
              <a:buAutoNum type="arabicPeriod"/>
            </a:pPr>
            <a:endParaRPr sz="2850">
              <a:latin typeface="宋体"/>
              <a:cs typeface="宋体"/>
            </a:endParaRPr>
          </a:p>
          <a:p>
            <a:pPr lvl="1" marL="814705" indent="-802005">
              <a:lnSpc>
                <a:spcPct val="100000"/>
              </a:lnSpc>
              <a:buClr>
                <a:srgbClr val="FFFF00"/>
              </a:buClr>
              <a:buFont typeface="Times New Roman"/>
              <a:buAutoNum type="arabicPeriod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词法分析器的自动生成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57421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12735" y="3544823"/>
            <a:ext cx="1264920" cy="535305"/>
          </a:xfrm>
          <a:custGeom>
            <a:avLst/>
            <a:gdLst/>
            <a:ahLst/>
            <a:cxnLst/>
            <a:rect l="l" t="t" r="r" b="b"/>
            <a:pathLst>
              <a:path w="1264920" h="535304">
                <a:moveTo>
                  <a:pt x="316230" y="0"/>
                </a:moveTo>
                <a:lnTo>
                  <a:pt x="0" y="267462"/>
                </a:lnTo>
                <a:lnTo>
                  <a:pt x="316230" y="534924"/>
                </a:lnTo>
                <a:lnTo>
                  <a:pt x="316230" y="401193"/>
                </a:lnTo>
                <a:lnTo>
                  <a:pt x="1264920" y="401193"/>
                </a:lnTo>
                <a:lnTo>
                  <a:pt x="1264920" y="133731"/>
                </a:lnTo>
                <a:lnTo>
                  <a:pt x="316230" y="133731"/>
                </a:lnTo>
                <a:lnTo>
                  <a:pt x="31623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12735" y="3544823"/>
            <a:ext cx="1264920" cy="535305"/>
          </a:xfrm>
          <a:custGeom>
            <a:avLst/>
            <a:gdLst/>
            <a:ahLst/>
            <a:cxnLst/>
            <a:rect l="l" t="t" r="r" b="b"/>
            <a:pathLst>
              <a:path w="1264920" h="535304">
                <a:moveTo>
                  <a:pt x="0" y="267462"/>
                </a:moveTo>
                <a:lnTo>
                  <a:pt x="316230" y="0"/>
                </a:lnTo>
                <a:lnTo>
                  <a:pt x="316230" y="133731"/>
                </a:lnTo>
                <a:lnTo>
                  <a:pt x="1264920" y="133731"/>
                </a:lnTo>
                <a:lnTo>
                  <a:pt x="1264920" y="401193"/>
                </a:lnTo>
                <a:lnTo>
                  <a:pt x="316230" y="401193"/>
                </a:lnTo>
                <a:lnTo>
                  <a:pt x="316230" y="534924"/>
                </a:lnTo>
                <a:lnTo>
                  <a:pt x="0" y="267462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3816" y="460324"/>
            <a:ext cx="7127875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5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8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	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词法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919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Lexical</a:t>
            </a:r>
            <a:r>
              <a:rPr dirty="0" sz="3200" spc="-25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1241" y="1976500"/>
            <a:ext cx="6448425" cy="3318510"/>
          </a:xfrm>
          <a:prstGeom prst="rect">
            <a:avLst/>
          </a:prstGeom>
        </p:spPr>
        <p:txBody>
          <a:bodyPr wrap="square" lIns="0" tIns="287020" rIns="0" bIns="0" rtlCol="0" vert="horz">
            <a:spAutoFit/>
          </a:bodyPr>
          <a:lstStyle/>
          <a:p>
            <a:pPr lvl="1" marL="814069" indent="-802005">
              <a:lnSpc>
                <a:spcPct val="100000"/>
              </a:lnSpc>
              <a:spcBef>
                <a:spcPts val="2260"/>
              </a:spcBef>
              <a:buFont typeface="Times New Roman"/>
              <a:buAutoNum type="arabicPeriod" startAt="2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词法分析器的设计与实现</a:t>
            </a:r>
            <a:endParaRPr sz="3600">
              <a:latin typeface="宋体"/>
              <a:cs typeface="宋体"/>
            </a:endParaRPr>
          </a:p>
          <a:p>
            <a:pPr lvl="2" marL="1847850" indent="-1376045">
              <a:lnSpc>
                <a:spcPct val="100000"/>
              </a:lnSpc>
              <a:spcBef>
                <a:spcPts val="2165"/>
              </a:spcBef>
              <a:buFont typeface="Times New Roman"/>
              <a:buAutoNum type="arabicPeriod"/>
              <a:tabLst>
                <a:tab pos="1847850" algn="l"/>
                <a:tab pos="184848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单词与属性字</a:t>
            </a:r>
            <a:endParaRPr sz="3600">
              <a:latin typeface="宋体"/>
              <a:cs typeface="宋体"/>
            </a:endParaRPr>
          </a:p>
          <a:p>
            <a:pPr lvl="2" marL="1847850" indent="-1376045">
              <a:lnSpc>
                <a:spcPct val="100000"/>
              </a:lnSpc>
              <a:spcBef>
                <a:spcPts val="2160"/>
              </a:spcBef>
              <a:buFont typeface="Times New Roman"/>
              <a:buAutoNum type="arabicPeriod"/>
              <a:tabLst>
                <a:tab pos="1847850" algn="l"/>
                <a:tab pos="1848485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源程序的输入与预处理</a:t>
            </a:r>
            <a:endParaRPr sz="3600">
              <a:latin typeface="宋体"/>
              <a:cs typeface="宋体"/>
            </a:endParaRPr>
          </a:p>
          <a:p>
            <a:pPr marL="472440">
              <a:lnSpc>
                <a:spcPct val="100000"/>
              </a:lnSpc>
              <a:spcBef>
                <a:spcPts val="2160"/>
              </a:spcBef>
              <a:tabLst>
                <a:tab pos="1847850" algn="l"/>
              </a:tabLst>
            </a:pP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3.2.5	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扫描器设计、实现技术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57421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8752" y="3162300"/>
            <a:ext cx="1264920" cy="535305"/>
          </a:xfrm>
          <a:custGeom>
            <a:avLst/>
            <a:gdLst/>
            <a:ahLst/>
            <a:cxnLst/>
            <a:rect l="l" t="t" r="r" b="b"/>
            <a:pathLst>
              <a:path w="1264920" h="535304">
                <a:moveTo>
                  <a:pt x="316229" y="0"/>
                </a:moveTo>
                <a:lnTo>
                  <a:pt x="0" y="267462"/>
                </a:lnTo>
                <a:lnTo>
                  <a:pt x="316229" y="534924"/>
                </a:lnTo>
                <a:lnTo>
                  <a:pt x="316229" y="401192"/>
                </a:lnTo>
                <a:lnTo>
                  <a:pt x="1264920" y="401192"/>
                </a:lnTo>
                <a:lnTo>
                  <a:pt x="1264920" y="133730"/>
                </a:lnTo>
                <a:lnTo>
                  <a:pt x="316229" y="133730"/>
                </a:lnTo>
                <a:lnTo>
                  <a:pt x="31622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78752" y="3162300"/>
            <a:ext cx="1264920" cy="535305"/>
          </a:xfrm>
          <a:custGeom>
            <a:avLst/>
            <a:gdLst/>
            <a:ahLst/>
            <a:cxnLst/>
            <a:rect l="l" t="t" r="r" b="b"/>
            <a:pathLst>
              <a:path w="1264920" h="535304">
                <a:moveTo>
                  <a:pt x="0" y="267462"/>
                </a:moveTo>
                <a:lnTo>
                  <a:pt x="316229" y="0"/>
                </a:lnTo>
                <a:lnTo>
                  <a:pt x="316229" y="133730"/>
                </a:lnTo>
                <a:lnTo>
                  <a:pt x="1264920" y="133730"/>
                </a:lnTo>
                <a:lnTo>
                  <a:pt x="1264920" y="401192"/>
                </a:lnTo>
                <a:lnTo>
                  <a:pt x="316229" y="401192"/>
                </a:lnTo>
                <a:lnTo>
                  <a:pt x="316229" y="534924"/>
                </a:lnTo>
                <a:lnTo>
                  <a:pt x="0" y="267462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6549" y="26923"/>
            <a:ext cx="8072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8870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942" y="749554"/>
            <a:ext cx="12750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8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单词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6746" y="1409141"/>
            <a:ext cx="71602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单词是语言中具有独立意义的最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小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单位。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3886" y="2465323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CCCC"/>
                </a:solidFill>
                <a:latin typeface="宋体"/>
                <a:cs typeface="宋体"/>
              </a:rPr>
              <a:t>要素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0770" y="2151482"/>
            <a:ext cx="2522220" cy="1020444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独立的意义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最小的语法单位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77973" y="2344673"/>
            <a:ext cx="186055" cy="806450"/>
          </a:xfrm>
          <a:custGeom>
            <a:avLst/>
            <a:gdLst/>
            <a:ahLst/>
            <a:cxnLst/>
            <a:rect l="l" t="t" r="r" b="b"/>
            <a:pathLst>
              <a:path w="186055" h="806450">
                <a:moveTo>
                  <a:pt x="185927" y="806196"/>
                </a:moveTo>
                <a:lnTo>
                  <a:pt x="149756" y="800957"/>
                </a:lnTo>
                <a:lnTo>
                  <a:pt x="120205" y="786669"/>
                </a:lnTo>
                <a:lnTo>
                  <a:pt x="100274" y="765476"/>
                </a:lnTo>
                <a:lnTo>
                  <a:pt x="92963" y="739521"/>
                </a:lnTo>
                <a:lnTo>
                  <a:pt x="92963" y="469773"/>
                </a:lnTo>
                <a:lnTo>
                  <a:pt x="85653" y="443817"/>
                </a:lnTo>
                <a:lnTo>
                  <a:pt x="65722" y="422624"/>
                </a:lnTo>
                <a:lnTo>
                  <a:pt x="36171" y="408336"/>
                </a:lnTo>
                <a:lnTo>
                  <a:pt x="0" y="403098"/>
                </a:lnTo>
                <a:lnTo>
                  <a:pt x="36171" y="397859"/>
                </a:lnTo>
                <a:lnTo>
                  <a:pt x="65722" y="383571"/>
                </a:lnTo>
                <a:lnTo>
                  <a:pt x="85653" y="362378"/>
                </a:lnTo>
                <a:lnTo>
                  <a:pt x="92963" y="336423"/>
                </a:lnTo>
                <a:lnTo>
                  <a:pt x="92963" y="66675"/>
                </a:lnTo>
                <a:lnTo>
                  <a:pt x="100274" y="40719"/>
                </a:lnTo>
                <a:lnTo>
                  <a:pt x="120205" y="19526"/>
                </a:lnTo>
                <a:lnTo>
                  <a:pt x="149756" y="5238"/>
                </a:lnTo>
                <a:lnTo>
                  <a:pt x="18592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15000" y="2420111"/>
            <a:ext cx="2628900" cy="518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715000" y="2445511"/>
            <a:ext cx="26289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*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1E2D52"/>
                </a:solidFill>
                <a:latin typeface="宋体"/>
                <a:cs typeface="宋体"/>
              </a:rPr>
              <a:t>词法规则制约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45642" y="3328314"/>
            <a:ext cx="7892415" cy="2922270"/>
          </a:xfrm>
          <a:prstGeom prst="rect">
            <a:avLst/>
          </a:prstGeom>
        </p:spPr>
        <p:txBody>
          <a:bodyPr wrap="square" lIns="0" tIns="206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例如，</a:t>
            </a:r>
            <a:endParaRPr sz="2800">
              <a:latin typeface="宋体"/>
              <a:cs typeface="宋体"/>
            </a:endParaRPr>
          </a:p>
          <a:p>
            <a:pPr marL="550545">
              <a:lnSpc>
                <a:spcPct val="100000"/>
              </a:lnSpc>
              <a:spcBef>
                <a:spcPts val="152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A*B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，单词是“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*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和“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550545">
              <a:lnSpc>
                <a:spcPct val="100000"/>
              </a:lnSpc>
              <a:spcBef>
                <a:spcPts val="262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int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int1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…,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单词是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int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int1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50">
              <a:latin typeface="宋体"/>
              <a:cs typeface="宋体"/>
            </a:endParaRPr>
          </a:p>
          <a:p>
            <a:pPr marL="245745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A++*B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,单词是“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++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*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411214" y="26923"/>
            <a:ext cx="21971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09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3004" y="6016752"/>
            <a:ext cx="8382000" cy="553720"/>
          </a:xfrm>
          <a:prstGeom prst="rect">
            <a:avLst/>
          </a:prstGeom>
          <a:ln w="9525">
            <a:solidFill>
              <a:srgbClr val="FFFF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25"/>
              </a:spcBef>
            </a:pPr>
            <a:r>
              <a:rPr dirty="0" sz="2800" spc="-5" b="1">
                <a:solidFill>
                  <a:srgbClr val="99FF99"/>
                </a:solidFill>
                <a:latin typeface="宋体"/>
                <a:cs typeface="宋体"/>
              </a:rPr>
              <a:t>标识符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=</a:t>
            </a:r>
            <a:r>
              <a:rPr dirty="0" sz="2800" spc="15" b="1">
                <a:solidFill>
                  <a:srgbClr val="99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(a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z)</a:t>
            </a:r>
            <a:r>
              <a:rPr dirty="0" sz="2800" spc="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r>
              <a:rPr dirty="0" sz="28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9)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9100" sz="3150" spc="22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baseline="29100" sz="3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339" y="0"/>
            <a:ext cx="5382895" cy="112395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439"/>
              </a:spcBef>
              <a:tabLst>
                <a:tab pos="676275" algn="l"/>
                <a:tab pos="20783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34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  <a:p>
            <a:pPr marL="468630" indent="-456565">
              <a:lnSpc>
                <a:spcPct val="100000"/>
              </a:lnSpc>
              <a:spcBef>
                <a:spcPts val="1845"/>
              </a:spcBef>
              <a:buClr>
                <a:srgbClr val="66FFFF"/>
              </a:buClr>
              <a:buSzPct val="134375"/>
              <a:buFont typeface="Wingdings"/>
              <a:buChar char=""/>
              <a:tabLst>
                <a:tab pos="467995" algn="l"/>
                <a:tab pos="46926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流行语言词法规则的表示：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15261" y="1498853"/>
            <a:ext cx="292735" cy="1064260"/>
          </a:xfrm>
          <a:custGeom>
            <a:avLst/>
            <a:gdLst/>
            <a:ahLst/>
            <a:cxnLst/>
            <a:rect l="l" t="t" r="r" b="b"/>
            <a:pathLst>
              <a:path w="292735" h="1064260">
                <a:moveTo>
                  <a:pt x="292607" y="1063752"/>
                </a:moveTo>
                <a:lnTo>
                  <a:pt x="235672" y="1056774"/>
                </a:lnTo>
                <a:lnTo>
                  <a:pt x="189166" y="1037748"/>
                </a:lnTo>
                <a:lnTo>
                  <a:pt x="157805" y="1009530"/>
                </a:lnTo>
                <a:lnTo>
                  <a:pt x="146304" y="974979"/>
                </a:lnTo>
                <a:lnTo>
                  <a:pt x="146304" y="620649"/>
                </a:lnTo>
                <a:lnTo>
                  <a:pt x="134802" y="586097"/>
                </a:lnTo>
                <a:lnTo>
                  <a:pt x="103441" y="557879"/>
                </a:lnTo>
                <a:lnTo>
                  <a:pt x="56935" y="538853"/>
                </a:lnTo>
                <a:lnTo>
                  <a:pt x="0" y="531876"/>
                </a:lnTo>
                <a:lnTo>
                  <a:pt x="56935" y="524898"/>
                </a:lnTo>
                <a:lnTo>
                  <a:pt x="103441" y="505872"/>
                </a:lnTo>
                <a:lnTo>
                  <a:pt x="134802" y="477654"/>
                </a:lnTo>
                <a:lnTo>
                  <a:pt x="146304" y="443103"/>
                </a:lnTo>
                <a:lnTo>
                  <a:pt x="146304" y="88773"/>
                </a:lnTo>
                <a:lnTo>
                  <a:pt x="157805" y="54221"/>
                </a:lnTo>
                <a:lnTo>
                  <a:pt x="189166" y="26003"/>
                </a:lnTo>
                <a:lnTo>
                  <a:pt x="235672" y="6977"/>
                </a:lnTo>
                <a:lnTo>
                  <a:pt x="292607" y="0"/>
                </a:lnTo>
              </a:path>
            </a:pathLst>
          </a:custGeom>
          <a:ln w="38100">
            <a:solidFill>
              <a:srgbClr val="FF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58361" y="1322069"/>
            <a:ext cx="381000" cy="952500"/>
          </a:xfrm>
          <a:custGeom>
            <a:avLst/>
            <a:gdLst/>
            <a:ahLst/>
            <a:cxnLst/>
            <a:rect l="l" t="t" r="r" b="b"/>
            <a:pathLst>
              <a:path w="381000" h="952500">
                <a:moveTo>
                  <a:pt x="381000" y="952500"/>
                </a:moveTo>
                <a:lnTo>
                  <a:pt x="320808" y="948451"/>
                </a:lnTo>
                <a:lnTo>
                  <a:pt x="268516" y="937178"/>
                </a:lnTo>
                <a:lnTo>
                  <a:pt x="227271" y="919993"/>
                </a:lnTo>
                <a:lnTo>
                  <a:pt x="190500" y="873125"/>
                </a:lnTo>
                <a:lnTo>
                  <a:pt x="190500" y="555625"/>
                </a:lnTo>
                <a:lnTo>
                  <a:pt x="180782" y="530545"/>
                </a:lnTo>
                <a:lnTo>
                  <a:pt x="153728" y="508756"/>
                </a:lnTo>
                <a:lnTo>
                  <a:pt x="112483" y="491571"/>
                </a:lnTo>
                <a:lnTo>
                  <a:pt x="60191" y="480298"/>
                </a:lnTo>
                <a:lnTo>
                  <a:pt x="0" y="476250"/>
                </a:lnTo>
                <a:lnTo>
                  <a:pt x="60191" y="472201"/>
                </a:lnTo>
                <a:lnTo>
                  <a:pt x="112483" y="460928"/>
                </a:lnTo>
                <a:lnTo>
                  <a:pt x="153728" y="443743"/>
                </a:lnTo>
                <a:lnTo>
                  <a:pt x="180782" y="421954"/>
                </a:lnTo>
                <a:lnTo>
                  <a:pt x="190500" y="396875"/>
                </a:lnTo>
                <a:lnTo>
                  <a:pt x="190500" y="79375"/>
                </a:lnTo>
                <a:lnTo>
                  <a:pt x="200217" y="54295"/>
                </a:lnTo>
                <a:lnTo>
                  <a:pt x="227271" y="32506"/>
                </a:lnTo>
                <a:lnTo>
                  <a:pt x="268516" y="15321"/>
                </a:lnTo>
                <a:lnTo>
                  <a:pt x="320808" y="4048"/>
                </a:lnTo>
                <a:lnTo>
                  <a:pt x="381000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60194" y="1313764"/>
            <a:ext cx="1455420" cy="1319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型文法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25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正规式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93285" y="1081227"/>
            <a:ext cx="7366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99FF"/>
                  </a:solidFill>
                </a:uFill>
                <a:latin typeface="Times New Roman"/>
                <a:cs typeface="Times New Roman"/>
              </a:rPr>
              <a:t>NF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74414" y="2020569"/>
            <a:ext cx="97281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EBNF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1104" y="3017520"/>
            <a:ext cx="8324215" cy="1511935"/>
          </a:xfrm>
          <a:custGeom>
            <a:avLst/>
            <a:gdLst/>
            <a:ahLst/>
            <a:cxnLst/>
            <a:rect l="l" t="t" r="r" b="b"/>
            <a:pathLst>
              <a:path w="8324215" h="1511935">
                <a:moveTo>
                  <a:pt x="0" y="1511808"/>
                </a:moveTo>
                <a:lnTo>
                  <a:pt x="8324088" y="1511808"/>
                </a:lnTo>
                <a:lnTo>
                  <a:pt x="8324088" y="0"/>
                </a:lnTo>
                <a:lnTo>
                  <a:pt x="0" y="0"/>
                </a:lnTo>
                <a:lnTo>
                  <a:pt x="0" y="1511808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38370" y="1484630"/>
            <a:ext cx="1701800" cy="1534160"/>
          </a:xfrm>
          <a:custGeom>
            <a:avLst/>
            <a:gdLst/>
            <a:ahLst/>
            <a:cxnLst/>
            <a:rect l="l" t="t" r="r" b="b"/>
            <a:pathLst>
              <a:path w="1701800" h="1534160">
                <a:moveTo>
                  <a:pt x="1603577" y="1471390"/>
                </a:moveTo>
                <a:lnTo>
                  <a:pt x="1578102" y="1499743"/>
                </a:lnTo>
                <a:lnTo>
                  <a:pt x="1701291" y="1533652"/>
                </a:lnTo>
                <a:lnTo>
                  <a:pt x="1681839" y="1484122"/>
                </a:lnTo>
                <a:lnTo>
                  <a:pt x="1617726" y="1484122"/>
                </a:lnTo>
                <a:lnTo>
                  <a:pt x="1603577" y="1471390"/>
                </a:lnTo>
                <a:close/>
              </a:path>
              <a:path w="1701800" h="1534160">
                <a:moveTo>
                  <a:pt x="1629059" y="1443029"/>
                </a:moveTo>
                <a:lnTo>
                  <a:pt x="1603577" y="1471390"/>
                </a:lnTo>
                <a:lnTo>
                  <a:pt x="1617726" y="1484122"/>
                </a:lnTo>
                <a:lnTo>
                  <a:pt x="1643252" y="1455801"/>
                </a:lnTo>
                <a:lnTo>
                  <a:pt x="1629059" y="1443029"/>
                </a:lnTo>
                <a:close/>
              </a:path>
              <a:path w="1701800" h="1534160">
                <a:moveTo>
                  <a:pt x="1654555" y="1414653"/>
                </a:moveTo>
                <a:lnTo>
                  <a:pt x="1629059" y="1443029"/>
                </a:lnTo>
                <a:lnTo>
                  <a:pt x="1643252" y="1455801"/>
                </a:lnTo>
                <a:lnTo>
                  <a:pt x="1617726" y="1484122"/>
                </a:lnTo>
                <a:lnTo>
                  <a:pt x="1681839" y="1484122"/>
                </a:lnTo>
                <a:lnTo>
                  <a:pt x="1654555" y="1414653"/>
                </a:lnTo>
                <a:close/>
              </a:path>
              <a:path w="1701800" h="1534160">
                <a:moveTo>
                  <a:pt x="25400" y="0"/>
                </a:moveTo>
                <a:lnTo>
                  <a:pt x="0" y="28448"/>
                </a:lnTo>
                <a:lnTo>
                  <a:pt x="1603577" y="1471390"/>
                </a:lnTo>
                <a:lnTo>
                  <a:pt x="1629059" y="1443029"/>
                </a:lnTo>
                <a:lnTo>
                  <a:pt x="2540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7095" y="4882896"/>
            <a:ext cx="8402320" cy="521334"/>
          </a:xfrm>
          <a:custGeom>
            <a:avLst/>
            <a:gdLst/>
            <a:ahLst/>
            <a:cxnLst/>
            <a:rect l="l" t="t" r="r" b="b"/>
            <a:pathLst>
              <a:path w="8402320" h="521335">
                <a:moveTo>
                  <a:pt x="0" y="521207"/>
                </a:moveTo>
                <a:lnTo>
                  <a:pt x="8401812" y="521207"/>
                </a:lnTo>
                <a:lnTo>
                  <a:pt x="8401812" y="0"/>
                </a:lnTo>
                <a:lnTo>
                  <a:pt x="0" y="0"/>
                </a:lnTo>
                <a:lnTo>
                  <a:pt x="0" y="521207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70991" y="2846602"/>
            <a:ext cx="8169275" cy="246316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99FF99"/>
                </a:solidFill>
                <a:latin typeface="宋体"/>
                <a:cs typeface="宋体"/>
              </a:rPr>
              <a:t>标识符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&gt;</a:t>
            </a:r>
            <a:r>
              <a:rPr dirty="0" sz="2800" spc="15" b="1">
                <a:solidFill>
                  <a:srgbClr val="99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Wingdings 3"/>
                <a:cs typeface="Wingdings 3"/>
              </a:rPr>
              <a:t></a:t>
            </a:r>
            <a:r>
              <a:rPr dirty="0" sz="2800" spc="5" b="1">
                <a:solidFill>
                  <a:srgbClr val="99FF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后缀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后缀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|…|</a:t>
            </a:r>
            <a:r>
              <a:rPr dirty="0" sz="2800" spc="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后缀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99FF99"/>
                </a:solidFill>
                <a:latin typeface="宋体"/>
                <a:cs typeface="宋体"/>
              </a:rPr>
              <a:t>后缀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&gt;</a:t>
            </a:r>
            <a:r>
              <a:rPr dirty="0" sz="2800" spc="10" b="1">
                <a:solidFill>
                  <a:srgbClr val="99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Wingdings 3"/>
                <a:cs typeface="Wingdings 3"/>
              </a:rPr>
              <a:t>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后缀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后缀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|…|</a:t>
            </a:r>
            <a:r>
              <a:rPr dirty="0" sz="2800" spc="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后缀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后缀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endParaRPr sz="2800">
              <a:latin typeface="Times New Roman"/>
              <a:cs typeface="Times New Roman"/>
            </a:endParaRPr>
          </a:p>
          <a:p>
            <a:pPr marL="1746885">
              <a:lnSpc>
                <a:spcPct val="100000"/>
              </a:lnSpc>
              <a:spcBef>
                <a:spcPts val="840"/>
              </a:spcBef>
            </a:pP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后缀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r>
              <a:rPr dirty="0" sz="2800" spc="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|…|</a:t>
            </a:r>
            <a:r>
              <a:rPr dirty="0" sz="2800" spc="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后缀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&gt;|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 |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r>
              <a:rPr dirty="0" sz="2800" spc="-70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074545" algn="l"/>
                <a:tab pos="3832225" algn="l"/>
              </a:tabLst>
            </a:pP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99FF99"/>
                </a:solidFill>
                <a:latin typeface="宋体"/>
                <a:cs typeface="宋体"/>
              </a:rPr>
              <a:t>标识</a:t>
            </a:r>
            <a:r>
              <a:rPr dirty="0" sz="2800" spc="-10" b="1">
                <a:solidFill>
                  <a:srgbClr val="99FF99"/>
                </a:solidFill>
                <a:latin typeface="宋体"/>
                <a:cs typeface="宋体"/>
              </a:rPr>
              <a:t>符</a:t>
            </a:r>
            <a:r>
              <a:rPr dirty="0" sz="2800" spc="-5" b="1">
                <a:solidFill>
                  <a:srgbClr val="99FF99"/>
                </a:solidFill>
                <a:latin typeface="Times New Roman"/>
                <a:cs typeface="Times New Roman"/>
              </a:rPr>
              <a:t>&gt;</a:t>
            </a:r>
            <a:r>
              <a:rPr dirty="0" sz="2800" spc="20" b="1">
                <a:solidFill>
                  <a:srgbClr val="99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99FF99"/>
                </a:solidFill>
                <a:latin typeface="Wingdings 3"/>
                <a:cs typeface="Wingdings 3"/>
              </a:rPr>
              <a:t></a:t>
            </a:r>
            <a:r>
              <a:rPr dirty="0" sz="2800" spc="-5">
                <a:solidFill>
                  <a:srgbClr val="99FF99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(a |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z)</a:t>
            </a:r>
            <a:r>
              <a:rPr dirty="0" sz="2800" spc="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	a |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z | 0 |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9</a:t>
            </a:r>
            <a:r>
              <a:rPr dirty="0" sz="28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39361" y="2562605"/>
            <a:ext cx="1079500" cy="0"/>
          </a:xfrm>
          <a:custGeom>
            <a:avLst/>
            <a:gdLst/>
            <a:ahLst/>
            <a:cxnLst/>
            <a:rect l="l" t="t" r="r" b="b"/>
            <a:pathLst>
              <a:path w="1079500" h="0">
                <a:moveTo>
                  <a:pt x="0" y="0"/>
                </a:moveTo>
                <a:lnTo>
                  <a:pt x="1078991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24478" y="2557526"/>
            <a:ext cx="690880" cy="2326640"/>
          </a:xfrm>
          <a:custGeom>
            <a:avLst/>
            <a:gdLst/>
            <a:ahLst/>
            <a:cxnLst/>
            <a:rect l="l" t="t" r="r" b="b"/>
            <a:pathLst>
              <a:path w="690879" h="2326640">
                <a:moveTo>
                  <a:pt x="0" y="2200656"/>
                </a:moveTo>
                <a:lnTo>
                  <a:pt x="24384" y="2326132"/>
                </a:lnTo>
                <a:lnTo>
                  <a:pt x="102754" y="2239518"/>
                </a:lnTo>
                <a:lnTo>
                  <a:pt x="68325" y="2239518"/>
                </a:lnTo>
                <a:lnTo>
                  <a:pt x="31623" y="2229231"/>
                </a:lnTo>
                <a:lnTo>
                  <a:pt x="36736" y="2210909"/>
                </a:lnTo>
                <a:lnTo>
                  <a:pt x="0" y="2200656"/>
                </a:lnTo>
                <a:close/>
              </a:path>
              <a:path w="690879" h="2326640">
                <a:moveTo>
                  <a:pt x="36736" y="2210909"/>
                </a:moveTo>
                <a:lnTo>
                  <a:pt x="31623" y="2229231"/>
                </a:lnTo>
                <a:lnTo>
                  <a:pt x="68325" y="2239518"/>
                </a:lnTo>
                <a:lnTo>
                  <a:pt x="73449" y="2221157"/>
                </a:lnTo>
                <a:lnTo>
                  <a:pt x="36736" y="2210909"/>
                </a:lnTo>
                <a:close/>
              </a:path>
              <a:path w="690879" h="2326640">
                <a:moveTo>
                  <a:pt x="73449" y="2221157"/>
                </a:moveTo>
                <a:lnTo>
                  <a:pt x="68325" y="2239518"/>
                </a:lnTo>
                <a:lnTo>
                  <a:pt x="102754" y="2239518"/>
                </a:lnTo>
                <a:lnTo>
                  <a:pt x="110109" y="2231390"/>
                </a:lnTo>
                <a:lnTo>
                  <a:pt x="73449" y="2221157"/>
                </a:lnTo>
                <a:close/>
              </a:path>
              <a:path w="690879" h="2326640">
                <a:moveTo>
                  <a:pt x="653796" y="0"/>
                </a:moveTo>
                <a:lnTo>
                  <a:pt x="36736" y="2210909"/>
                </a:lnTo>
                <a:lnTo>
                  <a:pt x="73449" y="2221157"/>
                </a:lnTo>
                <a:lnTo>
                  <a:pt x="690372" y="10160"/>
                </a:lnTo>
                <a:lnTo>
                  <a:pt x="653796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60854" y="2759201"/>
            <a:ext cx="1054735" cy="0"/>
          </a:xfrm>
          <a:custGeom>
            <a:avLst/>
            <a:gdLst/>
            <a:ahLst/>
            <a:cxnLst/>
            <a:rect l="l" t="t" r="r" b="b"/>
            <a:pathLst>
              <a:path w="1054735" h="0">
                <a:moveTo>
                  <a:pt x="0" y="0"/>
                </a:moveTo>
                <a:lnTo>
                  <a:pt x="1054608" y="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77770" y="2754883"/>
            <a:ext cx="796925" cy="3262629"/>
          </a:xfrm>
          <a:custGeom>
            <a:avLst/>
            <a:gdLst/>
            <a:ahLst/>
            <a:cxnLst/>
            <a:rect l="l" t="t" r="r" b="b"/>
            <a:pathLst>
              <a:path w="796925" h="3262629">
                <a:moveTo>
                  <a:pt x="0" y="3138436"/>
                </a:moveTo>
                <a:lnTo>
                  <a:pt x="30099" y="3262629"/>
                </a:lnTo>
                <a:lnTo>
                  <a:pt x="103088" y="3174072"/>
                </a:lnTo>
                <a:lnTo>
                  <a:pt x="69977" y="3174072"/>
                </a:lnTo>
                <a:lnTo>
                  <a:pt x="32893" y="3165538"/>
                </a:lnTo>
                <a:lnTo>
                  <a:pt x="37157" y="3146969"/>
                </a:lnTo>
                <a:lnTo>
                  <a:pt x="0" y="3138436"/>
                </a:lnTo>
                <a:close/>
              </a:path>
              <a:path w="796925" h="3262629">
                <a:moveTo>
                  <a:pt x="37157" y="3146969"/>
                </a:moveTo>
                <a:lnTo>
                  <a:pt x="32893" y="3165538"/>
                </a:lnTo>
                <a:lnTo>
                  <a:pt x="69977" y="3174072"/>
                </a:lnTo>
                <a:lnTo>
                  <a:pt x="74245" y="3155486"/>
                </a:lnTo>
                <a:lnTo>
                  <a:pt x="37157" y="3146969"/>
                </a:lnTo>
                <a:close/>
              </a:path>
              <a:path w="796925" h="3262629">
                <a:moveTo>
                  <a:pt x="74245" y="3155486"/>
                </a:moveTo>
                <a:lnTo>
                  <a:pt x="69977" y="3174072"/>
                </a:lnTo>
                <a:lnTo>
                  <a:pt x="103088" y="3174072"/>
                </a:lnTo>
                <a:lnTo>
                  <a:pt x="111379" y="3164014"/>
                </a:lnTo>
                <a:lnTo>
                  <a:pt x="74245" y="3155486"/>
                </a:lnTo>
                <a:close/>
              </a:path>
              <a:path w="796925" h="3262629">
                <a:moveTo>
                  <a:pt x="759841" y="0"/>
                </a:moveTo>
                <a:lnTo>
                  <a:pt x="37157" y="3146969"/>
                </a:lnTo>
                <a:lnTo>
                  <a:pt x="74245" y="3155486"/>
                </a:lnTo>
                <a:lnTo>
                  <a:pt x="796925" y="8636"/>
                </a:lnTo>
                <a:lnTo>
                  <a:pt x="759841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572" y="542391"/>
            <a:ext cx="6097270" cy="1020444"/>
          </a:xfrm>
          <a:prstGeom prst="rect"/>
        </p:spPr>
        <p:txBody>
          <a:bodyPr wrap="square" lIns="0" tIns="83185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655"/>
              </a:spcBef>
            </a:pPr>
            <a:r>
              <a:rPr dirty="0" u="heavy" sz="2800" spc="-10">
                <a:solidFill>
                  <a:srgbClr val="FFCCFF"/>
                </a:solidFill>
                <a:uFill>
                  <a:solidFill>
                    <a:srgbClr val="FFCCFF"/>
                  </a:solidFill>
                </a:uFill>
                <a:latin typeface="宋体"/>
                <a:cs typeface="宋体"/>
              </a:rPr>
              <a:t>常用的程序设计语言的单词</a:t>
            </a:r>
            <a:r>
              <a:rPr dirty="0" u="heavy" sz="2800">
                <a:solidFill>
                  <a:srgbClr val="FFCCFF"/>
                </a:solidFill>
                <a:uFill>
                  <a:solidFill>
                    <a:srgbClr val="FFCCFF"/>
                  </a:solidFill>
                </a:uFill>
                <a:latin typeface="宋体"/>
                <a:cs typeface="宋体"/>
              </a:rPr>
              <a:t>类</a:t>
            </a:r>
            <a:r>
              <a:rPr dirty="0" u="heavy" sz="2800" spc="-15">
                <a:solidFill>
                  <a:srgbClr val="FFCCFF"/>
                </a:solidFill>
                <a:uFill>
                  <a:solidFill>
                    <a:srgbClr val="FFCCFF"/>
                  </a:solidFill>
                </a:u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800" spc="-10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800" spc="-1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10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800" spc="-25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00"/>
                </a:solidFill>
                <a:latin typeface="宋体"/>
                <a:cs typeface="宋体"/>
              </a:rPr>
              <a:t>关键字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亦称保留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字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基本字等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)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12291" y="2839211"/>
            <a:ext cx="7696200" cy="1690370"/>
          </a:xfrm>
          <a:custGeom>
            <a:avLst/>
            <a:gdLst/>
            <a:ahLst/>
            <a:cxnLst/>
            <a:rect l="l" t="t" r="r" b="b"/>
            <a:pathLst>
              <a:path w="7696200" h="1690370">
                <a:moveTo>
                  <a:pt x="0" y="1690116"/>
                </a:moveTo>
                <a:lnTo>
                  <a:pt x="7696200" y="1690116"/>
                </a:lnTo>
                <a:lnTo>
                  <a:pt x="7696200" y="0"/>
                </a:lnTo>
                <a:lnTo>
                  <a:pt x="0" y="0"/>
                </a:lnTo>
                <a:lnTo>
                  <a:pt x="0" y="1690116"/>
                </a:lnTo>
                <a:close/>
              </a:path>
            </a:pathLst>
          </a:custGeom>
          <a:solidFill>
            <a:srgbClr val="E7F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8572" y="1567697"/>
            <a:ext cx="8422640" cy="4877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37845">
              <a:lnSpc>
                <a:spcPct val="116399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关键字一般是语言系统本身定义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,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通常是由字母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组成的字符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34060" marR="761365" indent="449580">
              <a:lnSpc>
                <a:spcPct val="130000"/>
              </a:lnSpc>
              <a:spcBef>
                <a:spcPts val="1290"/>
              </a:spcBef>
              <a:tabLst>
                <a:tab pos="2433320" algn="l"/>
              </a:tabLst>
            </a:pPr>
            <a:r>
              <a:rPr dirty="0" sz="2800" spc="-5" b="1">
                <a:latin typeface="宋体"/>
                <a:cs typeface="宋体"/>
              </a:rPr>
              <a:t>例</a:t>
            </a:r>
            <a:r>
              <a:rPr dirty="0" sz="2800" spc="-10" b="1">
                <a:latin typeface="宋体"/>
                <a:cs typeface="宋体"/>
              </a:rPr>
              <a:t>如</a:t>
            </a:r>
            <a:r>
              <a:rPr dirty="0" sz="2800" spc="-15" b="1">
                <a:latin typeface="宋体"/>
                <a:cs typeface="宋体"/>
              </a:rPr>
              <a:t>:	</a:t>
            </a:r>
            <a:r>
              <a:rPr dirty="0" sz="2800" spc="-10" b="1">
                <a:latin typeface="Times New Roman"/>
                <a:cs typeface="Times New Roman"/>
              </a:rPr>
              <a:t>C</a:t>
            </a:r>
            <a:r>
              <a:rPr dirty="0" sz="2800" spc="-10" b="1">
                <a:latin typeface="宋体"/>
                <a:cs typeface="宋体"/>
              </a:rPr>
              <a:t>语言中</a:t>
            </a:r>
            <a:r>
              <a:rPr dirty="0" sz="2800" spc="-15" b="1">
                <a:latin typeface="宋体"/>
                <a:cs typeface="宋体"/>
              </a:rPr>
              <a:t>的</a:t>
            </a:r>
            <a:r>
              <a:rPr dirty="0" sz="2800" spc="15" b="1">
                <a:latin typeface="宋体"/>
                <a:cs typeface="宋体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int,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65" b="1">
                <a:latin typeface="Times New Roman"/>
                <a:cs typeface="Times New Roman"/>
              </a:rPr>
              <a:t>for,</a:t>
            </a:r>
            <a:r>
              <a:rPr dirty="0" sz="2800" spc="-5" b="1">
                <a:latin typeface="Times New Roman"/>
                <a:cs typeface="Times New Roman"/>
              </a:rPr>
              <a:t> </a:t>
            </a:r>
            <a:r>
              <a:rPr dirty="0" sz="2800" spc="-15" b="1">
                <a:latin typeface="Times New Roman"/>
                <a:cs typeface="Times New Roman"/>
              </a:rPr>
              <a:t>break,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static,  </a:t>
            </a:r>
            <a:r>
              <a:rPr dirty="0" sz="2800" spc="-55" b="1">
                <a:latin typeface="Times New Roman"/>
                <a:cs typeface="Times New Roman"/>
              </a:rPr>
              <a:t>char,</a:t>
            </a:r>
            <a:r>
              <a:rPr dirty="0" sz="2800" spc="-10" b="1">
                <a:latin typeface="Times New Roman"/>
                <a:cs typeface="Times New Roman"/>
              </a:rPr>
              <a:t> switch,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unsigned</a:t>
            </a:r>
            <a:r>
              <a:rPr dirty="0" sz="2800" spc="-5" b="1">
                <a:latin typeface="宋体"/>
                <a:cs typeface="宋体"/>
              </a:rPr>
              <a:t>等</a:t>
            </a:r>
            <a:r>
              <a:rPr dirty="0" sz="2800" spc="-15" b="1">
                <a:latin typeface="宋体"/>
                <a:cs typeface="宋体"/>
              </a:rPr>
              <a:t>, </a:t>
            </a:r>
            <a:r>
              <a:rPr dirty="0" sz="2800" spc="-5" b="1">
                <a:latin typeface="宋体"/>
                <a:cs typeface="宋体"/>
              </a:rPr>
              <a:t>关键字一般关联到 语句的性质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宋体"/>
              <a:cs typeface="宋体"/>
            </a:endParaRPr>
          </a:p>
          <a:p>
            <a:pPr marL="213360">
              <a:lnSpc>
                <a:spcPct val="100000"/>
              </a:lnSpc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800" spc="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标识符</a:t>
            </a:r>
            <a:endParaRPr sz="2800">
              <a:latin typeface="宋体"/>
              <a:cs typeface="宋体"/>
            </a:endParaRPr>
          </a:p>
          <a:p>
            <a:pPr marL="213360" marR="156845" indent="897890">
              <a:lnSpc>
                <a:spcPct val="145400"/>
              </a:lnSpc>
              <a:spcBef>
                <a:spcPts val="31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用来表示各类名字的标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识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。如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变量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数组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结构名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函数名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文件名等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36549" y="26923"/>
            <a:ext cx="8072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8870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40" y="648169"/>
            <a:ext cx="8063865" cy="1986914"/>
          </a:xfrm>
          <a:prstGeom prst="rect"/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800" spc="-5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2800" spc="-5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800" spc="-10">
                <a:solidFill>
                  <a:srgbClr val="FFFF00"/>
                </a:solidFill>
                <a:latin typeface="宋体"/>
                <a:cs typeface="宋体"/>
              </a:rPr>
              <a:t>常量</a:t>
            </a:r>
            <a:endParaRPr sz="2800">
              <a:latin typeface="宋体"/>
              <a:cs typeface="宋体"/>
            </a:endParaRPr>
          </a:p>
          <a:p>
            <a:pPr marL="192405" marR="5080" indent="177800">
              <a:lnSpc>
                <a:spcPct val="150000"/>
              </a:lnSpc>
              <a:spcBef>
                <a:spcPts val="160"/>
              </a:spcBef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语言中各种类型的常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整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型常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 实型常数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, 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不同进制的常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布尔常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字符及字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串常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58061" y="3297173"/>
            <a:ext cx="228600" cy="3048000"/>
          </a:xfrm>
          <a:custGeom>
            <a:avLst/>
            <a:gdLst/>
            <a:ahLst/>
            <a:cxnLst/>
            <a:rect l="l" t="t" r="r" b="b"/>
            <a:pathLst>
              <a:path w="228600" h="3048000">
                <a:moveTo>
                  <a:pt x="228600" y="3048000"/>
                </a:moveTo>
                <a:lnTo>
                  <a:pt x="170913" y="3013322"/>
                </a:lnTo>
                <a:lnTo>
                  <a:pt x="147780" y="2973606"/>
                </a:lnTo>
                <a:lnTo>
                  <a:pt x="129906" y="2922200"/>
                </a:lnTo>
                <a:lnTo>
                  <a:pt x="118383" y="2861524"/>
                </a:lnTo>
                <a:lnTo>
                  <a:pt x="114300" y="2794000"/>
                </a:lnTo>
                <a:lnTo>
                  <a:pt x="114300" y="1778000"/>
                </a:lnTo>
                <a:lnTo>
                  <a:pt x="110216" y="1710457"/>
                </a:lnTo>
                <a:lnTo>
                  <a:pt x="98693" y="1649777"/>
                </a:lnTo>
                <a:lnTo>
                  <a:pt x="80819" y="1598374"/>
                </a:lnTo>
                <a:lnTo>
                  <a:pt x="57686" y="1558666"/>
                </a:lnTo>
                <a:lnTo>
                  <a:pt x="0" y="1524000"/>
                </a:lnTo>
                <a:lnTo>
                  <a:pt x="30382" y="1514930"/>
                </a:lnTo>
                <a:lnTo>
                  <a:pt x="80819" y="1449625"/>
                </a:lnTo>
                <a:lnTo>
                  <a:pt x="98693" y="1398222"/>
                </a:lnTo>
                <a:lnTo>
                  <a:pt x="110216" y="1337542"/>
                </a:lnTo>
                <a:lnTo>
                  <a:pt x="114300" y="1270000"/>
                </a:lnTo>
                <a:lnTo>
                  <a:pt x="114300" y="254000"/>
                </a:lnTo>
                <a:lnTo>
                  <a:pt x="118383" y="186457"/>
                </a:lnTo>
                <a:lnTo>
                  <a:pt x="129906" y="125777"/>
                </a:lnTo>
                <a:lnTo>
                  <a:pt x="147780" y="74374"/>
                </a:lnTo>
                <a:lnTo>
                  <a:pt x="170913" y="34666"/>
                </a:lnTo>
                <a:lnTo>
                  <a:pt x="198217" y="9069"/>
                </a:lnTo>
                <a:lnTo>
                  <a:pt x="2286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60017" y="3009671"/>
            <a:ext cx="6473190" cy="3601720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1805"/>
              </a:spcBef>
            </a:pP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99CC"/>
                </a:solidFill>
                <a:latin typeface="宋体"/>
                <a:cs typeface="宋体"/>
              </a:rPr>
              <a:t>常数</a:t>
            </a:r>
            <a:r>
              <a:rPr dirty="0" sz="2800" spc="-15" b="1">
                <a:solidFill>
                  <a:srgbClr val="FF99CC"/>
                </a:solidFill>
                <a:latin typeface="宋体"/>
                <a:cs typeface="宋体"/>
              </a:rPr>
              <a:t>：</a:t>
            </a:r>
            <a:r>
              <a:rPr dirty="0" sz="2800" spc="-695" b="1">
                <a:solidFill>
                  <a:srgbClr val="FF99CC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-26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19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0x123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037</a:t>
            </a:r>
            <a:r>
              <a:rPr dirty="0" sz="28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1700"/>
              </a:spcBef>
            </a:pPr>
            <a:r>
              <a:rPr dirty="0" sz="2800" spc="-10" b="1">
                <a:solidFill>
                  <a:srgbClr val="FF99CC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99CC"/>
                </a:solidFill>
                <a:latin typeface="宋体"/>
                <a:cs typeface="宋体"/>
              </a:rPr>
              <a:t>常数</a:t>
            </a:r>
            <a:r>
              <a:rPr dirty="0" sz="2800" spc="-15" b="1">
                <a:solidFill>
                  <a:srgbClr val="99FFCC"/>
                </a:solidFill>
                <a:latin typeface="宋体"/>
                <a:cs typeface="宋体"/>
              </a:rPr>
              <a:t>：</a:t>
            </a:r>
            <a:r>
              <a:rPr dirty="0" sz="2800" spc="-685" b="1">
                <a:solidFill>
                  <a:srgbClr val="99FFCC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-1.6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2e-6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2.5e06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  <a:spcBef>
                <a:spcPts val="1930"/>
              </a:spcBef>
            </a:pPr>
            <a:r>
              <a:rPr dirty="0" sz="2800" spc="-10" b="1">
                <a:solidFill>
                  <a:srgbClr val="FF99CC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99CC"/>
                </a:solidFill>
                <a:latin typeface="宋体"/>
                <a:cs typeface="宋体"/>
              </a:rPr>
              <a:t>常数</a:t>
            </a:r>
            <a:r>
              <a:rPr dirty="0" sz="2800" spc="-15" b="1">
                <a:solidFill>
                  <a:srgbClr val="FF99CC"/>
                </a:solidFill>
                <a:latin typeface="宋体"/>
                <a:cs typeface="宋体"/>
              </a:rPr>
              <a:t>：</a:t>
            </a:r>
            <a:r>
              <a:rPr dirty="0" sz="2800" spc="-745" b="1">
                <a:solidFill>
                  <a:srgbClr val="FF99CC"/>
                </a:solidFill>
                <a:latin typeface="宋体"/>
                <a:cs typeface="宋体"/>
              </a:rPr>
              <a:t> 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TRUE</a:t>
            </a:r>
            <a:r>
              <a:rPr dirty="0" sz="2800" spc="-2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FALSE</a:t>
            </a:r>
            <a:r>
              <a:rPr dirty="0" sz="2800" spc="-2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或非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  <a:tabLst>
                <a:tab pos="2495550" algn="l"/>
              </a:tabLst>
            </a:pP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Char</a:t>
            </a:r>
            <a:r>
              <a:rPr dirty="0" sz="2800" spc="-5" b="1">
                <a:solidFill>
                  <a:srgbClr val="FF99CC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String</a:t>
            </a:r>
            <a:r>
              <a:rPr dirty="0" sz="2800" spc="20" b="1">
                <a:solidFill>
                  <a:srgbClr val="FF99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99CC"/>
                </a:solidFill>
                <a:latin typeface="Times New Roman"/>
                <a:cs typeface="Times New Roman"/>
              </a:rPr>
              <a:t>:	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'$'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'\123'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“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abc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”</a:t>
            </a:r>
            <a:r>
              <a:rPr dirty="0" sz="2800" spc="-90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dirty="0" sz="3200" spc="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36549" y="26923"/>
            <a:ext cx="8072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8870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33942"/>
            <a:ext cx="8247380" cy="1710689"/>
          </a:xfrm>
          <a:prstGeom prst="rect"/>
        </p:spPr>
        <p:txBody>
          <a:bodyPr wrap="square" lIns="0" tIns="161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2800" spc="-5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2800" spc="-5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800" spc="-10">
                <a:solidFill>
                  <a:srgbClr val="FFFF00"/>
                </a:solidFill>
                <a:latin typeface="宋体"/>
                <a:cs typeface="宋体"/>
              </a:rPr>
              <a:t>运算符</a:t>
            </a:r>
            <a:endParaRPr sz="2800">
              <a:latin typeface="宋体"/>
              <a:cs typeface="宋体"/>
            </a:endParaRPr>
          </a:p>
          <a:p>
            <a:pPr marL="12700" marR="5080" indent="717550">
              <a:lnSpc>
                <a:spcPct val="125400"/>
              </a:lnSpc>
              <a:spcBef>
                <a:spcPts val="315"/>
              </a:spcBef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表示程序中算术运算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逻辑运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字符及位串等 运算的确定字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符(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或串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)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36549" y="26923"/>
            <a:ext cx="8072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8870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3191" y="2537460"/>
            <a:ext cx="8534400" cy="2630805"/>
          </a:xfrm>
          <a:custGeom>
            <a:avLst/>
            <a:gdLst/>
            <a:ahLst/>
            <a:cxnLst/>
            <a:rect l="l" t="t" r="r" b="b"/>
            <a:pathLst>
              <a:path w="8534400" h="2630804">
                <a:moveTo>
                  <a:pt x="0" y="2630424"/>
                </a:moveTo>
                <a:lnTo>
                  <a:pt x="8534400" y="2630424"/>
                </a:lnTo>
                <a:lnTo>
                  <a:pt x="8534400" y="0"/>
                </a:lnTo>
                <a:lnTo>
                  <a:pt x="0" y="0"/>
                </a:lnTo>
                <a:lnTo>
                  <a:pt x="0" y="2630424"/>
                </a:lnTo>
                <a:close/>
              </a:path>
            </a:pathLst>
          </a:custGeom>
          <a:solidFill>
            <a:srgbClr val="FF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7340" y="2485796"/>
            <a:ext cx="8487410" cy="41960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775"/>
              </a:spcBef>
            </a:pPr>
            <a:r>
              <a:rPr dirty="0" sz="2800" spc="-5" b="1">
                <a:solidFill>
                  <a:srgbClr val="339966"/>
                </a:solidFill>
                <a:latin typeface="宋体"/>
                <a:cs typeface="宋体"/>
              </a:rPr>
              <a:t>例如，</a:t>
            </a:r>
            <a:r>
              <a:rPr dirty="0" sz="2800" spc="-5" b="1">
                <a:latin typeface="宋体"/>
                <a:cs typeface="宋体"/>
              </a:rPr>
              <a:t>各类语言较通用的</a:t>
            </a:r>
            <a:r>
              <a:rPr dirty="0" sz="2800" spc="-10" b="1">
                <a:latin typeface="宋体"/>
                <a:cs typeface="宋体"/>
              </a:rPr>
              <a:t>＋,</a:t>
            </a:r>
            <a:r>
              <a:rPr dirty="0" sz="2800" spc="60" b="1">
                <a:latin typeface="宋体"/>
                <a:cs typeface="宋体"/>
              </a:rPr>
              <a:t> </a:t>
            </a:r>
            <a:r>
              <a:rPr dirty="0" sz="2800" spc="-10" b="1">
                <a:latin typeface="宋体"/>
                <a:cs typeface="宋体"/>
              </a:rPr>
              <a:t>－,</a:t>
            </a:r>
            <a:r>
              <a:rPr dirty="0" sz="2800" spc="15" b="1">
                <a:latin typeface="宋体"/>
                <a:cs typeface="宋体"/>
              </a:rPr>
              <a:t> </a:t>
            </a:r>
            <a:r>
              <a:rPr dirty="0" sz="2800" spc="-10" b="1">
                <a:latin typeface="宋体"/>
                <a:cs typeface="宋体"/>
              </a:rPr>
              <a:t>*,</a:t>
            </a:r>
            <a:r>
              <a:rPr dirty="0" sz="2800" spc="5" b="1">
                <a:latin typeface="宋体"/>
                <a:cs typeface="宋体"/>
              </a:rPr>
              <a:t> </a:t>
            </a:r>
            <a:r>
              <a:rPr dirty="0" sz="2800" spc="-10" b="1">
                <a:latin typeface="宋体"/>
                <a:cs typeface="宋体"/>
              </a:rPr>
              <a:t>/,</a:t>
            </a:r>
            <a:r>
              <a:rPr dirty="0" sz="2800" spc="5" b="1">
                <a:latin typeface="宋体"/>
                <a:cs typeface="宋体"/>
              </a:rPr>
              <a:t> </a:t>
            </a:r>
            <a:r>
              <a:rPr dirty="0" sz="2800" b="1">
                <a:latin typeface="宋体"/>
                <a:cs typeface="宋体"/>
              </a:rPr>
              <a:t>**,</a:t>
            </a:r>
            <a:endParaRPr sz="2800">
              <a:latin typeface="宋体"/>
              <a:cs typeface="宋体"/>
            </a:endParaRPr>
          </a:p>
          <a:p>
            <a:pPr marL="1254125">
              <a:lnSpc>
                <a:spcPct val="100000"/>
              </a:lnSpc>
              <a:spcBef>
                <a:spcPts val="670"/>
              </a:spcBef>
            </a:pPr>
            <a:r>
              <a:rPr dirty="0" sz="2800" spc="-10" b="1">
                <a:latin typeface="宋体"/>
                <a:cs typeface="宋体"/>
              </a:rPr>
              <a:t>＜＝,</a:t>
            </a:r>
            <a:r>
              <a:rPr dirty="0" sz="2800" spc="15" b="1">
                <a:latin typeface="宋体"/>
                <a:cs typeface="宋体"/>
              </a:rPr>
              <a:t> </a:t>
            </a:r>
            <a:r>
              <a:rPr dirty="0" sz="2800" spc="-10" b="1">
                <a:latin typeface="宋体"/>
                <a:cs typeface="宋体"/>
              </a:rPr>
              <a:t>＞＝,</a:t>
            </a:r>
            <a:r>
              <a:rPr dirty="0" sz="2800" spc="30" b="1">
                <a:latin typeface="宋体"/>
                <a:cs typeface="宋体"/>
              </a:rPr>
              <a:t> </a:t>
            </a:r>
            <a:r>
              <a:rPr dirty="0" sz="2800" spc="-10" b="1">
                <a:latin typeface="宋体"/>
                <a:cs typeface="宋体"/>
              </a:rPr>
              <a:t>＜,</a:t>
            </a:r>
            <a:r>
              <a:rPr dirty="0" sz="2800" spc="5" b="1">
                <a:latin typeface="宋体"/>
                <a:cs typeface="宋体"/>
              </a:rPr>
              <a:t> </a:t>
            </a:r>
            <a:r>
              <a:rPr dirty="0" sz="2800" spc="-5" b="1">
                <a:latin typeface="宋体"/>
                <a:cs typeface="宋体"/>
              </a:rPr>
              <a:t>＞等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895350">
              <a:lnSpc>
                <a:spcPct val="100000"/>
              </a:lnSpc>
              <a:spcBef>
                <a:spcPts val="520"/>
              </a:spcBef>
            </a:pPr>
            <a:r>
              <a:rPr dirty="0" sz="2800" spc="-5" b="1">
                <a:latin typeface="宋体"/>
                <a:cs typeface="宋体"/>
              </a:rPr>
              <a:t>还有一些语言特有的运算</a:t>
            </a:r>
            <a:r>
              <a:rPr dirty="0" sz="2800" spc="-25" b="1">
                <a:latin typeface="宋体"/>
                <a:cs typeface="宋体"/>
              </a:rPr>
              <a:t>符</a:t>
            </a:r>
            <a:r>
              <a:rPr dirty="0" sz="2800" spc="-5" b="1">
                <a:latin typeface="宋体"/>
                <a:cs typeface="宋体"/>
              </a:rPr>
              <a:t>，</a:t>
            </a:r>
            <a:r>
              <a:rPr dirty="0" sz="2800" spc="5" b="1">
                <a:latin typeface="宋体"/>
                <a:cs typeface="宋体"/>
              </a:rPr>
              <a:t>如</a:t>
            </a:r>
            <a:r>
              <a:rPr dirty="0" sz="2800" spc="-10" b="1">
                <a:latin typeface="Times New Roman"/>
                <a:cs typeface="Times New Roman"/>
              </a:rPr>
              <a:t>C</a:t>
            </a:r>
            <a:r>
              <a:rPr dirty="0" sz="2800" spc="5" b="1">
                <a:latin typeface="宋体"/>
                <a:cs typeface="宋体"/>
              </a:rPr>
              <a:t>语</a:t>
            </a:r>
            <a:r>
              <a:rPr dirty="0" sz="2800" spc="-10" b="1">
                <a:latin typeface="宋体"/>
                <a:cs typeface="宋体"/>
              </a:rPr>
              <a:t>言中</a:t>
            </a:r>
            <a:r>
              <a:rPr dirty="0" sz="2800" spc="5" b="1">
                <a:latin typeface="宋体"/>
                <a:cs typeface="宋体"/>
              </a:rPr>
              <a:t>的</a:t>
            </a:r>
            <a:r>
              <a:rPr dirty="0" sz="2800" b="1">
                <a:latin typeface="宋体"/>
                <a:cs typeface="宋体"/>
              </a:rPr>
              <a:t>++,</a:t>
            </a:r>
            <a:endParaRPr sz="2800">
              <a:latin typeface="宋体"/>
              <a:cs typeface="宋体"/>
            </a:endParaRPr>
          </a:p>
          <a:p>
            <a:pPr marL="53594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latin typeface="宋体"/>
                <a:cs typeface="宋体"/>
              </a:rPr>
              <a:t>?</a:t>
            </a:r>
            <a:r>
              <a:rPr dirty="0" sz="2800" spc="15" b="1">
                <a:latin typeface="宋体"/>
                <a:cs typeface="宋体"/>
              </a:rPr>
              <a:t> </a:t>
            </a:r>
            <a:r>
              <a:rPr dirty="0" sz="2800" spc="-5" b="1">
                <a:latin typeface="宋体"/>
                <a:cs typeface="宋体"/>
              </a:rPr>
              <a:t>:,</a:t>
            </a:r>
            <a:r>
              <a:rPr dirty="0" sz="2800" spc="5" b="1">
                <a:latin typeface="宋体"/>
                <a:cs typeface="宋体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&amp;</a:t>
            </a:r>
            <a:r>
              <a:rPr dirty="0" sz="2800" spc="-10" b="1">
                <a:latin typeface="宋体"/>
                <a:cs typeface="宋体"/>
              </a:rPr>
              <a:t>,</a:t>
            </a:r>
            <a:r>
              <a:rPr dirty="0" sz="2800" spc="20" b="1">
                <a:latin typeface="宋体"/>
                <a:cs typeface="宋体"/>
              </a:rPr>
              <a:t> </a:t>
            </a:r>
            <a:r>
              <a:rPr dirty="0" sz="2800" spc="-10" b="1">
                <a:latin typeface="宋体"/>
                <a:cs typeface="宋体"/>
              </a:rPr>
              <a:t>％＝</a:t>
            </a:r>
            <a:r>
              <a:rPr dirty="0" sz="2800" spc="-5" b="1">
                <a:latin typeface="宋体"/>
                <a:cs typeface="宋体"/>
              </a:rPr>
              <a:t>等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895350">
              <a:lnSpc>
                <a:spcPct val="100000"/>
              </a:lnSpc>
              <a:spcBef>
                <a:spcPts val="675"/>
              </a:spcBef>
              <a:tabLst>
                <a:tab pos="811847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FO</a:t>
            </a:r>
            <a:r>
              <a:rPr dirty="0" sz="2800" spc="-114" b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Times New Roman"/>
                <a:cs typeface="Times New Roman"/>
              </a:rPr>
              <a:t>TR</a:t>
            </a:r>
            <a:r>
              <a:rPr dirty="0" sz="2800" spc="-20" b="1">
                <a:latin typeface="Times New Roman"/>
                <a:cs typeface="Times New Roman"/>
              </a:rPr>
              <a:t>A</a:t>
            </a:r>
            <a:r>
              <a:rPr dirty="0" sz="2800" spc="-5" b="1">
                <a:latin typeface="Times New Roman"/>
                <a:cs typeface="Times New Roman"/>
              </a:rPr>
              <a:t>N</a:t>
            </a:r>
            <a:r>
              <a:rPr dirty="0" sz="2800" spc="4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宋体"/>
                <a:cs typeface="宋体"/>
              </a:rPr>
              <a:t>语言中</a:t>
            </a:r>
            <a:r>
              <a:rPr dirty="0" sz="2800" spc="-15" b="1">
                <a:latin typeface="宋体"/>
                <a:cs typeface="宋体"/>
              </a:rPr>
              <a:t>的</a:t>
            </a:r>
            <a:r>
              <a:rPr dirty="0" sz="2800" spc="30" b="1">
                <a:latin typeface="宋体"/>
                <a:cs typeface="宋体"/>
              </a:rPr>
              <a:t> </a:t>
            </a:r>
            <a:r>
              <a:rPr dirty="0" sz="2800" b="1">
                <a:latin typeface="宋体"/>
                <a:cs typeface="宋体"/>
              </a:rPr>
              <a:t>.</a:t>
            </a:r>
            <a:r>
              <a:rPr dirty="0" sz="2800" spc="-10" b="1">
                <a:latin typeface="Times New Roman"/>
                <a:cs typeface="Times New Roman"/>
              </a:rPr>
              <a:t>AND</a:t>
            </a:r>
            <a:r>
              <a:rPr dirty="0" sz="2800" b="1">
                <a:latin typeface="宋体"/>
                <a:cs typeface="宋体"/>
              </a:rPr>
              <a:t>.,.</a:t>
            </a:r>
            <a:r>
              <a:rPr dirty="0" sz="2800" spc="-10" b="1">
                <a:latin typeface="Times New Roman"/>
                <a:cs typeface="Times New Roman"/>
              </a:rPr>
              <a:t>NOT</a:t>
            </a:r>
            <a:r>
              <a:rPr dirty="0" sz="2800" b="1">
                <a:latin typeface="宋体"/>
                <a:cs typeface="宋体"/>
              </a:rPr>
              <a:t>.</a:t>
            </a:r>
            <a:r>
              <a:rPr dirty="0" sz="2800" spc="-15" b="1">
                <a:latin typeface="宋体"/>
                <a:cs typeface="宋体"/>
              </a:rPr>
              <a:t>,</a:t>
            </a:r>
            <a:r>
              <a:rPr dirty="0" sz="2800" spc="45" b="1">
                <a:latin typeface="宋体"/>
                <a:cs typeface="宋体"/>
              </a:rPr>
              <a:t> </a:t>
            </a:r>
            <a:r>
              <a:rPr dirty="0" sz="2800" b="1">
                <a:latin typeface="宋体"/>
                <a:cs typeface="宋体"/>
              </a:rPr>
              <a:t>.</a:t>
            </a:r>
            <a:r>
              <a:rPr dirty="0" sz="2800" spc="-10" b="1">
                <a:latin typeface="Times New Roman"/>
                <a:cs typeface="Times New Roman"/>
              </a:rPr>
              <a:t>OR</a:t>
            </a:r>
            <a:r>
              <a:rPr dirty="0" sz="2800" spc="-5" b="1">
                <a:latin typeface="Times New Roman"/>
                <a:cs typeface="Times New Roman"/>
              </a:rPr>
              <a:t>.</a:t>
            </a:r>
            <a:r>
              <a:rPr dirty="0" sz="2800" b="1">
                <a:latin typeface="Times New Roman"/>
                <a:cs typeface="Times New Roman"/>
              </a:rPr>
              <a:t>	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）界限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endParaRPr sz="2800">
              <a:latin typeface="宋体"/>
              <a:cs typeface="宋体"/>
            </a:endParaRPr>
          </a:p>
          <a:p>
            <a:pPr marL="730250">
              <a:lnSpc>
                <a:spcPct val="100000"/>
              </a:lnSpc>
              <a:spcBef>
                <a:spcPts val="183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如逗号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括号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单双引号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等。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642" y="378138"/>
            <a:ext cx="8801735" cy="1680210"/>
          </a:xfrm>
          <a:prstGeom prst="rect">
            <a:avLst/>
          </a:prstGeom>
        </p:spPr>
        <p:txBody>
          <a:bodyPr wrap="square" lIns="0" tIns="321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30"/>
              </a:spcBef>
              <a:tabLst>
                <a:tab pos="963294" algn="l"/>
              </a:tabLst>
            </a:pPr>
            <a:r>
              <a:rPr dirty="0" sz="4000" spc="100" b="1">
                <a:solidFill>
                  <a:srgbClr val="FFFF00"/>
                </a:solidFill>
                <a:latin typeface="Segoe UI Emoji"/>
                <a:cs typeface="Segoe UI Emoji"/>
              </a:rPr>
              <a:t>☺	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114300">
              <a:lnSpc>
                <a:spcPct val="100000"/>
              </a:lnSpc>
              <a:spcBef>
                <a:spcPts val="1955"/>
              </a:spcBef>
            </a:pP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3200" spc="-8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同一个字符开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头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后续字符</a:t>
            </a:r>
            <a:r>
              <a:rPr dirty="0" sz="3200" b="1">
                <a:solidFill>
                  <a:srgbClr val="FFFFFF"/>
                </a:solidFill>
                <a:latin typeface="Wingdings 3"/>
                <a:cs typeface="Wingdings 3"/>
              </a:rPr>
              <a:t>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跨多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单词类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22875" y="301243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85128" y="2278252"/>
            <a:ext cx="635000" cy="167195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0.0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0x8a  037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59373" y="2667761"/>
            <a:ext cx="114300" cy="1091565"/>
          </a:xfrm>
          <a:custGeom>
            <a:avLst/>
            <a:gdLst/>
            <a:ahLst/>
            <a:cxnLst/>
            <a:rect l="l" t="t" r="r" b="b"/>
            <a:pathLst>
              <a:path w="114300" h="1091564">
                <a:moveTo>
                  <a:pt x="114300" y="1091183"/>
                </a:moveTo>
                <a:lnTo>
                  <a:pt x="92029" y="1084048"/>
                </a:lnTo>
                <a:lnTo>
                  <a:pt x="73866" y="1064577"/>
                </a:lnTo>
                <a:lnTo>
                  <a:pt x="61632" y="1035677"/>
                </a:lnTo>
                <a:lnTo>
                  <a:pt x="57150" y="1000251"/>
                </a:lnTo>
                <a:lnTo>
                  <a:pt x="57150" y="636524"/>
                </a:lnTo>
                <a:lnTo>
                  <a:pt x="52667" y="601098"/>
                </a:lnTo>
                <a:lnTo>
                  <a:pt x="40433" y="572198"/>
                </a:lnTo>
                <a:lnTo>
                  <a:pt x="22270" y="552727"/>
                </a:lnTo>
                <a:lnTo>
                  <a:pt x="0" y="545591"/>
                </a:lnTo>
                <a:lnTo>
                  <a:pt x="22270" y="538456"/>
                </a:lnTo>
                <a:lnTo>
                  <a:pt x="40433" y="518985"/>
                </a:lnTo>
                <a:lnTo>
                  <a:pt x="52667" y="490085"/>
                </a:lnTo>
                <a:lnTo>
                  <a:pt x="57150" y="454660"/>
                </a:lnTo>
                <a:lnTo>
                  <a:pt x="57150" y="90932"/>
                </a:lnTo>
                <a:lnTo>
                  <a:pt x="61632" y="55506"/>
                </a:lnTo>
                <a:lnTo>
                  <a:pt x="73866" y="26606"/>
                </a:lnTo>
                <a:lnTo>
                  <a:pt x="92029" y="7135"/>
                </a:lnTo>
                <a:lnTo>
                  <a:pt x="1143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2950" y="4288815"/>
            <a:ext cx="5665470" cy="224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4365" marR="742315" indent="-622300">
              <a:lnSpc>
                <a:spcPct val="1301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7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非单词成分和预处理成分；  例如，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源程序注释；</a:t>
            </a:r>
            <a:endParaRPr sz="2800">
              <a:latin typeface="宋体"/>
              <a:cs typeface="宋体"/>
            </a:endParaRPr>
          </a:p>
          <a:p>
            <a:pPr marL="1701164">
              <a:lnSpc>
                <a:spcPct val="100000"/>
              </a:lnSpc>
              <a:spcBef>
                <a:spcPts val="100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预处理指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令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define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  <a:p>
            <a:pPr marL="3923665">
              <a:lnSpc>
                <a:spcPct val="100000"/>
              </a:lnSpc>
              <a:spcBef>
                <a:spcPts val="98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8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include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36549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9552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1214" y="26923"/>
            <a:ext cx="21971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09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4055" y="3026790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1194" y="2254122"/>
            <a:ext cx="695960" cy="1946275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2400" b="1">
                <a:solidFill>
                  <a:srgbClr val="FFFF00"/>
                </a:solidFill>
                <a:latin typeface="Arial"/>
                <a:cs typeface="Arial"/>
              </a:rPr>
              <a:t>–</a:t>
            </a:r>
            <a:r>
              <a:rPr dirty="0" sz="2400" spc="-130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2.6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581025" algn="l"/>
              </a:tabLst>
            </a:pPr>
            <a:r>
              <a:rPr dirty="0" sz="2400" b="1">
                <a:solidFill>
                  <a:srgbClr val="FFFF00"/>
                </a:solidFill>
                <a:latin typeface="Arial"/>
                <a:cs typeface="Arial"/>
              </a:rPr>
              <a:t>–</a:t>
            </a:r>
            <a:r>
              <a:rPr dirty="0" sz="2400" spc="-70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00"/>
                </a:solidFill>
                <a:latin typeface="Arial"/>
                <a:cs typeface="Arial"/>
              </a:rPr>
              <a:t>–	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2400" spc="-5" b="1">
                <a:solidFill>
                  <a:srgbClr val="FFFF00"/>
                </a:solidFill>
                <a:latin typeface="Arial"/>
                <a:cs typeface="Arial"/>
              </a:rPr>
              <a:t>–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Arial"/>
                <a:cs typeface="Arial"/>
              </a:rPr>
              <a:t>–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2400" b="1">
                <a:solidFill>
                  <a:srgbClr val="FFFF00"/>
                </a:solidFill>
                <a:latin typeface="Arial"/>
                <a:cs typeface="Arial"/>
              </a:rPr>
              <a:t>–</a:t>
            </a:r>
            <a:r>
              <a:rPr dirty="0" sz="2400" spc="-95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01773" y="2439161"/>
            <a:ext cx="228600" cy="1719580"/>
          </a:xfrm>
          <a:custGeom>
            <a:avLst/>
            <a:gdLst/>
            <a:ahLst/>
            <a:cxnLst/>
            <a:rect l="l" t="t" r="r" b="b"/>
            <a:pathLst>
              <a:path w="228600" h="1719579">
                <a:moveTo>
                  <a:pt x="228600" y="1719071"/>
                </a:moveTo>
                <a:lnTo>
                  <a:pt x="184112" y="1707681"/>
                </a:lnTo>
                <a:lnTo>
                  <a:pt x="147780" y="1676622"/>
                </a:lnTo>
                <a:lnTo>
                  <a:pt x="123283" y="1630560"/>
                </a:lnTo>
                <a:lnTo>
                  <a:pt x="114300" y="1574164"/>
                </a:lnTo>
                <a:lnTo>
                  <a:pt x="114300" y="1004442"/>
                </a:lnTo>
                <a:lnTo>
                  <a:pt x="105316" y="948047"/>
                </a:lnTo>
                <a:lnTo>
                  <a:pt x="80819" y="901985"/>
                </a:lnTo>
                <a:lnTo>
                  <a:pt x="44487" y="870926"/>
                </a:lnTo>
                <a:lnTo>
                  <a:pt x="0" y="859536"/>
                </a:lnTo>
                <a:lnTo>
                  <a:pt x="44487" y="848145"/>
                </a:lnTo>
                <a:lnTo>
                  <a:pt x="80819" y="817086"/>
                </a:lnTo>
                <a:lnTo>
                  <a:pt x="105316" y="771024"/>
                </a:lnTo>
                <a:lnTo>
                  <a:pt x="114300" y="714628"/>
                </a:lnTo>
                <a:lnTo>
                  <a:pt x="114300" y="144907"/>
                </a:lnTo>
                <a:lnTo>
                  <a:pt x="123283" y="88511"/>
                </a:lnTo>
                <a:lnTo>
                  <a:pt x="147780" y="42449"/>
                </a:lnTo>
                <a:lnTo>
                  <a:pt x="184112" y="11390"/>
                </a:lnTo>
                <a:lnTo>
                  <a:pt x="22860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6549" y="26923"/>
            <a:ext cx="8072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8870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942" y="749554"/>
            <a:ext cx="16319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800" spc="-8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属性字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24961" y="2870454"/>
            <a:ext cx="3716020" cy="520065"/>
          </a:xfrm>
          <a:custGeom>
            <a:avLst/>
            <a:gdLst/>
            <a:ahLst/>
            <a:cxnLst/>
            <a:rect l="l" t="t" r="r" b="b"/>
            <a:pathLst>
              <a:path w="3716020" h="520064">
                <a:moveTo>
                  <a:pt x="0" y="519684"/>
                </a:moveTo>
                <a:lnTo>
                  <a:pt x="3715512" y="519684"/>
                </a:lnTo>
                <a:lnTo>
                  <a:pt x="3715512" y="0"/>
                </a:lnTo>
                <a:lnTo>
                  <a:pt x="0" y="0"/>
                </a:lnTo>
                <a:lnTo>
                  <a:pt x="0" y="5196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91711" y="3389376"/>
            <a:ext cx="627888" cy="432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91711" y="3389376"/>
            <a:ext cx="628015" cy="433070"/>
          </a:xfrm>
          <a:custGeom>
            <a:avLst/>
            <a:gdLst/>
            <a:ahLst/>
            <a:cxnLst/>
            <a:rect l="l" t="t" r="r" b="b"/>
            <a:pathLst>
              <a:path w="628014" h="433070">
                <a:moveTo>
                  <a:pt x="0" y="324612"/>
                </a:moveTo>
                <a:lnTo>
                  <a:pt x="156972" y="324612"/>
                </a:lnTo>
                <a:lnTo>
                  <a:pt x="156972" y="0"/>
                </a:lnTo>
                <a:lnTo>
                  <a:pt x="470915" y="0"/>
                </a:lnTo>
                <a:lnTo>
                  <a:pt x="470915" y="324612"/>
                </a:lnTo>
                <a:lnTo>
                  <a:pt x="627888" y="324612"/>
                </a:lnTo>
                <a:lnTo>
                  <a:pt x="313943" y="432816"/>
                </a:lnTo>
                <a:lnTo>
                  <a:pt x="0" y="324612"/>
                </a:lnTo>
                <a:close/>
              </a:path>
            </a:pathLst>
          </a:custGeom>
          <a:ln w="9524">
            <a:solidFill>
              <a:srgbClr val="FF66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38800" y="3389376"/>
            <a:ext cx="629412" cy="24140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38800" y="3389376"/>
            <a:ext cx="629920" cy="2414270"/>
          </a:xfrm>
          <a:custGeom>
            <a:avLst/>
            <a:gdLst/>
            <a:ahLst/>
            <a:cxnLst/>
            <a:rect l="l" t="t" r="r" b="b"/>
            <a:pathLst>
              <a:path w="629920" h="2414270">
                <a:moveTo>
                  <a:pt x="0" y="1809623"/>
                </a:moveTo>
                <a:lnTo>
                  <a:pt x="157352" y="1809623"/>
                </a:lnTo>
                <a:lnTo>
                  <a:pt x="157352" y="0"/>
                </a:lnTo>
                <a:lnTo>
                  <a:pt x="472059" y="0"/>
                </a:lnTo>
                <a:lnTo>
                  <a:pt x="472059" y="1809623"/>
                </a:lnTo>
                <a:lnTo>
                  <a:pt x="629412" y="1809623"/>
                </a:lnTo>
                <a:lnTo>
                  <a:pt x="314705" y="2414016"/>
                </a:lnTo>
                <a:lnTo>
                  <a:pt x="0" y="1809623"/>
                </a:lnTo>
                <a:close/>
              </a:path>
            </a:pathLst>
          </a:custGeom>
          <a:ln w="9525">
            <a:solidFill>
              <a:srgbClr val="FF66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00734" y="1214496"/>
            <a:ext cx="6814820" cy="5106035"/>
          </a:xfrm>
          <a:prstGeom prst="rect">
            <a:avLst/>
          </a:prstGeom>
        </p:spPr>
        <p:txBody>
          <a:bodyPr wrap="square" lIns="0" tIns="207010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163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对所识别的单词的数据结构表示。</a:t>
            </a:r>
            <a:endParaRPr sz="2800">
              <a:latin typeface="宋体"/>
              <a:cs typeface="宋体"/>
            </a:endParaRPr>
          </a:p>
          <a:p>
            <a:pPr marL="826769">
              <a:lnSpc>
                <a:spcPct val="100000"/>
              </a:lnSpc>
              <a:spcBef>
                <a:spcPts val="152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L1= 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（</a:t>
            </a:r>
            <a:r>
              <a:rPr dirty="0" sz="2800" spc="-74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700">
              <a:latin typeface="宋体"/>
              <a:cs typeface="宋体"/>
            </a:endParaRPr>
          </a:p>
          <a:p>
            <a:pPr marL="527050" indent="-514984">
              <a:lnSpc>
                <a:spcPct val="100000"/>
              </a:lnSpc>
              <a:spcBef>
                <a:spcPts val="5"/>
              </a:spcBef>
              <a:tabLst>
                <a:tab pos="2496185" algn="l"/>
                <a:tab pos="440944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属性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字	</a:t>
            </a:r>
            <a:r>
              <a:rPr dirty="0" sz="2800" spc="-60" b="1">
                <a:solidFill>
                  <a:srgbClr val="FFFFFF"/>
                </a:solidFill>
                <a:latin typeface="Times New Roman"/>
                <a:cs typeface="Times New Roman"/>
              </a:rPr>
              <a:t>Token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endParaRPr sz="2800">
              <a:latin typeface="Times New Roman"/>
              <a:cs typeface="Times New Roman"/>
            </a:endParaRPr>
          </a:p>
          <a:p>
            <a:pPr marL="527050" marR="2000250">
              <a:lnSpc>
                <a:spcPct val="150000"/>
              </a:lnSpc>
              <a:spcBef>
                <a:spcPts val="246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刻画单词类别（单词性质）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例如，标识符；运算符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400">
              <a:latin typeface="Arial"/>
              <a:cs typeface="Arial"/>
            </a:endParaRPr>
          </a:p>
          <a:p>
            <a:pPr marL="3235325">
              <a:lnSpc>
                <a:spcPct val="100000"/>
              </a:lnSpc>
              <a:spcBef>
                <a:spcPts val="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单词的内码值（可空）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6549" y="26923"/>
            <a:ext cx="80721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8870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806272"/>
            <a:ext cx="10337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3.2</a:t>
            </a:r>
            <a:r>
              <a:rPr dirty="0" sz="28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01698" y="591798"/>
            <a:ext cx="4803775" cy="13068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8580" marR="5080" indent="-56515">
              <a:lnSpc>
                <a:spcPct val="150100"/>
              </a:lnSpc>
              <a:spcBef>
                <a:spcPts val="100"/>
              </a:spcBef>
            </a:pP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字长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8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的单词类别的设计。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考虑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800" spc="-40">
                <a:solidFill>
                  <a:srgbClr val="FFFFFF"/>
                </a:solidFill>
                <a:latin typeface="Times New Roman"/>
                <a:cs typeface="Times New Roman"/>
              </a:rPr>
              <a:t>PASCAL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77867" y="6573011"/>
            <a:ext cx="341630" cy="190500"/>
          </a:xfrm>
          <a:custGeom>
            <a:avLst/>
            <a:gdLst/>
            <a:ahLst/>
            <a:cxnLst/>
            <a:rect l="l" t="t" r="r" b="b"/>
            <a:pathLst>
              <a:path w="341629" h="190500">
                <a:moveTo>
                  <a:pt x="341376" y="0"/>
                </a:moveTo>
                <a:lnTo>
                  <a:pt x="0" y="0"/>
                </a:lnTo>
                <a:lnTo>
                  <a:pt x="0" y="190498"/>
                </a:lnTo>
                <a:lnTo>
                  <a:pt x="341376" y="190498"/>
                </a:lnTo>
                <a:lnTo>
                  <a:pt x="341376" y="166686"/>
                </a:lnTo>
                <a:lnTo>
                  <a:pt x="99187" y="166686"/>
                </a:lnTo>
                <a:lnTo>
                  <a:pt x="99187" y="23812"/>
                </a:lnTo>
                <a:lnTo>
                  <a:pt x="341376" y="23812"/>
                </a:lnTo>
                <a:lnTo>
                  <a:pt x="341376" y="0"/>
                </a:lnTo>
                <a:close/>
              </a:path>
              <a:path w="341629" h="190500">
                <a:moveTo>
                  <a:pt x="341376" y="23812"/>
                </a:moveTo>
                <a:lnTo>
                  <a:pt x="99187" y="23812"/>
                </a:lnTo>
                <a:lnTo>
                  <a:pt x="242062" y="95250"/>
                </a:lnTo>
                <a:lnTo>
                  <a:pt x="99187" y="166686"/>
                </a:lnTo>
                <a:lnTo>
                  <a:pt x="341376" y="166686"/>
                </a:lnTo>
                <a:lnTo>
                  <a:pt x="341376" y="23812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77054" y="659682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0"/>
                </a:moveTo>
                <a:lnTo>
                  <a:pt x="0" y="142873"/>
                </a:lnTo>
                <a:lnTo>
                  <a:pt x="142875" y="71437"/>
                </a:lnTo>
                <a:lnTo>
                  <a:pt x="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79670" y="4542282"/>
            <a:ext cx="1315720" cy="105410"/>
          </a:xfrm>
          <a:custGeom>
            <a:avLst/>
            <a:gdLst/>
            <a:ahLst/>
            <a:cxnLst/>
            <a:rect l="l" t="t" r="r" b="b"/>
            <a:pathLst>
              <a:path w="1315720" h="105410">
                <a:moveTo>
                  <a:pt x="1315212" y="0"/>
                </a:moveTo>
                <a:lnTo>
                  <a:pt x="1306697" y="20484"/>
                </a:lnTo>
                <a:lnTo>
                  <a:pt x="1283477" y="37195"/>
                </a:lnTo>
                <a:lnTo>
                  <a:pt x="1249043" y="48452"/>
                </a:lnTo>
                <a:lnTo>
                  <a:pt x="1206880" y="52578"/>
                </a:lnTo>
                <a:lnTo>
                  <a:pt x="765937" y="52578"/>
                </a:lnTo>
                <a:lnTo>
                  <a:pt x="723774" y="56703"/>
                </a:lnTo>
                <a:lnTo>
                  <a:pt x="689340" y="67960"/>
                </a:lnTo>
                <a:lnTo>
                  <a:pt x="666120" y="84671"/>
                </a:lnTo>
                <a:lnTo>
                  <a:pt x="657605" y="105156"/>
                </a:lnTo>
                <a:lnTo>
                  <a:pt x="649091" y="84671"/>
                </a:lnTo>
                <a:lnTo>
                  <a:pt x="625871" y="67960"/>
                </a:lnTo>
                <a:lnTo>
                  <a:pt x="591437" y="56703"/>
                </a:lnTo>
                <a:lnTo>
                  <a:pt x="549275" y="52578"/>
                </a:lnTo>
                <a:lnTo>
                  <a:pt x="108330" y="52578"/>
                </a:lnTo>
                <a:lnTo>
                  <a:pt x="66168" y="48452"/>
                </a:lnTo>
                <a:lnTo>
                  <a:pt x="31734" y="37195"/>
                </a:lnTo>
                <a:lnTo>
                  <a:pt x="8514" y="20484"/>
                </a:ln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312790" y="4933569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互锁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5630" y="2680842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02093" y="2642742"/>
            <a:ext cx="27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0866" y="3950970"/>
            <a:ext cx="3673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6944" sz="3600" spc="-15" b="1">
                <a:solidFill>
                  <a:srgbClr val="FFFF00"/>
                </a:solidFill>
                <a:latin typeface="宋体"/>
                <a:cs typeface="宋体"/>
              </a:rPr>
              <a:t>标</a:t>
            </a:r>
            <a:r>
              <a:rPr dirty="0" baseline="6944" sz="3600" spc="-209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baseline="1157" sz="3600" spc="-15" b="1">
                <a:solidFill>
                  <a:srgbClr val="FFFF00"/>
                </a:solidFill>
                <a:latin typeface="宋体"/>
                <a:cs typeface="宋体"/>
              </a:rPr>
              <a:t>常</a:t>
            </a:r>
            <a:r>
              <a:rPr dirty="0" baseline="1157" sz="3600" spc="112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baseline="6944" sz="3600" spc="-15" b="1">
                <a:solidFill>
                  <a:srgbClr val="FFFF00"/>
                </a:solidFill>
                <a:latin typeface="宋体"/>
                <a:cs typeface="宋体"/>
              </a:rPr>
              <a:t>构</a:t>
            </a:r>
            <a:r>
              <a:rPr dirty="0" baseline="6944" sz="3600" spc="-24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baseline="6944" sz="3600" spc="-15" b="1">
                <a:solidFill>
                  <a:srgbClr val="FFFF00"/>
                </a:solidFill>
                <a:latin typeface="宋体"/>
                <a:cs typeface="宋体"/>
              </a:rPr>
              <a:t>过</a:t>
            </a:r>
            <a:r>
              <a:rPr dirty="0" baseline="6944" sz="3600" spc="-3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baseline="3472" sz="3600" spc="-15" b="1">
                <a:solidFill>
                  <a:srgbClr val="FFFF00"/>
                </a:solidFill>
                <a:latin typeface="宋体"/>
                <a:cs typeface="宋体"/>
              </a:rPr>
              <a:t>保</a:t>
            </a:r>
            <a:r>
              <a:rPr dirty="0" baseline="3472" sz="3600" spc="-592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baseline="3472" sz="3600" spc="-15" b="1">
                <a:solidFill>
                  <a:srgbClr val="FFFF00"/>
                </a:solidFill>
                <a:latin typeface="宋体"/>
                <a:cs typeface="宋体"/>
              </a:rPr>
              <a:t>运</a:t>
            </a:r>
            <a:r>
              <a:rPr dirty="0" baseline="3472" sz="3600" spc="-382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实</a:t>
            </a:r>
            <a:r>
              <a:rPr dirty="0" sz="2400" spc="-54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界</a:t>
            </a:r>
            <a:r>
              <a:rPr dirty="0" sz="2400" spc="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92090" y="3947921"/>
            <a:ext cx="1127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280" algn="l"/>
                <a:tab pos="894080" algn="l"/>
              </a:tabLst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	B	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7116" y="4479797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21992" y="4462094"/>
            <a:ext cx="25393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7361" sz="3600" spc="-15" b="1">
                <a:solidFill>
                  <a:srgbClr val="FFFF00"/>
                </a:solidFill>
                <a:latin typeface="宋体"/>
                <a:cs typeface="宋体"/>
              </a:rPr>
              <a:t>造</a:t>
            </a:r>
            <a:r>
              <a:rPr dirty="0" baseline="17361" sz="3600" spc="-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程 留</a:t>
            </a:r>
            <a:r>
              <a:rPr dirty="0" sz="2400" spc="-3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baseline="-3472" sz="3600" spc="787" b="1">
                <a:solidFill>
                  <a:srgbClr val="FFFF00"/>
                </a:solidFill>
                <a:latin typeface="宋体"/>
                <a:cs typeface="宋体"/>
              </a:rPr>
              <a:t>算</a:t>
            </a:r>
            <a:r>
              <a:rPr dirty="0" baseline="-3472" sz="3600" spc="-15" b="1">
                <a:solidFill>
                  <a:srgbClr val="FFFF00"/>
                </a:solidFill>
                <a:latin typeface="宋体"/>
                <a:cs typeface="宋体"/>
              </a:rPr>
              <a:t>参</a:t>
            </a:r>
            <a:r>
              <a:rPr dirty="0" baseline="-3472" sz="3600" spc="-1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baseline="-15046" sz="3600" spc="-15" b="1">
                <a:solidFill>
                  <a:srgbClr val="FFFF00"/>
                </a:solidFill>
                <a:latin typeface="宋体"/>
                <a:cs typeface="宋体"/>
              </a:rPr>
              <a:t>限</a:t>
            </a:r>
            <a:endParaRPr baseline="-15046" sz="36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1953" y="3753103"/>
            <a:ext cx="335280" cy="1118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45">
              <a:lnSpc>
                <a:spcPct val="1493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形 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17116" y="5046726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38297" y="5027421"/>
            <a:ext cx="7607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字</a:t>
            </a:r>
            <a:r>
              <a:rPr dirty="0" sz="2400" spc="-3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03597" y="5103621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79142" y="4728958"/>
            <a:ext cx="855980" cy="1007744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85"/>
              </a:spcBef>
            </a:pPr>
            <a:r>
              <a:rPr dirty="0" baseline="-33564" sz="3600" spc="-15" b="1">
                <a:solidFill>
                  <a:srgbClr val="FFFF00"/>
                </a:solidFill>
                <a:latin typeface="宋体"/>
                <a:cs typeface="宋体"/>
              </a:rPr>
              <a:t>量</a:t>
            </a:r>
            <a:r>
              <a:rPr dirty="0" baseline="-33564" sz="3600" spc="67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类</a:t>
            </a:r>
            <a:endParaRPr sz="2400">
              <a:latin typeface="宋体"/>
              <a:cs typeface="宋体"/>
            </a:endParaRPr>
          </a:p>
          <a:p>
            <a:pPr marL="483870">
              <a:lnSpc>
                <a:spcPct val="100000"/>
              </a:lnSpc>
              <a:spcBef>
                <a:spcPts val="985"/>
              </a:spcBef>
            </a:pP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70838" y="3088385"/>
            <a:ext cx="5759450" cy="403860"/>
          </a:xfrm>
          <a:custGeom>
            <a:avLst/>
            <a:gdLst/>
            <a:ahLst/>
            <a:cxnLst/>
            <a:rect l="l" t="t" r="r" b="b"/>
            <a:pathLst>
              <a:path w="5759450" h="403860">
                <a:moveTo>
                  <a:pt x="0" y="403860"/>
                </a:moveTo>
                <a:lnTo>
                  <a:pt x="5759196" y="403860"/>
                </a:lnTo>
                <a:lnTo>
                  <a:pt x="5759196" y="0"/>
                </a:lnTo>
                <a:lnTo>
                  <a:pt x="0" y="0"/>
                </a:lnTo>
                <a:lnTo>
                  <a:pt x="0" y="40386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91933" y="3086861"/>
            <a:ext cx="777240" cy="1905"/>
          </a:xfrm>
          <a:custGeom>
            <a:avLst/>
            <a:gdLst/>
            <a:ahLst/>
            <a:cxnLst/>
            <a:rect l="l" t="t" r="r" b="b"/>
            <a:pathLst>
              <a:path w="777240" h="1905">
                <a:moveTo>
                  <a:pt x="0" y="0"/>
                </a:moveTo>
                <a:lnTo>
                  <a:pt x="777240" y="1524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91933" y="3489197"/>
            <a:ext cx="777240" cy="1905"/>
          </a:xfrm>
          <a:custGeom>
            <a:avLst/>
            <a:gdLst/>
            <a:ahLst/>
            <a:cxnLst/>
            <a:rect l="l" t="t" r="r" b="b"/>
            <a:pathLst>
              <a:path w="777240" h="1904">
                <a:moveTo>
                  <a:pt x="0" y="0"/>
                </a:moveTo>
                <a:lnTo>
                  <a:pt x="777240" y="1524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693926" y="3086861"/>
            <a:ext cx="3175" cy="402590"/>
          </a:xfrm>
          <a:custGeom>
            <a:avLst/>
            <a:gdLst/>
            <a:ahLst/>
            <a:cxnLst/>
            <a:rect l="l" t="t" r="r" b="b"/>
            <a:pathLst>
              <a:path w="3175" h="402589">
                <a:moveTo>
                  <a:pt x="0" y="0"/>
                </a:moveTo>
                <a:lnTo>
                  <a:pt x="3048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60414" y="3086861"/>
            <a:ext cx="1905" cy="402590"/>
          </a:xfrm>
          <a:custGeom>
            <a:avLst/>
            <a:gdLst/>
            <a:ahLst/>
            <a:cxnLst/>
            <a:rect l="l" t="t" r="r" b="b"/>
            <a:pathLst>
              <a:path w="1904" h="402589">
                <a:moveTo>
                  <a:pt x="0" y="0"/>
                </a:moveTo>
                <a:lnTo>
                  <a:pt x="1524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956553" y="3070098"/>
            <a:ext cx="3175" cy="401320"/>
          </a:xfrm>
          <a:custGeom>
            <a:avLst/>
            <a:gdLst/>
            <a:ahLst/>
            <a:cxnLst/>
            <a:rect l="l" t="t" r="r" b="b"/>
            <a:pathLst>
              <a:path w="3175" h="401320">
                <a:moveTo>
                  <a:pt x="0" y="0"/>
                </a:moveTo>
                <a:lnTo>
                  <a:pt x="3048" y="4008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552694" y="3086861"/>
            <a:ext cx="1905" cy="402590"/>
          </a:xfrm>
          <a:custGeom>
            <a:avLst/>
            <a:gdLst/>
            <a:ahLst/>
            <a:cxnLst/>
            <a:rect l="l" t="t" r="r" b="b"/>
            <a:pathLst>
              <a:path w="1904" h="402589">
                <a:moveTo>
                  <a:pt x="0" y="0"/>
                </a:moveTo>
                <a:lnTo>
                  <a:pt x="1523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22926" y="3086861"/>
            <a:ext cx="3175" cy="402590"/>
          </a:xfrm>
          <a:custGeom>
            <a:avLst/>
            <a:gdLst/>
            <a:ahLst/>
            <a:cxnLst/>
            <a:rect l="l" t="t" r="r" b="b"/>
            <a:pathLst>
              <a:path w="3175" h="402589">
                <a:moveTo>
                  <a:pt x="0" y="0"/>
                </a:moveTo>
                <a:lnTo>
                  <a:pt x="3048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702302" y="3086861"/>
            <a:ext cx="1905" cy="402590"/>
          </a:xfrm>
          <a:custGeom>
            <a:avLst/>
            <a:gdLst/>
            <a:ahLst/>
            <a:cxnLst/>
            <a:rect l="l" t="t" r="r" b="b"/>
            <a:pathLst>
              <a:path w="1904" h="402589">
                <a:moveTo>
                  <a:pt x="0" y="0"/>
                </a:moveTo>
                <a:lnTo>
                  <a:pt x="1524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69485" y="3086861"/>
            <a:ext cx="3175" cy="402590"/>
          </a:xfrm>
          <a:custGeom>
            <a:avLst/>
            <a:gdLst/>
            <a:ahLst/>
            <a:cxnLst/>
            <a:rect l="l" t="t" r="r" b="b"/>
            <a:pathLst>
              <a:path w="3175" h="402589">
                <a:moveTo>
                  <a:pt x="0" y="0"/>
                </a:moveTo>
                <a:lnTo>
                  <a:pt x="3048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873246" y="3086861"/>
            <a:ext cx="1905" cy="402590"/>
          </a:xfrm>
          <a:custGeom>
            <a:avLst/>
            <a:gdLst/>
            <a:ahLst/>
            <a:cxnLst/>
            <a:rect l="l" t="t" r="r" b="b"/>
            <a:pathLst>
              <a:path w="1904" h="402589">
                <a:moveTo>
                  <a:pt x="0" y="0"/>
                </a:moveTo>
                <a:lnTo>
                  <a:pt x="1524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437382" y="3086861"/>
            <a:ext cx="1905" cy="402590"/>
          </a:xfrm>
          <a:custGeom>
            <a:avLst/>
            <a:gdLst/>
            <a:ahLst/>
            <a:cxnLst/>
            <a:rect l="l" t="t" r="r" b="b"/>
            <a:pathLst>
              <a:path w="1904" h="402589">
                <a:moveTo>
                  <a:pt x="0" y="0"/>
                </a:moveTo>
                <a:lnTo>
                  <a:pt x="1523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981705" y="3086861"/>
            <a:ext cx="3175" cy="402590"/>
          </a:xfrm>
          <a:custGeom>
            <a:avLst/>
            <a:gdLst/>
            <a:ahLst/>
            <a:cxnLst/>
            <a:rect l="l" t="t" r="r" b="b"/>
            <a:pathLst>
              <a:path w="3175" h="402589">
                <a:moveTo>
                  <a:pt x="0" y="0"/>
                </a:moveTo>
                <a:lnTo>
                  <a:pt x="3048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532126" y="3086861"/>
            <a:ext cx="5080" cy="402590"/>
          </a:xfrm>
          <a:custGeom>
            <a:avLst/>
            <a:gdLst/>
            <a:ahLst/>
            <a:cxnLst/>
            <a:rect l="l" t="t" r="r" b="b"/>
            <a:pathLst>
              <a:path w="5080" h="402589">
                <a:moveTo>
                  <a:pt x="0" y="0"/>
                </a:moveTo>
                <a:lnTo>
                  <a:pt x="4572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102357" y="3070098"/>
            <a:ext cx="1905" cy="401320"/>
          </a:xfrm>
          <a:custGeom>
            <a:avLst/>
            <a:gdLst/>
            <a:ahLst/>
            <a:cxnLst/>
            <a:rect l="l" t="t" r="r" b="b"/>
            <a:pathLst>
              <a:path w="1905" h="401320">
                <a:moveTo>
                  <a:pt x="0" y="0"/>
                </a:moveTo>
                <a:lnTo>
                  <a:pt x="1524" y="4008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42288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40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459230" y="3489197"/>
            <a:ext cx="167640" cy="166370"/>
          </a:xfrm>
          <a:custGeom>
            <a:avLst/>
            <a:gdLst/>
            <a:ahLst/>
            <a:cxnLst/>
            <a:rect l="l" t="t" r="r" b="b"/>
            <a:pathLst>
              <a:path w="167639" h="166370">
                <a:moveTo>
                  <a:pt x="167639" y="166115"/>
                </a:moveTo>
                <a:lnTo>
                  <a:pt x="83311" y="0"/>
                </a:lnTo>
                <a:lnTo>
                  <a:pt x="0" y="166115"/>
                </a:lnTo>
                <a:lnTo>
                  <a:pt x="167639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956816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400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72233" y="3489197"/>
            <a:ext cx="170815" cy="166370"/>
          </a:xfrm>
          <a:custGeom>
            <a:avLst/>
            <a:gdLst/>
            <a:ahLst/>
            <a:cxnLst/>
            <a:rect l="l" t="t" r="r" b="b"/>
            <a:pathLst>
              <a:path w="170814" h="166370">
                <a:moveTo>
                  <a:pt x="170688" y="166115"/>
                </a:moveTo>
                <a:lnTo>
                  <a:pt x="84836" y="0"/>
                </a:lnTo>
                <a:lnTo>
                  <a:pt x="0" y="166115"/>
                </a:lnTo>
                <a:lnTo>
                  <a:pt x="170688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624828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400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543293" y="3489197"/>
            <a:ext cx="166370" cy="166370"/>
          </a:xfrm>
          <a:custGeom>
            <a:avLst/>
            <a:gdLst/>
            <a:ahLst/>
            <a:cxnLst/>
            <a:rect l="l" t="t" r="r" b="b"/>
            <a:pathLst>
              <a:path w="166370" h="166370">
                <a:moveTo>
                  <a:pt x="166115" y="166115"/>
                </a:moveTo>
                <a:lnTo>
                  <a:pt x="82041" y="0"/>
                </a:lnTo>
                <a:lnTo>
                  <a:pt x="0" y="166115"/>
                </a:lnTo>
                <a:lnTo>
                  <a:pt x="166115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204203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40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122670" y="3489197"/>
            <a:ext cx="166370" cy="166370"/>
          </a:xfrm>
          <a:custGeom>
            <a:avLst/>
            <a:gdLst/>
            <a:ahLst/>
            <a:cxnLst/>
            <a:rect l="l" t="t" r="r" b="b"/>
            <a:pathLst>
              <a:path w="166370" h="166370">
                <a:moveTo>
                  <a:pt x="166115" y="166115"/>
                </a:moveTo>
                <a:lnTo>
                  <a:pt x="82041" y="0"/>
                </a:lnTo>
                <a:lnTo>
                  <a:pt x="0" y="166115"/>
                </a:lnTo>
                <a:lnTo>
                  <a:pt x="166115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795771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096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712714" y="3489197"/>
            <a:ext cx="167640" cy="166370"/>
          </a:xfrm>
          <a:custGeom>
            <a:avLst/>
            <a:gdLst/>
            <a:ahLst/>
            <a:cxnLst/>
            <a:rect l="l" t="t" r="r" b="b"/>
            <a:pathLst>
              <a:path w="167639" h="166370">
                <a:moveTo>
                  <a:pt x="167639" y="166115"/>
                </a:moveTo>
                <a:lnTo>
                  <a:pt x="83312" y="0"/>
                </a:lnTo>
                <a:lnTo>
                  <a:pt x="0" y="166115"/>
                </a:lnTo>
                <a:lnTo>
                  <a:pt x="167639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327903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096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244846" y="3489197"/>
            <a:ext cx="169545" cy="166370"/>
          </a:xfrm>
          <a:custGeom>
            <a:avLst/>
            <a:gdLst/>
            <a:ahLst/>
            <a:cxnLst/>
            <a:rect l="l" t="t" r="r" b="b"/>
            <a:pathLst>
              <a:path w="169545" h="166370">
                <a:moveTo>
                  <a:pt x="169163" y="166115"/>
                </a:moveTo>
                <a:lnTo>
                  <a:pt x="83438" y="0"/>
                </a:lnTo>
                <a:lnTo>
                  <a:pt x="0" y="166115"/>
                </a:lnTo>
                <a:lnTo>
                  <a:pt x="169163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896611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40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813553" y="3489197"/>
            <a:ext cx="167640" cy="166370"/>
          </a:xfrm>
          <a:custGeom>
            <a:avLst/>
            <a:gdLst/>
            <a:ahLst/>
            <a:cxnLst/>
            <a:rect l="l" t="t" r="r" b="b"/>
            <a:pathLst>
              <a:path w="167639" h="166370">
                <a:moveTo>
                  <a:pt x="167640" y="166115"/>
                </a:moveTo>
                <a:lnTo>
                  <a:pt x="82804" y="0"/>
                </a:lnTo>
                <a:lnTo>
                  <a:pt x="0" y="166115"/>
                </a:lnTo>
                <a:lnTo>
                  <a:pt x="167640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532376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40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450841" y="3489197"/>
            <a:ext cx="166370" cy="166370"/>
          </a:xfrm>
          <a:custGeom>
            <a:avLst/>
            <a:gdLst/>
            <a:ahLst/>
            <a:cxnLst/>
            <a:rect l="l" t="t" r="r" b="b"/>
            <a:pathLst>
              <a:path w="166370" h="166370">
                <a:moveTo>
                  <a:pt x="166116" y="166115"/>
                </a:moveTo>
                <a:lnTo>
                  <a:pt x="82042" y="0"/>
                </a:lnTo>
                <a:lnTo>
                  <a:pt x="0" y="166115"/>
                </a:lnTo>
                <a:lnTo>
                  <a:pt x="166116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99559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096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014978" y="3489197"/>
            <a:ext cx="170815" cy="166370"/>
          </a:xfrm>
          <a:custGeom>
            <a:avLst/>
            <a:gdLst/>
            <a:ahLst/>
            <a:cxnLst/>
            <a:rect l="l" t="t" r="r" b="b"/>
            <a:pathLst>
              <a:path w="170814" h="166370">
                <a:moveTo>
                  <a:pt x="170687" y="166115"/>
                </a:moveTo>
                <a:lnTo>
                  <a:pt x="83693" y="0"/>
                </a:lnTo>
                <a:lnTo>
                  <a:pt x="0" y="166115"/>
                </a:lnTo>
                <a:lnTo>
                  <a:pt x="170687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685032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40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601973" y="3489197"/>
            <a:ext cx="167640" cy="166370"/>
          </a:xfrm>
          <a:custGeom>
            <a:avLst/>
            <a:gdLst/>
            <a:ahLst/>
            <a:cxnLst/>
            <a:rect l="l" t="t" r="r" b="b"/>
            <a:pathLst>
              <a:path w="167639" h="166370">
                <a:moveTo>
                  <a:pt x="167639" y="166115"/>
                </a:moveTo>
                <a:lnTo>
                  <a:pt x="83312" y="0"/>
                </a:lnTo>
                <a:lnTo>
                  <a:pt x="0" y="166115"/>
                </a:lnTo>
                <a:lnTo>
                  <a:pt x="167639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285744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40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202685" y="3489197"/>
            <a:ext cx="170815" cy="166370"/>
          </a:xfrm>
          <a:custGeom>
            <a:avLst/>
            <a:gdLst/>
            <a:ahLst/>
            <a:cxnLst/>
            <a:rect l="l" t="t" r="r" b="b"/>
            <a:pathLst>
              <a:path w="170814" h="166370">
                <a:moveTo>
                  <a:pt x="170687" y="166115"/>
                </a:moveTo>
                <a:lnTo>
                  <a:pt x="83692" y="0"/>
                </a:lnTo>
                <a:lnTo>
                  <a:pt x="0" y="166115"/>
                </a:lnTo>
                <a:lnTo>
                  <a:pt x="170687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853689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248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771394" y="3489197"/>
            <a:ext cx="167640" cy="166370"/>
          </a:xfrm>
          <a:custGeom>
            <a:avLst/>
            <a:gdLst/>
            <a:ahLst/>
            <a:cxnLst/>
            <a:rect l="l" t="t" r="r" b="b"/>
            <a:pathLst>
              <a:path w="167639" h="166370">
                <a:moveTo>
                  <a:pt x="167639" y="166115"/>
                </a:moveTo>
                <a:lnTo>
                  <a:pt x="82168" y="0"/>
                </a:lnTo>
                <a:lnTo>
                  <a:pt x="0" y="166115"/>
                </a:lnTo>
                <a:lnTo>
                  <a:pt x="167639" y="1661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385822" y="3633215"/>
            <a:ext cx="0" cy="143510"/>
          </a:xfrm>
          <a:custGeom>
            <a:avLst/>
            <a:gdLst/>
            <a:ahLst/>
            <a:cxnLst/>
            <a:rect l="l" t="t" r="r" b="b"/>
            <a:pathLst>
              <a:path w="0" h="143510">
                <a:moveTo>
                  <a:pt x="0" y="0"/>
                </a:moveTo>
                <a:lnTo>
                  <a:pt x="0" y="143255"/>
                </a:lnTo>
              </a:path>
            </a:pathLst>
          </a:custGeom>
          <a:ln w="6248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02001" y="3489197"/>
            <a:ext cx="169545" cy="166370"/>
          </a:xfrm>
          <a:custGeom>
            <a:avLst/>
            <a:gdLst/>
            <a:ahLst/>
            <a:cxnLst/>
            <a:rect l="l" t="t" r="r" b="b"/>
            <a:pathLst>
              <a:path w="169544" h="166370">
                <a:moveTo>
                  <a:pt x="169164" y="166115"/>
                </a:moveTo>
                <a:lnTo>
                  <a:pt x="83439" y="0"/>
                </a:lnTo>
                <a:lnTo>
                  <a:pt x="0" y="166115"/>
                </a:lnTo>
                <a:lnTo>
                  <a:pt x="169164" y="166115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747509" y="3086861"/>
            <a:ext cx="3175" cy="402590"/>
          </a:xfrm>
          <a:custGeom>
            <a:avLst/>
            <a:gdLst/>
            <a:ahLst/>
            <a:cxnLst/>
            <a:rect l="l" t="t" r="r" b="b"/>
            <a:pathLst>
              <a:path w="3175" h="402589">
                <a:moveTo>
                  <a:pt x="0" y="0"/>
                </a:moveTo>
                <a:lnTo>
                  <a:pt x="3048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471409" y="3086861"/>
            <a:ext cx="3175" cy="402590"/>
          </a:xfrm>
          <a:custGeom>
            <a:avLst/>
            <a:gdLst/>
            <a:ahLst/>
            <a:cxnLst/>
            <a:rect l="l" t="t" r="r" b="b"/>
            <a:pathLst>
              <a:path w="3175" h="402589">
                <a:moveTo>
                  <a:pt x="0" y="0"/>
                </a:moveTo>
                <a:lnTo>
                  <a:pt x="3048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864602" y="3089910"/>
            <a:ext cx="5080" cy="402590"/>
          </a:xfrm>
          <a:custGeom>
            <a:avLst/>
            <a:gdLst/>
            <a:ahLst/>
            <a:cxnLst/>
            <a:rect l="l" t="t" r="r" b="b"/>
            <a:pathLst>
              <a:path w="5079" h="402589">
                <a:moveTo>
                  <a:pt x="0" y="0"/>
                </a:moveTo>
                <a:lnTo>
                  <a:pt x="4572" y="40233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81705" y="2497073"/>
            <a:ext cx="3175" cy="1473835"/>
          </a:xfrm>
          <a:custGeom>
            <a:avLst/>
            <a:gdLst/>
            <a:ahLst/>
            <a:cxnLst/>
            <a:rect l="l" t="t" r="r" b="b"/>
            <a:pathLst>
              <a:path w="3175" h="1473835">
                <a:moveTo>
                  <a:pt x="3048" y="0"/>
                </a:moveTo>
                <a:lnTo>
                  <a:pt x="0" y="1473708"/>
                </a:lnTo>
              </a:path>
            </a:pathLst>
          </a:custGeom>
          <a:ln w="38100">
            <a:solidFill>
              <a:srgbClr val="FF99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694682" y="2506217"/>
            <a:ext cx="3175" cy="1473835"/>
          </a:xfrm>
          <a:custGeom>
            <a:avLst/>
            <a:gdLst/>
            <a:ahLst/>
            <a:cxnLst/>
            <a:rect l="l" t="t" r="r" b="b"/>
            <a:pathLst>
              <a:path w="3175" h="1473835">
                <a:moveTo>
                  <a:pt x="3047" y="0"/>
                </a:moveTo>
                <a:lnTo>
                  <a:pt x="0" y="1473708"/>
                </a:lnTo>
              </a:path>
            </a:pathLst>
          </a:custGeom>
          <a:ln w="38100">
            <a:solidFill>
              <a:srgbClr val="FF99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357365" y="2484882"/>
            <a:ext cx="3175" cy="1475740"/>
          </a:xfrm>
          <a:custGeom>
            <a:avLst/>
            <a:gdLst/>
            <a:ahLst/>
            <a:cxnLst/>
            <a:rect l="l" t="t" r="r" b="b"/>
            <a:pathLst>
              <a:path w="3175" h="1475739">
                <a:moveTo>
                  <a:pt x="3048" y="0"/>
                </a:moveTo>
                <a:lnTo>
                  <a:pt x="0" y="1475231"/>
                </a:lnTo>
              </a:path>
            </a:pathLst>
          </a:custGeom>
          <a:ln w="38100">
            <a:solidFill>
              <a:srgbClr val="FF99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538215" y="6573011"/>
            <a:ext cx="341630" cy="190500"/>
          </a:xfrm>
          <a:custGeom>
            <a:avLst/>
            <a:gdLst/>
            <a:ahLst/>
            <a:cxnLst/>
            <a:rect l="l" t="t" r="r" b="b"/>
            <a:pathLst>
              <a:path w="341629" h="190500">
                <a:moveTo>
                  <a:pt x="341375" y="0"/>
                </a:moveTo>
                <a:lnTo>
                  <a:pt x="0" y="0"/>
                </a:lnTo>
                <a:lnTo>
                  <a:pt x="0" y="190498"/>
                </a:lnTo>
                <a:lnTo>
                  <a:pt x="341375" y="190498"/>
                </a:lnTo>
                <a:lnTo>
                  <a:pt x="341375" y="166686"/>
                </a:lnTo>
                <a:lnTo>
                  <a:pt x="99187" y="166686"/>
                </a:lnTo>
                <a:lnTo>
                  <a:pt x="99187" y="23812"/>
                </a:lnTo>
                <a:lnTo>
                  <a:pt x="341375" y="23812"/>
                </a:lnTo>
                <a:lnTo>
                  <a:pt x="341375" y="0"/>
                </a:lnTo>
                <a:close/>
              </a:path>
              <a:path w="341629" h="190500">
                <a:moveTo>
                  <a:pt x="341375" y="23812"/>
                </a:moveTo>
                <a:lnTo>
                  <a:pt x="99187" y="23812"/>
                </a:lnTo>
                <a:lnTo>
                  <a:pt x="242062" y="95250"/>
                </a:lnTo>
                <a:lnTo>
                  <a:pt x="99187" y="166686"/>
                </a:lnTo>
                <a:lnTo>
                  <a:pt x="341375" y="166686"/>
                </a:lnTo>
                <a:lnTo>
                  <a:pt x="341375" y="23812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637403" y="659682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0"/>
                </a:moveTo>
                <a:lnTo>
                  <a:pt x="0" y="142873"/>
                </a:lnTo>
                <a:lnTo>
                  <a:pt x="142875" y="71437"/>
                </a:lnTo>
                <a:lnTo>
                  <a:pt x="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6549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9552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1214" y="26923"/>
            <a:ext cx="21971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09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9412" y="858011"/>
            <a:ext cx="7353300" cy="11597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98550" y="667998"/>
            <a:ext cx="5208905" cy="1306830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85"/>
              </a:spcBef>
              <a:tabLst>
                <a:tab pos="1784350" algn="l"/>
                <a:tab pos="2634615" algn="l"/>
                <a:tab pos="3642360" algn="l"/>
                <a:tab pos="4878705" algn="l"/>
              </a:tabLst>
            </a:pPr>
            <a:r>
              <a:rPr dirty="0" sz="2800" spc="-10" b="1">
                <a:latin typeface="宋体"/>
                <a:cs typeface="宋体"/>
              </a:rPr>
              <a:t>设有变</a:t>
            </a:r>
            <a:r>
              <a:rPr dirty="0" sz="2800" spc="-15" b="1">
                <a:latin typeface="宋体"/>
                <a:cs typeface="宋体"/>
              </a:rPr>
              <a:t>量</a:t>
            </a:r>
            <a:r>
              <a:rPr dirty="0" sz="2800" b="1">
                <a:latin typeface="宋体"/>
                <a:cs typeface="宋体"/>
              </a:rPr>
              <a:t>	</a:t>
            </a:r>
            <a:r>
              <a:rPr dirty="0" sz="2800" spc="-60" b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Times New Roman"/>
                <a:cs typeface="Times New Roman"/>
              </a:rPr>
              <a:t>eal</a:t>
            </a:r>
            <a:r>
              <a:rPr dirty="0" sz="2800" b="1">
                <a:latin typeface="Times New Roman"/>
                <a:cs typeface="Times New Roman"/>
              </a:rPr>
              <a:t>	</a:t>
            </a:r>
            <a:r>
              <a:rPr dirty="0" sz="2800" b="1">
                <a:latin typeface="Times New Roman"/>
                <a:cs typeface="Times New Roman"/>
              </a:rPr>
              <a:t>x</a:t>
            </a:r>
            <a:r>
              <a:rPr dirty="0" sz="2800" spc="-5" b="1">
                <a:latin typeface="Times New Roman"/>
                <a:cs typeface="Times New Roman"/>
              </a:rPr>
              <a:t>,a;</a:t>
            </a:r>
            <a:r>
              <a:rPr dirty="0" sz="2800" b="1">
                <a:latin typeface="Times New Roman"/>
                <a:cs typeface="Times New Roman"/>
              </a:rPr>
              <a:t>	</a:t>
            </a:r>
            <a:r>
              <a:rPr dirty="0" sz="2800" spc="-5" b="1">
                <a:latin typeface="Times New Roman"/>
                <a:cs typeface="Times New Roman"/>
              </a:rPr>
              <a:t>in</a:t>
            </a:r>
            <a:r>
              <a:rPr dirty="0" sz="2800" b="1">
                <a:latin typeface="Times New Roman"/>
                <a:cs typeface="Times New Roman"/>
              </a:rPr>
              <a:t>t</a:t>
            </a:r>
            <a:r>
              <a:rPr dirty="0" sz="2800" spc="-5" b="1">
                <a:latin typeface="Times New Roman"/>
                <a:cs typeface="Times New Roman"/>
              </a:rPr>
              <a:t>eger</a:t>
            </a:r>
            <a:r>
              <a:rPr dirty="0" sz="2800" b="1">
                <a:latin typeface="Times New Roman"/>
                <a:cs typeface="Times New Roman"/>
              </a:rPr>
              <a:t>	</a:t>
            </a:r>
            <a:r>
              <a:rPr dirty="0" sz="2800" b="1">
                <a:latin typeface="Times New Roman"/>
                <a:cs typeface="Times New Roman"/>
              </a:rPr>
              <a:t>b</a:t>
            </a:r>
            <a:r>
              <a:rPr dirty="0" sz="2800" spc="-5" b="1"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tabLst>
                <a:tab pos="1337945" algn="l"/>
                <a:tab pos="2683510" algn="l"/>
              </a:tabLst>
            </a:pPr>
            <a:r>
              <a:rPr dirty="0" sz="2800" spc="-5" b="1">
                <a:latin typeface="宋体"/>
                <a:cs typeface="宋体"/>
              </a:rPr>
              <a:t>对语</a:t>
            </a:r>
            <a:r>
              <a:rPr dirty="0" sz="2800" spc="-15" b="1">
                <a:latin typeface="宋体"/>
                <a:cs typeface="宋体"/>
              </a:rPr>
              <a:t>句</a:t>
            </a:r>
            <a:r>
              <a:rPr dirty="0" sz="2800" b="1">
                <a:latin typeface="宋体"/>
                <a:cs typeface="宋体"/>
              </a:rPr>
              <a:t>	</a:t>
            </a:r>
            <a:r>
              <a:rPr dirty="0" sz="2800" spc="-5" b="1">
                <a:solidFill>
                  <a:srgbClr val="A73737"/>
                </a:solidFill>
                <a:latin typeface="Times New Roman"/>
                <a:cs typeface="Times New Roman"/>
              </a:rPr>
              <a:t>x=</a:t>
            </a:r>
            <a:r>
              <a:rPr dirty="0" sz="2800" spc="-5" b="1">
                <a:solidFill>
                  <a:srgbClr val="A73737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A73737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A73737"/>
                </a:solidFill>
                <a:latin typeface="Times New Roman"/>
                <a:cs typeface="Times New Roman"/>
              </a:rPr>
              <a:t>+b;</a:t>
            </a:r>
            <a:r>
              <a:rPr dirty="0" sz="2800" b="1">
                <a:solidFill>
                  <a:srgbClr val="A73737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latin typeface="宋体"/>
                <a:cs typeface="宋体"/>
              </a:rPr>
              <a:t>词法分析结果：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33322" y="3169157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20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33322" y="3169157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20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19222" y="3169157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1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30274" y="3640073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16173" y="3640073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30274" y="4115561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20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16173" y="41155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30274" y="4592573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16173" y="4592573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30274" y="5068061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20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16173" y="50680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30274" y="5735573"/>
            <a:ext cx="2952115" cy="161925"/>
          </a:xfrm>
          <a:custGeom>
            <a:avLst/>
            <a:gdLst/>
            <a:ahLst/>
            <a:cxnLst/>
            <a:rect l="l" t="t" r="r" b="b"/>
            <a:pathLst>
              <a:path w="2952115" h="161925">
                <a:moveTo>
                  <a:pt x="2951988" y="0"/>
                </a:moveTo>
                <a:lnTo>
                  <a:pt x="2918483" y="40769"/>
                </a:lnTo>
                <a:lnTo>
                  <a:pt x="2880106" y="57116"/>
                </a:lnTo>
                <a:lnTo>
                  <a:pt x="2830425" y="69745"/>
                </a:lnTo>
                <a:lnTo>
                  <a:pt x="2771777" y="77887"/>
                </a:lnTo>
                <a:lnTo>
                  <a:pt x="2706497" y="80772"/>
                </a:lnTo>
                <a:lnTo>
                  <a:pt x="1721484" y="80772"/>
                </a:lnTo>
                <a:lnTo>
                  <a:pt x="1656204" y="83656"/>
                </a:lnTo>
                <a:lnTo>
                  <a:pt x="1597556" y="91798"/>
                </a:lnTo>
                <a:lnTo>
                  <a:pt x="1547876" y="104427"/>
                </a:lnTo>
                <a:lnTo>
                  <a:pt x="1509498" y="120774"/>
                </a:lnTo>
                <a:lnTo>
                  <a:pt x="1475994" y="161544"/>
                </a:lnTo>
                <a:lnTo>
                  <a:pt x="1467228" y="140069"/>
                </a:lnTo>
                <a:lnTo>
                  <a:pt x="1404111" y="104427"/>
                </a:lnTo>
                <a:lnTo>
                  <a:pt x="1354431" y="91798"/>
                </a:lnTo>
                <a:lnTo>
                  <a:pt x="1295783" y="83656"/>
                </a:lnTo>
                <a:lnTo>
                  <a:pt x="1230502" y="80772"/>
                </a:lnTo>
                <a:lnTo>
                  <a:pt x="245490" y="80772"/>
                </a:lnTo>
                <a:lnTo>
                  <a:pt x="180210" y="77886"/>
                </a:lnTo>
                <a:lnTo>
                  <a:pt x="121562" y="69742"/>
                </a:lnTo>
                <a:lnTo>
                  <a:pt x="71881" y="57111"/>
                </a:lnTo>
                <a:lnTo>
                  <a:pt x="33504" y="40764"/>
                </a:lnTo>
                <a:lnTo>
                  <a:pt x="8765" y="21470"/>
                </a:ln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686557" y="5919317"/>
            <a:ext cx="3803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L1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908292" y="6429755"/>
            <a:ext cx="342900" cy="241300"/>
          </a:xfrm>
          <a:custGeom>
            <a:avLst/>
            <a:gdLst/>
            <a:ahLst/>
            <a:cxnLst/>
            <a:rect l="l" t="t" r="r" b="b"/>
            <a:pathLst>
              <a:path w="342900" h="241300">
                <a:moveTo>
                  <a:pt x="342900" y="0"/>
                </a:moveTo>
                <a:lnTo>
                  <a:pt x="0" y="0"/>
                </a:lnTo>
                <a:lnTo>
                  <a:pt x="0" y="240792"/>
                </a:lnTo>
                <a:lnTo>
                  <a:pt x="342900" y="240792"/>
                </a:lnTo>
                <a:lnTo>
                  <a:pt x="342900" y="210693"/>
                </a:lnTo>
                <a:lnTo>
                  <a:pt x="261747" y="210693"/>
                </a:lnTo>
                <a:lnTo>
                  <a:pt x="81152" y="120396"/>
                </a:lnTo>
                <a:lnTo>
                  <a:pt x="261747" y="30099"/>
                </a:lnTo>
                <a:lnTo>
                  <a:pt x="342900" y="30099"/>
                </a:lnTo>
                <a:lnTo>
                  <a:pt x="342900" y="0"/>
                </a:lnTo>
                <a:close/>
              </a:path>
              <a:path w="342900" h="241300">
                <a:moveTo>
                  <a:pt x="342900" y="30099"/>
                </a:moveTo>
                <a:lnTo>
                  <a:pt x="261747" y="30099"/>
                </a:lnTo>
                <a:lnTo>
                  <a:pt x="261747" y="210693"/>
                </a:lnTo>
                <a:lnTo>
                  <a:pt x="342900" y="210693"/>
                </a:lnTo>
                <a:lnTo>
                  <a:pt x="342900" y="30099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989444" y="6459854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594" y="0"/>
                </a:moveTo>
                <a:lnTo>
                  <a:pt x="0" y="90297"/>
                </a:lnTo>
                <a:lnTo>
                  <a:pt x="180594" y="180594"/>
                </a:lnTo>
                <a:lnTo>
                  <a:pt x="180594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30274" y="2687573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30274" y="2687573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916173" y="2687573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50595" y="2460142"/>
            <a:ext cx="269240" cy="306641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11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  <a:p>
            <a:pPr marL="69215">
              <a:lnSpc>
                <a:spcPct val="100000"/>
              </a:lnSpc>
              <a:spcBef>
                <a:spcPts val="3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3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5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  <a:spcBef>
                <a:spcPts val="28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56428" y="2610759"/>
            <a:ext cx="3140075" cy="287147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spc="-5" b="1">
                <a:solidFill>
                  <a:srgbClr val="99FF99"/>
                </a:solidFill>
                <a:latin typeface="Times New Roman"/>
                <a:cs typeface="Times New Roman"/>
              </a:rPr>
              <a:t>1000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0000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0000</a:t>
            </a:r>
            <a:r>
              <a:rPr dirty="0" sz="2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92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b="1">
                <a:solidFill>
                  <a:srgbClr val="99FF99"/>
                </a:solidFill>
                <a:latin typeface="Times New Roman"/>
                <a:cs typeface="Times New Roman"/>
              </a:rPr>
              <a:t>0000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0100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0000</a:t>
            </a:r>
            <a:r>
              <a:rPr dirty="0" sz="24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b="1">
                <a:solidFill>
                  <a:srgbClr val="99FF99"/>
                </a:solidFill>
                <a:latin typeface="Times New Roman"/>
                <a:cs typeface="Times New Roman"/>
              </a:rPr>
              <a:t>1000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0000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0000</a:t>
            </a:r>
            <a:r>
              <a:rPr dirty="0" sz="24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spc="-5" b="1">
                <a:solidFill>
                  <a:srgbClr val="99FF99"/>
                </a:solidFill>
                <a:latin typeface="Times New Roman"/>
                <a:cs typeface="Times New Roman"/>
              </a:rPr>
              <a:t>0000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0100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0000</a:t>
            </a:r>
            <a:r>
              <a:rPr dirty="0" sz="2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b="1">
                <a:solidFill>
                  <a:srgbClr val="99FF99"/>
                </a:solidFill>
                <a:latin typeface="Times New Roman"/>
                <a:cs typeface="Times New Roman"/>
              </a:rPr>
              <a:t>1000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0000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0000</a:t>
            </a:r>
            <a:r>
              <a:rPr dirty="0" sz="24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b="1">
                <a:solidFill>
                  <a:srgbClr val="99FF99"/>
                </a:solidFill>
                <a:latin typeface="Times New Roman"/>
                <a:cs typeface="Times New Roman"/>
              </a:rPr>
              <a:t>0000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0001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0000</a:t>
            </a:r>
            <a:r>
              <a:rPr dirty="0" sz="24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77721" y="2151532"/>
            <a:ext cx="958850" cy="3368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650" marR="5080" indent="-108585">
              <a:lnSpc>
                <a:spcPct val="112599"/>
              </a:lnSpc>
              <a:spcBef>
                <a:spcPts val="100"/>
              </a:spcBef>
            </a:pPr>
            <a:r>
              <a:rPr dirty="0" sz="2800" spc="-26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20" b="1">
                <a:solidFill>
                  <a:srgbClr val="66FFFF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en 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8000</a:t>
            </a:r>
            <a:endParaRPr sz="2800">
              <a:latin typeface="Times New Roman"/>
              <a:cs typeface="Times New Roman"/>
            </a:endParaRPr>
          </a:p>
          <a:p>
            <a:pPr marL="173990">
              <a:lnSpc>
                <a:spcPct val="100000"/>
              </a:lnSpc>
              <a:spcBef>
                <a:spcPts val="4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0400</a:t>
            </a:r>
            <a:endParaRPr sz="2800">
              <a:latin typeface="Times New Roman"/>
              <a:cs typeface="Times New Roman"/>
            </a:endParaRPr>
          </a:p>
          <a:p>
            <a:pPr marL="120650">
              <a:lnSpc>
                <a:spcPct val="100000"/>
              </a:lnSpc>
              <a:spcBef>
                <a:spcPts val="34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8000</a:t>
            </a:r>
            <a:endParaRPr sz="2800">
              <a:latin typeface="Times New Roman"/>
              <a:cs typeface="Times New Roman"/>
            </a:endParaRPr>
          </a:p>
          <a:p>
            <a:pPr marL="120650">
              <a:lnSpc>
                <a:spcPct val="100000"/>
              </a:lnSpc>
              <a:spcBef>
                <a:spcPts val="39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0400</a:t>
            </a:r>
            <a:endParaRPr sz="2800">
              <a:latin typeface="Times New Roman"/>
              <a:cs typeface="Times New Roman"/>
            </a:endParaRPr>
          </a:p>
          <a:p>
            <a:pPr marL="120650">
              <a:lnSpc>
                <a:spcPct val="100000"/>
              </a:lnSpc>
              <a:spcBef>
                <a:spcPts val="39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8000</a:t>
            </a:r>
            <a:endParaRPr sz="2800">
              <a:latin typeface="Times New Roman"/>
              <a:cs typeface="Times New Roman"/>
            </a:endParaRPr>
          </a:p>
          <a:p>
            <a:pPr marL="120650">
              <a:lnSpc>
                <a:spcPct val="100000"/>
              </a:lnSpc>
              <a:spcBef>
                <a:spcPts val="39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0100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23980" y="2151532"/>
            <a:ext cx="815340" cy="3368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360" marR="5080" indent="-328295">
              <a:lnSpc>
                <a:spcPct val="1125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de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4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  <a:p>
            <a:pPr marL="251460">
              <a:lnSpc>
                <a:spcPct val="100000"/>
              </a:lnSpc>
              <a:spcBef>
                <a:spcPts val="34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251460">
              <a:lnSpc>
                <a:spcPct val="10000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  <a:p>
            <a:pPr marL="251460">
              <a:lnSpc>
                <a:spcPct val="10000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252095">
              <a:lnSpc>
                <a:spcPct val="10000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046470" y="2184654"/>
            <a:ext cx="0" cy="3886200"/>
          </a:xfrm>
          <a:custGeom>
            <a:avLst/>
            <a:gdLst/>
            <a:ahLst/>
            <a:cxnLst/>
            <a:rect l="l" t="t" r="r" b="b"/>
            <a:pathLst>
              <a:path w="0" h="3886200">
                <a:moveTo>
                  <a:pt x="0" y="0"/>
                </a:moveTo>
                <a:lnTo>
                  <a:pt x="0" y="3886200"/>
                </a:lnTo>
              </a:path>
            </a:pathLst>
          </a:custGeom>
          <a:ln w="38100">
            <a:solidFill>
              <a:srgbClr val="FF99F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718554" y="2160270"/>
            <a:ext cx="0" cy="3886200"/>
          </a:xfrm>
          <a:custGeom>
            <a:avLst/>
            <a:gdLst/>
            <a:ahLst/>
            <a:cxnLst/>
            <a:rect l="l" t="t" r="r" b="b"/>
            <a:pathLst>
              <a:path w="0" h="3886200">
                <a:moveTo>
                  <a:pt x="0" y="0"/>
                </a:moveTo>
                <a:lnTo>
                  <a:pt x="0" y="3886200"/>
                </a:lnTo>
              </a:path>
            </a:pathLst>
          </a:custGeom>
          <a:ln w="38100">
            <a:solidFill>
              <a:srgbClr val="FF99F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04354" y="2122170"/>
            <a:ext cx="0" cy="3886200"/>
          </a:xfrm>
          <a:custGeom>
            <a:avLst/>
            <a:gdLst/>
            <a:ahLst/>
            <a:cxnLst/>
            <a:rect l="l" t="t" r="r" b="b"/>
            <a:pathLst>
              <a:path w="0" h="3886200">
                <a:moveTo>
                  <a:pt x="0" y="0"/>
                </a:moveTo>
                <a:lnTo>
                  <a:pt x="0" y="3886200"/>
                </a:lnTo>
              </a:path>
            </a:pathLst>
          </a:custGeom>
          <a:ln w="38100">
            <a:solidFill>
              <a:srgbClr val="FF99F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6549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9552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1214" y="26923"/>
            <a:ext cx="21971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09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9412" y="858011"/>
            <a:ext cx="7353300" cy="11597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98550" y="667998"/>
            <a:ext cx="5464175" cy="1306830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85"/>
              </a:spcBef>
              <a:tabLst>
                <a:tab pos="1784350" algn="l"/>
                <a:tab pos="2634615" algn="l"/>
                <a:tab pos="3642360" algn="l"/>
                <a:tab pos="4878705" algn="l"/>
              </a:tabLst>
            </a:pPr>
            <a:r>
              <a:rPr dirty="0" sz="2800" spc="-10" b="1">
                <a:latin typeface="宋体"/>
                <a:cs typeface="宋体"/>
              </a:rPr>
              <a:t>设有变</a:t>
            </a:r>
            <a:r>
              <a:rPr dirty="0" sz="2800" spc="-15" b="1">
                <a:latin typeface="宋体"/>
                <a:cs typeface="宋体"/>
              </a:rPr>
              <a:t>量	</a:t>
            </a:r>
            <a:r>
              <a:rPr dirty="0" sz="2800" spc="-15" b="1">
                <a:latin typeface="Times New Roman"/>
                <a:cs typeface="Times New Roman"/>
              </a:rPr>
              <a:t>real	</a:t>
            </a:r>
            <a:r>
              <a:rPr dirty="0" sz="2800" b="1">
                <a:latin typeface="Times New Roman"/>
                <a:cs typeface="Times New Roman"/>
              </a:rPr>
              <a:t>x,a;	integer	b;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tabLst>
                <a:tab pos="1337945" algn="l"/>
              </a:tabLst>
            </a:pPr>
            <a:r>
              <a:rPr dirty="0" sz="2800" spc="-5" b="1">
                <a:latin typeface="宋体"/>
                <a:cs typeface="宋体"/>
              </a:rPr>
              <a:t>对语</a:t>
            </a:r>
            <a:r>
              <a:rPr dirty="0" sz="2800" spc="-15" b="1">
                <a:latin typeface="宋体"/>
                <a:cs typeface="宋体"/>
              </a:rPr>
              <a:t>句	</a:t>
            </a:r>
            <a:r>
              <a:rPr dirty="0" sz="2800" spc="-5" b="1">
                <a:solidFill>
                  <a:srgbClr val="A73737"/>
                </a:solidFill>
                <a:latin typeface="Times New Roman"/>
                <a:cs typeface="Times New Roman"/>
              </a:rPr>
              <a:t>x=</a:t>
            </a:r>
            <a:r>
              <a:rPr dirty="0" sz="2800" spc="-40" b="1">
                <a:solidFill>
                  <a:srgbClr val="A7373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A73737"/>
                </a:solidFill>
                <a:latin typeface="Times New Roman"/>
                <a:cs typeface="Times New Roman"/>
              </a:rPr>
              <a:t>a+b;</a:t>
            </a:r>
            <a:r>
              <a:rPr dirty="0" sz="2800" spc="-15" b="1">
                <a:solidFill>
                  <a:srgbClr val="A73737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宋体"/>
                <a:cs typeface="宋体"/>
              </a:rPr>
              <a:t>语法语义分析后：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19122" y="3397758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20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19122" y="3397758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20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05021" y="3397758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1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16073" y="3868673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01973" y="3868673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16073" y="4344161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20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01973" y="43441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16073" y="4821173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01973" y="4821173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16073" y="5296661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20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01973" y="52966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08292" y="6696456"/>
            <a:ext cx="342900" cy="161925"/>
          </a:xfrm>
          <a:custGeom>
            <a:avLst/>
            <a:gdLst/>
            <a:ahLst/>
            <a:cxnLst/>
            <a:rect l="l" t="t" r="r" b="b"/>
            <a:pathLst>
              <a:path w="342900" h="161925">
                <a:moveTo>
                  <a:pt x="342900" y="0"/>
                </a:moveTo>
                <a:lnTo>
                  <a:pt x="0" y="0"/>
                </a:lnTo>
                <a:lnTo>
                  <a:pt x="0" y="161542"/>
                </a:lnTo>
                <a:lnTo>
                  <a:pt x="163447" y="161542"/>
                </a:lnTo>
                <a:lnTo>
                  <a:pt x="81152" y="120394"/>
                </a:lnTo>
                <a:lnTo>
                  <a:pt x="261747" y="30099"/>
                </a:lnTo>
                <a:lnTo>
                  <a:pt x="342900" y="30099"/>
                </a:lnTo>
                <a:lnTo>
                  <a:pt x="342900" y="0"/>
                </a:lnTo>
                <a:close/>
              </a:path>
              <a:path w="342900" h="161925">
                <a:moveTo>
                  <a:pt x="342900" y="30099"/>
                </a:moveTo>
                <a:lnTo>
                  <a:pt x="261747" y="30099"/>
                </a:lnTo>
                <a:lnTo>
                  <a:pt x="261747" y="161542"/>
                </a:lnTo>
                <a:lnTo>
                  <a:pt x="342900" y="161542"/>
                </a:lnTo>
                <a:lnTo>
                  <a:pt x="342900" y="30099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89444" y="6726555"/>
            <a:ext cx="180975" cy="131445"/>
          </a:xfrm>
          <a:custGeom>
            <a:avLst/>
            <a:gdLst/>
            <a:ahLst/>
            <a:cxnLst/>
            <a:rect l="l" t="t" r="r" b="b"/>
            <a:pathLst>
              <a:path w="180975" h="131445">
                <a:moveTo>
                  <a:pt x="180594" y="0"/>
                </a:moveTo>
                <a:lnTo>
                  <a:pt x="0" y="90295"/>
                </a:lnTo>
                <a:lnTo>
                  <a:pt x="82294" y="131443"/>
                </a:lnTo>
                <a:lnTo>
                  <a:pt x="180594" y="131443"/>
                </a:lnTo>
                <a:lnTo>
                  <a:pt x="180594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16073" y="2916173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16073" y="2916173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01973" y="2916173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36396" y="2688367"/>
            <a:ext cx="269875" cy="306705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  <a:p>
            <a:pPr marL="41910">
              <a:lnSpc>
                <a:spcPct val="100000"/>
              </a:lnSpc>
              <a:spcBef>
                <a:spcPts val="11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  <a:p>
            <a:pPr marL="69850">
              <a:lnSpc>
                <a:spcPct val="100000"/>
              </a:lnSpc>
              <a:spcBef>
                <a:spcPts val="3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  <a:p>
            <a:pPr marL="59055">
              <a:lnSpc>
                <a:spcPct val="100000"/>
              </a:lnSpc>
              <a:spcBef>
                <a:spcPts val="5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  <a:spcBef>
                <a:spcPts val="27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42228" y="2839359"/>
            <a:ext cx="3138805" cy="287147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spc="-5" b="1">
                <a:solidFill>
                  <a:srgbClr val="99FF99"/>
                </a:solidFill>
                <a:latin typeface="Times New Roman"/>
                <a:cs typeface="Times New Roman"/>
              </a:rPr>
              <a:t>1000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0000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92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b="1">
                <a:solidFill>
                  <a:srgbClr val="99FF99"/>
                </a:solidFill>
                <a:latin typeface="Times New Roman"/>
                <a:cs typeface="Times New Roman"/>
              </a:rPr>
              <a:t>0000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0100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0000</a:t>
            </a:r>
            <a:r>
              <a:rPr dirty="0" sz="24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b="1">
                <a:solidFill>
                  <a:srgbClr val="99FF99"/>
                </a:solidFill>
                <a:latin typeface="Times New Roman"/>
                <a:cs typeface="Times New Roman"/>
              </a:rPr>
              <a:t>1000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0000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r>
              <a:rPr dirty="0" sz="24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b="1">
                <a:solidFill>
                  <a:srgbClr val="99FF99"/>
                </a:solidFill>
                <a:latin typeface="Times New Roman"/>
                <a:cs typeface="Times New Roman"/>
              </a:rPr>
              <a:t>0000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0100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0000</a:t>
            </a:r>
            <a:r>
              <a:rPr dirty="0" sz="24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b="1">
                <a:solidFill>
                  <a:srgbClr val="99FF99"/>
                </a:solidFill>
                <a:latin typeface="Times New Roman"/>
                <a:cs typeface="Times New Roman"/>
              </a:rPr>
              <a:t>1000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0000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000</a:t>
            </a:r>
            <a:r>
              <a:rPr dirty="0" sz="24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  <a:p>
            <a:pPr marL="3175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m=</a:t>
            </a:r>
            <a:r>
              <a:rPr dirty="0" sz="2400" b="1">
                <a:solidFill>
                  <a:srgbClr val="99FF99"/>
                </a:solidFill>
                <a:latin typeface="Times New Roman"/>
                <a:cs typeface="Times New Roman"/>
              </a:rPr>
              <a:t>0000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0001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0000</a:t>
            </a:r>
            <a:r>
              <a:rPr dirty="0" sz="2400" spc="-1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63520" y="2380132"/>
            <a:ext cx="958850" cy="3368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285" marR="5080" indent="-108585">
              <a:lnSpc>
                <a:spcPct val="112599"/>
              </a:lnSpc>
              <a:spcBef>
                <a:spcPts val="100"/>
              </a:spcBef>
            </a:pPr>
            <a:r>
              <a:rPr dirty="0" sz="2800" spc="-26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20" b="1">
                <a:solidFill>
                  <a:srgbClr val="66FFFF"/>
                </a:solidFill>
                <a:latin typeface="Times New Roman"/>
                <a:cs typeface="Times New Roman"/>
              </a:rPr>
              <a:t>k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en 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80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  <a:spcBef>
                <a:spcPts val="4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0400</a:t>
            </a:r>
            <a:endParaRPr sz="280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  <a:spcBef>
                <a:spcPts val="34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80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0400</a:t>
            </a:r>
            <a:endParaRPr sz="280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  <a:spcBef>
                <a:spcPts val="39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80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  <a:spcBef>
                <a:spcPts val="39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0100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09780" y="2380132"/>
            <a:ext cx="815340" cy="3368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1630" marR="5080" indent="-329565">
              <a:lnSpc>
                <a:spcPct val="1125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C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de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4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  <a:p>
            <a:pPr marL="252095">
              <a:lnSpc>
                <a:spcPct val="100000"/>
              </a:lnSpc>
              <a:spcBef>
                <a:spcPts val="34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251460">
              <a:lnSpc>
                <a:spcPct val="10000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  <a:p>
            <a:pPr marL="252095">
              <a:lnSpc>
                <a:spcPct val="10000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732269" y="2413254"/>
            <a:ext cx="0" cy="3886200"/>
          </a:xfrm>
          <a:custGeom>
            <a:avLst/>
            <a:gdLst/>
            <a:ahLst/>
            <a:cxnLst/>
            <a:rect l="l" t="t" r="r" b="b"/>
            <a:pathLst>
              <a:path w="0" h="3886200">
                <a:moveTo>
                  <a:pt x="0" y="0"/>
                </a:moveTo>
                <a:lnTo>
                  <a:pt x="0" y="3886200"/>
                </a:lnTo>
              </a:path>
            </a:pathLst>
          </a:custGeom>
          <a:ln w="38100">
            <a:solidFill>
              <a:srgbClr val="FF99F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404354" y="2388870"/>
            <a:ext cx="0" cy="3886200"/>
          </a:xfrm>
          <a:custGeom>
            <a:avLst/>
            <a:gdLst/>
            <a:ahLst/>
            <a:cxnLst/>
            <a:rect l="l" t="t" r="r" b="b"/>
            <a:pathLst>
              <a:path w="0" h="3886200">
                <a:moveTo>
                  <a:pt x="0" y="0"/>
                </a:moveTo>
                <a:lnTo>
                  <a:pt x="0" y="3886200"/>
                </a:lnTo>
              </a:path>
            </a:pathLst>
          </a:custGeom>
          <a:ln w="38100">
            <a:solidFill>
              <a:srgbClr val="FF99F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090154" y="2350770"/>
            <a:ext cx="0" cy="3886200"/>
          </a:xfrm>
          <a:custGeom>
            <a:avLst/>
            <a:gdLst/>
            <a:ahLst/>
            <a:cxnLst/>
            <a:rect l="l" t="t" r="r" b="b"/>
            <a:pathLst>
              <a:path w="0" h="3886200">
                <a:moveTo>
                  <a:pt x="0" y="0"/>
                </a:moveTo>
                <a:lnTo>
                  <a:pt x="0" y="3886200"/>
                </a:lnTo>
              </a:path>
            </a:pathLst>
          </a:custGeom>
          <a:ln w="38100">
            <a:solidFill>
              <a:srgbClr val="FF99F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6549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19552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1214" y="26923"/>
            <a:ext cx="21971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09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740" y="923092"/>
            <a:ext cx="8296909" cy="4766945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2025"/>
              </a:spcBef>
              <a:tabLst>
                <a:tab pos="589915" algn="l"/>
              </a:tabLst>
            </a:pPr>
            <a:r>
              <a:rPr dirty="0" sz="2800" spc="-5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注意：</a:t>
            </a:r>
            <a:endParaRPr sz="3200">
              <a:latin typeface="宋体"/>
              <a:cs typeface="宋体"/>
            </a:endParaRPr>
          </a:p>
          <a:p>
            <a:pPr marL="724535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关于属性字单词类别部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设计：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ts val="5760"/>
              </a:lnSpc>
              <a:spcBef>
                <a:spcPts val="51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单词如何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类？分为几类？怎样编码？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单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词类 别部分包</a:t>
            </a:r>
            <a:r>
              <a:rPr dirty="0" sz="3200" spc="780" b="1">
                <a:solidFill>
                  <a:srgbClr val="FFFFFF"/>
                </a:solidFill>
                <a:latin typeface="宋体"/>
                <a:cs typeface="宋体"/>
              </a:rPr>
              <a:t>含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多少信息？</a:t>
            </a:r>
            <a:endParaRPr sz="3200">
              <a:latin typeface="宋体"/>
              <a:cs typeface="宋体"/>
            </a:endParaRPr>
          </a:p>
          <a:p>
            <a:pPr marL="1561465" marR="2952115">
              <a:lnSpc>
                <a:spcPct val="150000"/>
              </a:lnSpc>
              <a:spcBef>
                <a:spcPts val="225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视具体情况而定；  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考虑后续处理方</a:t>
            </a:r>
            <a:r>
              <a:rPr dirty="0" sz="3200" spc="780" b="1">
                <a:solidFill>
                  <a:srgbClr val="FFFF00"/>
                </a:solidFill>
                <a:latin typeface="宋体"/>
                <a:cs typeface="宋体"/>
              </a:rPr>
              <a:t>便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6549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9552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1214" y="26923"/>
            <a:ext cx="21971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09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742" y="844372"/>
            <a:ext cx="43053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常见类单词的属性字设计：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642" y="1664335"/>
            <a:ext cx="15405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720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1.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标识符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62861" y="2437638"/>
            <a:ext cx="3716020" cy="520065"/>
          </a:xfrm>
          <a:custGeom>
            <a:avLst/>
            <a:gdLst/>
            <a:ahLst/>
            <a:cxnLst/>
            <a:rect l="l" t="t" r="r" b="b"/>
            <a:pathLst>
              <a:path w="3716020" h="520064">
                <a:moveTo>
                  <a:pt x="0" y="519684"/>
                </a:moveTo>
                <a:lnTo>
                  <a:pt x="3715512" y="519684"/>
                </a:lnTo>
                <a:lnTo>
                  <a:pt x="3715512" y="0"/>
                </a:lnTo>
                <a:lnTo>
                  <a:pt x="0" y="0"/>
                </a:lnTo>
                <a:lnTo>
                  <a:pt x="0" y="5196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62861" y="2437638"/>
            <a:ext cx="1811020" cy="52006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6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标识符类码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3373" y="2437638"/>
            <a:ext cx="1905000" cy="52006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435609">
              <a:lnSpc>
                <a:spcPct val="100000"/>
              </a:lnSpc>
              <a:spcBef>
                <a:spcPts val="26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73373" y="2439161"/>
            <a:ext cx="0" cy="520065"/>
          </a:xfrm>
          <a:custGeom>
            <a:avLst/>
            <a:gdLst/>
            <a:ahLst/>
            <a:cxnLst/>
            <a:rect l="l" t="t" r="r" b="b"/>
            <a:pathLst>
              <a:path w="0" h="520064">
                <a:moveTo>
                  <a:pt x="0" y="0"/>
                </a:moveTo>
                <a:lnTo>
                  <a:pt x="0" y="51968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938518" y="1665859"/>
            <a:ext cx="944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符号表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554723" y="2139695"/>
          <a:ext cx="1809750" cy="194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/>
              </a:tblGrid>
              <a:tr h="474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74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4915661" y="2709798"/>
            <a:ext cx="1485900" cy="114300"/>
          </a:xfrm>
          <a:custGeom>
            <a:avLst/>
            <a:gdLst/>
            <a:ahLst/>
            <a:cxnLst/>
            <a:rect l="l" t="t" r="r" b="b"/>
            <a:pathLst>
              <a:path w="1485900" h="114300">
                <a:moveTo>
                  <a:pt x="1447969" y="38100"/>
                </a:moveTo>
                <a:lnTo>
                  <a:pt x="1390650" y="38100"/>
                </a:lnTo>
                <a:lnTo>
                  <a:pt x="1390650" y="76200"/>
                </a:lnTo>
                <a:lnTo>
                  <a:pt x="1371600" y="76219"/>
                </a:lnTo>
                <a:lnTo>
                  <a:pt x="1371600" y="114300"/>
                </a:lnTo>
                <a:lnTo>
                  <a:pt x="1485900" y="57023"/>
                </a:lnTo>
                <a:lnTo>
                  <a:pt x="1447969" y="38100"/>
                </a:lnTo>
                <a:close/>
              </a:path>
              <a:path w="1485900" h="114300">
                <a:moveTo>
                  <a:pt x="1371600" y="38119"/>
                </a:moveTo>
                <a:lnTo>
                  <a:pt x="0" y="39497"/>
                </a:lnTo>
                <a:lnTo>
                  <a:pt x="0" y="77597"/>
                </a:lnTo>
                <a:lnTo>
                  <a:pt x="1371600" y="76219"/>
                </a:lnTo>
                <a:lnTo>
                  <a:pt x="1371600" y="38119"/>
                </a:lnTo>
                <a:close/>
              </a:path>
              <a:path w="1485900" h="114300">
                <a:moveTo>
                  <a:pt x="1390650" y="38100"/>
                </a:moveTo>
                <a:lnTo>
                  <a:pt x="1371600" y="38119"/>
                </a:lnTo>
                <a:lnTo>
                  <a:pt x="1371600" y="76219"/>
                </a:lnTo>
                <a:lnTo>
                  <a:pt x="1390650" y="76200"/>
                </a:lnTo>
                <a:lnTo>
                  <a:pt x="1390650" y="38100"/>
                </a:lnTo>
                <a:close/>
              </a:path>
              <a:path w="1485900" h="114300">
                <a:moveTo>
                  <a:pt x="1371600" y="0"/>
                </a:moveTo>
                <a:lnTo>
                  <a:pt x="1371600" y="38119"/>
                </a:lnTo>
                <a:lnTo>
                  <a:pt x="1447969" y="38100"/>
                </a:lnTo>
                <a:lnTo>
                  <a:pt x="137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45642" y="4212615"/>
            <a:ext cx="8051165" cy="194691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1780"/>
              </a:spcBef>
              <a:tabLst>
                <a:tab pos="5454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2.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关键字</a:t>
            </a:r>
            <a:endParaRPr sz="2800">
              <a:latin typeface="宋体"/>
              <a:cs typeface="宋体"/>
            </a:endParaRPr>
          </a:p>
          <a:p>
            <a:pPr marL="12700" marR="5080" indent="532765">
              <a:lnSpc>
                <a:spcPct val="15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语言的关键字个数一般是固定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，考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虑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关键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字对应一个属性类别码，内码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部分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空。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19552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1214" y="26923"/>
            <a:ext cx="21971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09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549" y="26923"/>
            <a:ext cx="1630680" cy="1289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50">
              <a:latin typeface="宋体"/>
              <a:cs typeface="宋体"/>
            </a:endParaRPr>
          </a:p>
          <a:p>
            <a:pPr marL="221615">
              <a:lnSpc>
                <a:spcPct val="100000"/>
              </a:lnSpc>
              <a:tabLst>
                <a:tab pos="75501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3.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常量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62861" y="1637538"/>
            <a:ext cx="3716020" cy="520065"/>
          </a:xfrm>
          <a:custGeom>
            <a:avLst/>
            <a:gdLst/>
            <a:ahLst/>
            <a:cxnLst/>
            <a:rect l="l" t="t" r="r" b="b"/>
            <a:pathLst>
              <a:path w="3716020" h="520064">
                <a:moveTo>
                  <a:pt x="0" y="519684"/>
                </a:moveTo>
                <a:lnTo>
                  <a:pt x="3715512" y="519684"/>
                </a:lnTo>
                <a:lnTo>
                  <a:pt x="3715512" y="0"/>
                </a:lnTo>
                <a:lnTo>
                  <a:pt x="0" y="0"/>
                </a:lnTo>
                <a:lnTo>
                  <a:pt x="0" y="519684"/>
                </a:lnTo>
                <a:close/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62861" y="1637538"/>
            <a:ext cx="1811020" cy="52006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66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常量类码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3373" y="1637538"/>
            <a:ext cx="1905000" cy="520065"/>
          </a:xfrm>
          <a:prstGeom prst="rect">
            <a:avLst/>
          </a:prstGeom>
          <a:ln w="38100">
            <a:solidFill>
              <a:srgbClr val="66FFFF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205104">
              <a:lnSpc>
                <a:spcPct val="100000"/>
              </a:lnSpc>
              <a:spcBef>
                <a:spcPts val="26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73373" y="1639061"/>
            <a:ext cx="0" cy="520065"/>
          </a:xfrm>
          <a:custGeom>
            <a:avLst/>
            <a:gdLst/>
            <a:ahLst/>
            <a:cxnLst/>
            <a:rect l="l" t="t" r="r" b="b"/>
            <a:pathLst>
              <a:path w="0" h="520064">
                <a:moveTo>
                  <a:pt x="0" y="0"/>
                </a:moveTo>
                <a:lnTo>
                  <a:pt x="0" y="51968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843141" y="865378"/>
            <a:ext cx="945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常量表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458711" y="1339596"/>
          <a:ext cx="1809750" cy="194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/>
              </a:tblGrid>
              <a:tr h="474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2.16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74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4821173" y="1909698"/>
            <a:ext cx="1485900" cy="114300"/>
          </a:xfrm>
          <a:custGeom>
            <a:avLst/>
            <a:gdLst/>
            <a:ahLst/>
            <a:cxnLst/>
            <a:rect l="l" t="t" r="r" b="b"/>
            <a:pathLst>
              <a:path w="1485900" h="114300">
                <a:moveTo>
                  <a:pt x="1447969" y="38100"/>
                </a:moveTo>
                <a:lnTo>
                  <a:pt x="1390650" y="38100"/>
                </a:lnTo>
                <a:lnTo>
                  <a:pt x="1390650" y="76200"/>
                </a:lnTo>
                <a:lnTo>
                  <a:pt x="1371600" y="76219"/>
                </a:lnTo>
                <a:lnTo>
                  <a:pt x="1371600" y="114300"/>
                </a:lnTo>
                <a:lnTo>
                  <a:pt x="1485900" y="57023"/>
                </a:lnTo>
                <a:lnTo>
                  <a:pt x="1447969" y="38100"/>
                </a:lnTo>
                <a:close/>
              </a:path>
              <a:path w="1485900" h="114300">
                <a:moveTo>
                  <a:pt x="1371600" y="38119"/>
                </a:moveTo>
                <a:lnTo>
                  <a:pt x="0" y="39497"/>
                </a:lnTo>
                <a:lnTo>
                  <a:pt x="0" y="77597"/>
                </a:lnTo>
                <a:lnTo>
                  <a:pt x="1371600" y="76219"/>
                </a:lnTo>
                <a:lnTo>
                  <a:pt x="1371600" y="38119"/>
                </a:lnTo>
                <a:close/>
              </a:path>
              <a:path w="1485900" h="114300">
                <a:moveTo>
                  <a:pt x="1390650" y="38100"/>
                </a:moveTo>
                <a:lnTo>
                  <a:pt x="1371600" y="38119"/>
                </a:lnTo>
                <a:lnTo>
                  <a:pt x="1371600" y="76219"/>
                </a:lnTo>
                <a:lnTo>
                  <a:pt x="1390650" y="76200"/>
                </a:lnTo>
                <a:lnTo>
                  <a:pt x="1390650" y="38100"/>
                </a:lnTo>
                <a:close/>
              </a:path>
              <a:path w="1485900" h="114300">
                <a:moveTo>
                  <a:pt x="1371600" y="0"/>
                </a:moveTo>
                <a:lnTo>
                  <a:pt x="1371600" y="38119"/>
                </a:lnTo>
                <a:lnTo>
                  <a:pt x="1447969" y="38100"/>
                </a:lnTo>
                <a:lnTo>
                  <a:pt x="137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09800" y="2157983"/>
            <a:ext cx="495300" cy="4678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48385" y="2563573"/>
            <a:ext cx="7962900" cy="390588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ctr" marR="4295140">
              <a:lnSpc>
                <a:spcPct val="100000"/>
              </a:lnSpc>
              <a:spcBef>
                <a:spcPts val="790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按类型设置</a:t>
            </a:r>
            <a:endParaRPr sz="2800">
              <a:latin typeface="宋体"/>
              <a:cs typeface="宋体"/>
            </a:endParaRPr>
          </a:p>
          <a:p>
            <a:pPr algn="ctr" marR="4224020">
              <a:lnSpc>
                <a:spcPct val="100000"/>
              </a:lnSpc>
              <a:spcBef>
                <a:spcPts val="595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考虑类型相容优先</a:t>
            </a:r>
            <a:r>
              <a:rPr dirty="0" sz="2400" spc="-15" b="1">
                <a:solidFill>
                  <a:srgbClr val="FFFF00"/>
                </a:solidFill>
                <a:latin typeface="宋体"/>
                <a:cs typeface="宋体"/>
              </a:rPr>
              <a:t>级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57200" indent="-445134">
              <a:lnSpc>
                <a:spcPct val="100000"/>
              </a:lnSpc>
              <a:spcBef>
                <a:spcPts val="2190"/>
              </a:spcBef>
              <a:buFont typeface="Times New Roman"/>
              <a:buAutoNum type="arabicPeriod" startAt="4"/>
              <a:tabLst>
                <a:tab pos="457200" algn="l"/>
                <a:tab pos="457834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运算符和界限符</a:t>
            </a:r>
            <a:endParaRPr sz="2800">
              <a:latin typeface="宋体"/>
              <a:cs typeface="宋体"/>
            </a:endParaRPr>
          </a:p>
          <a:p>
            <a:pPr lvl="1" marL="812800" marR="5080" indent="-534035">
              <a:lnSpc>
                <a:spcPct val="130000"/>
              </a:lnSpc>
              <a:spcBef>
                <a:spcPts val="5"/>
              </a:spcBef>
              <a:buSzPct val="96428"/>
              <a:buFont typeface="Times New Roman"/>
              <a:buAutoNum type="arabicPlain"/>
              <a:tabLst>
                <a:tab pos="81470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按照—个符号分别对应—个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属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性类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内码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值部分为空。</a:t>
            </a:r>
            <a:endParaRPr sz="2800">
              <a:latin typeface="宋体"/>
              <a:cs typeface="宋体"/>
            </a:endParaRPr>
          </a:p>
          <a:p>
            <a:pPr lvl="1" marL="812800" marR="362585" indent="-534035">
              <a:lnSpc>
                <a:spcPts val="4370"/>
              </a:lnSpc>
              <a:spcBef>
                <a:spcPts val="310"/>
              </a:spcBef>
              <a:buSzPct val="96428"/>
              <a:buFont typeface="Times New Roman"/>
              <a:buAutoNum type="arabicPlain"/>
              <a:tabLst>
                <a:tab pos="814705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运算符可以考虑优先级相同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对应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属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性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类别码。优先级高的类别编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值大。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19122" y="1753361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19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75554" y="1752980"/>
            <a:ext cx="2025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19122" y="1753361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19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05021" y="17533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19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16073" y="2236470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16073" y="2236470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01973" y="2236470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19122" y="2705861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19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11752" y="2239796"/>
            <a:ext cx="230504" cy="917575"/>
          </a:xfrm>
          <a:prstGeom prst="rect">
            <a:avLst/>
          </a:prstGeom>
        </p:spPr>
        <p:txBody>
          <a:bodyPr wrap="square" lIns="0" tIns="5905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64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240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  <a:spcBef>
                <a:spcPts val="42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05021" y="27058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19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19122" y="3182873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64634" y="3181553"/>
            <a:ext cx="990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05021" y="3182873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19122" y="3658361"/>
            <a:ext cx="2952115" cy="477520"/>
          </a:xfrm>
          <a:custGeom>
            <a:avLst/>
            <a:gdLst/>
            <a:ahLst/>
            <a:cxnLst/>
            <a:rect l="l" t="t" r="r" b="b"/>
            <a:pathLst>
              <a:path w="2952115" h="477520">
                <a:moveTo>
                  <a:pt x="0" y="477012"/>
                </a:moveTo>
                <a:lnTo>
                  <a:pt x="2951988" y="477012"/>
                </a:lnTo>
                <a:lnTo>
                  <a:pt x="2951988" y="0"/>
                </a:lnTo>
                <a:lnTo>
                  <a:pt x="0" y="0"/>
                </a:lnTo>
                <a:lnTo>
                  <a:pt x="0" y="47701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605021" y="3658361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1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19122" y="4135373"/>
            <a:ext cx="2952115" cy="475615"/>
          </a:xfrm>
          <a:custGeom>
            <a:avLst/>
            <a:gdLst/>
            <a:ahLst/>
            <a:cxnLst/>
            <a:rect l="l" t="t" r="r" b="b"/>
            <a:pathLst>
              <a:path w="2952115" h="475614">
                <a:moveTo>
                  <a:pt x="0" y="475488"/>
                </a:moveTo>
                <a:lnTo>
                  <a:pt x="2951988" y="475488"/>
                </a:lnTo>
                <a:lnTo>
                  <a:pt x="2951988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551938" y="1696236"/>
            <a:ext cx="417195" cy="289179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endParaRPr sz="28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  <a:spcBef>
                <a:spcPts val="44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05021" y="4135373"/>
            <a:ext cx="0" cy="475615"/>
          </a:xfrm>
          <a:custGeom>
            <a:avLst/>
            <a:gdLst/>
            <a:ahLst/>
            <a:cxnLst/>
            <a:rect l="l" t="t" r="r" b="b"/>
            <a:pathLst>
              <a:path w="0" h="475614">
                <a:moveTo>
                  <a:pt x="0" y="0"/>
                </a:moveTo>
                <a:lnTo>
                  <a:pt x="0" y="47548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01161" y="3867911"/>
            <a:ext cx="3068320" cy="114300"/>
          </a:xfrm>
          <a:custGeom>
            <a:avLst/>
            <a:gdLst/>
            <a:ahLst/>
            <a:cxnLst/>
            <a:rect l="l" t="t" r="r" b="b"/>
            <a:pathLst>
              <a:path w="3068320" h="114300">
                <a:moveTo>
                  <a:pt x="152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2400" y="76200"/>
                </a:lnTo>
                <a:lnTo>
                  <a:pt x="152400" y="38100"/>
                </a:lnTo>
                <a:close/>
              </a:path>
              <a:path w="3068320" h="114300">
                <a:moveTo>
                  <a:pt x="419100" y="38100"/>
                </a:moveTo>
                <a:lnTo>
                  <a:pt x="266700" y="38100"/>
                </a:lnTo>
                <a:lnTo>
                  <a:pt x="266700" y="76200"/>
                </a:lnTo>
                <a:lnTo>
                  <a:pt x="419100" y="76200"/>
                </a:lnTo>
                <a:lnTo>
                  <a:pt x="419100" y="38100"/>
                </a:lnTo>
                <a:close/>
              </a:path>
              <a:path w="3068320" h="114300">
                <a:moveTo>
                  <a:pt x="685800" y="38100"/>
                </a:moveTo>
                <a:lnTo>
                  <a:pt x="533400" y="38100"/>
                </a:lnTo>
                <a:lnTo>
                  <a:pt x="533400" y="76200"/>
                </a:lnTo>
                <a:lnTo>
                  <a:pt x="685800" y="76200"/>
                </a:lnTo>
                <a:lnTo>
                  <a:pt x="685800" y="38100"/>
                </a:lnTo>
                <a:close/>
              </a:path>
              <a:path w="3068320" h="114300">
                <a:moveTo>
                  <a:pt x="952500" y="38100"/>
                </a:moveTo>
                <a:lnTo>
                  <a:pt x="800100" y="38100"/>
                </a:lnTo>
                <a:lnTo>
                  <a:pt x="800100" y="76200"/>
                </a:lnTo>
                <a:lnTo>
                  <a:pt x="952500" y="76200"/>
                </a:lnTo>
                <a:lnTo>
                  <a:pt x="952500" y="38100"/>
                </a:lnTo>
                <a:close/>
              </a:path>
              <a:path w="3068320" h="114300">
                <a:moveTo>
                  <a:pt x="1219200" y="38100"/>
                </a:moveTo>
                <a:lnTo>
                  <a:pt x="1066800" y="38100"/>
                </a:lnTo>
                <a:lnTo>
                  <a:pt x="1066800" y="76200"/>
                </a:lnTo>
                <a:lnTo>
                  <a:pt x="1219200" y="76200"/>
                </a:lnTo>
                <a:lnTo>
                  <a:pt x="1219200" y="38100"/>
                </a:lnTo>
                <a:close/>
              </a:path>
              <a:path w="3068320" h="114300">
                <a:moveTo>
                  <a:pt x="1485900" y="38100"/>
                </a:moveTo>
                <a:lnTo>
                  <a:pt x="1333500" y="38100"/>
                </a:lnTo>
                <a:lnTo>
                  <a:pt x="1333500" y="76200"/>
                </a:lnTo>
                <a:lnTo>
                  <a:pt x="1485900" y="76200"/>
                </a:lnTo>
                <a:lnTo>
                  <a:pt x="1485900" y="38100"/>
                </a:lnTo>
                <a:close/>
              </a:path>
              <a:path w="3068320" h="114300">
                <a:moveTo>
                  <a:pt x="1752600" y="38100"/>
                </a:moveTo>
                <a:lnTo>
                  <a:pt x="1600200" y="38100"/>
                </a:lnTo>
                <a:lnTo>
                  <a:pt x="1600200" y="76200"/>
                </a:lnTo>
                <a:lnTo>
                  <a:pt x="1752600" y="76200"/>
                </a:lnTo>
                <a:lnTo>
                  <a:pt x="1752600" y="38100"/>
                </a:lnTo>
                <a:close/>
              </a:path>
              <a:path w="3068320" h="114300">
                <a:moveTo>
                  <a:pt x="2019300" y="38100"/>
                </a:moveTo>
                <a:lnTo>
                  <a:pt x="1866900" y="38100"/>
                </a:lnTo>
                <a:lnTo>
                  <a:pt x="1866900" y="76200"/>
                </a:lnTo>
                <a:lnTo>
                  <a:pt x="2019300" y="76200"/>
                </a:lnTo>
                <a:lnTo>
                  <a:pt x="2019300" y="38100"/>
                </a:lnTo>
                <a:close/>
              </a:path>
              <a:path w="3068320" h="114300">
                <a:moveTo>
                  <a:pt x="2286000" y="38100"/>
                </a:moveTo>
                <a:lnTo>
                  <a:pt x="2133600" y="38100"/>
                </a:lnTo>
                <a:lnTo>
                  <a:pt x="2133600" y="76200"/>
                </a:lnTo>
                <a:lnTo>
                  <a:pt x="2286000" y="76200"/>
                </a:lnTo>
                <a:lnTo>
                  <a:pt x="2286000" y="38100"/>
                </a:lnTo>
                <a:close/>
              </a:path>
              <a:path w="3068320" h="114300">
                <a:moveTo>
                  <a:pt x="2552700" y="38100"/>
                </a:moveTo>
                <a:lnTo>
                  <a:pt x="2400300" y="38100"/>
                </a:lnTo>
                <a:lnTo>
                  <a:pt x="2400300" y="76200"/>
                </a:lnTo>
                <a:lnTo>
                  <a:pt x="2552700" y="76200"/>
                </a:lnTo>
                <a:lnTo>
                  <a:pt x="2552700" y="38100"/>
                </a:lnTo>
                <a:close/>
              </a:path>
              <a:path w="3068320" h="114300">
                <a:moveTo>
                  <a:pt x="2819400" y="38100"/>
                </a:moveTo>
                <a:lnTo>
                  <a:pt x="2667000" y="38100"/>
                </a:lnTo>
                <a:lnTo>
                  <a:pt x="2667000" y="76200"/>
                </a:lnTo>
                <a:lnTo>
                  <a:pt x="2819400" y="76200"/>
                </a:lnTo>
                <a:lnTo>
                  <a:pt x="2819400" y="38100"/>
                </a:lnTo>
                <a:close/>
              </a:path>
              <a:path w="3068320" h="114300">
                <a:moveTo>
                  <a:pt x="2953512" y="0"/>
                </a:moveTo>
                <a:lnTo>
                  <a:pt x="2953512" y="114300"/>
                </a:lnTo>
                <a:lnTo>
                  <a:pt x="3029712" y="76200"/>
                </a:lnTo>
                <a:lnTo>
                  <a:pt x="2972562" y="76200"/>
                </a:lnTo>
                <a:lnTo>
                  <a:pt x="2972562" y="38100"/>
                </a:lnTo>
                <a:lnTo>
                  <a:pt x="3029712" y="38100"/>
                </a:lnTo>
                <a:lnTo>
                  <a:pt x="2953512" y="0"/>
                </a:lnTo>
                <a:close/>
              </a:path>
              <a:path w="3068320" h="114300">
                <a:moveTo>
                  <a:pt x="2953512" y="38100"/>
                </a:moveTo>
                <a:lnTo>
                  <a:pt x="2933700" y="38100"/>
                </a:lnTo>
                <a:lnTo>
                  <a:pt x="2933700" y="76200"/>
                </a:lnTo>
                <a:lnTo>
                  <a:pt x="2953512" y="76200"/>
                </a:lnTo>
                <a:lnTo>
                  <a:pt x="2953512" y="38100"/>
                </a:lnTo>
                <a:close/>
              </a:path>
              <a:path w="3068320" h="114300">
                <a:moveTo>
                  <a:pt x="3029712" y="38100"/>
                </a:moveTo>
                <a:lnTo>
                  <a:pt x="2972562" y="38100"/>
                </a:lnTo>
                <a:lnTo>
                  <a:pt x="2972562" y="76200"/>
                </a:lnTo>
                <a:lnTo>
                  <a:pt x="3029712" y="76200"/>
                </a:lnTo>
                <a:lnTo>
                  <a:pt x="3067812" y="57150"/>
                </a:lnTo>
                <a:lnTo>
                  <a:pt x="3029712" y="38100"/>
                </a:lnTo>
                <a:close/>
              </a:path>
            </a:pathLst>
          </a:custGeom>
          <a:solidFill>
            <a:srgbClr val="FF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268211" y="3657600"/>
            <a:ext cx="1275715" cy="528955"/>
          </a:xfrm>
          <a:prstGeom prst="rect">
            <a:avLst/>
          </a:prstGeom>
          <a:ln w="9525">
            <a:solidFill>
              <a:srgbClr val="FFFF00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243840">
              <a:lnSpc>
                <a:spcPct val="100000"/>
              </a:lnSpc>
              <a:spcBef>
                <a:spcPts val="265"/>
              </a:spcBef>
              <a:tabLst>
                <a:tab pos="62928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	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4540" y="806272"/>
            <a:ext cx="7397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例如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36549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519552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11214" y="26923"/>
            <a:ext cx="21971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3.2.1</a:t>
            </a:r>
            <a:r>
              <a:rPr dirty="0" u="sng" sz="2000" spc="409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单词与属性字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3816" y="460324"/>
            <a:ext cx="7127875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5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8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	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词法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919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Lexical</a:t>
            </a:r>
            <a:r>
              <a:rPr dirty="0" sz="3200" spc="-25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1241" y="1976500"/>
            <a:ext cx="6448425" cy="3318510"/>
          </a:xfrm>
          <a:prstGeom prst="rect">
            <a:avLst/>
          </a:prstGeom>
        </p:spPr>
        <p:txBody>
          <a:bodyPr wrap="square" lIns="0" tIns="287020" rIns="0" bIns="0" rtlCol="0" vert="horz">
            <a:spAutoFit/>
          </a:bodyPr>
          <a:lstStyle/>
          <a:p>
            <a:pPr lvl="1" marL="814069" indent="-802005">
              <a:lnSpc>
                <a:spcPct val="100000"/>
              </a:lnSpc>
              <a:spcBef>
                <a:spcPts val="2260"/>
              </a:spcBef>
              <a:buFont typeface="Times New Roman"/>
              <a:buAutoNum type="arabicPeriod" startAt="2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词法分析器的设计与实现</a:t>
            </a:r>
            <a:endParaRPr sz="3600">
              <a:latin typeface="宋体"/>
              <a:cs typeface="宋体"/>
            </a:endParaRPr>
          </a:p>
          <a:p>
            <a:pPr lvl="2" marL="1847850" indent="-1376045">
              <a:lnSpc>
                <a:spcPct val="100000"/>
              </a:lnSpc>
              <a:spcBef>
                <a:spcPts val="2165"/>
              </a:spcBef>
              <a:buFont typeface="Times New Roman"/>
              <a:buAutoNum type="arabicPeriod"/>
              <a:tabLst>
                <a:tab pos="1847850" algn="l"/>
                <a:tab pos="184848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单词与属性字</a:t>
            </a:r>
            <a:endParaRPr sz="3600">
              <a:latin typeface="宋体"/>
              <a:cs typeface="宋体"/>
            </a:endParaRPr>
          </a:p>
          <a:p>
            <a:pPr lvl="2" marL="1847850" indent="-1376045">
              <a:lnSpc>
                <a:spcPct val="100000"/>
              </a:lnSpc>
              <a:spcBef>
                <a:spcPts val="2160"/>
              </a:spcBef>
              <a:buFont typeface="Times New Roman"/>
              <a:buAutoNum type="arabicPeriod"/>
              <a:tabLst>
                <a:tab pos="1847850" algn="l"/>
                <a:tab pos="1848485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源程序的输入与预处理</a:t>
            </a:r>
            <a:endParaRPr sz="3600">
              <a:latin typeface="宋体"/>
              <a:cs typeface="宋体"/>
            </a:endParaRPr>
          </a:p>
          <a:p>
            <a:pPr marL="472440">
              <a:lnSpc>
                <a:spcPct val="100000"/>
              </a:lnSpc>
              <a:spcBef>
                <a:spcPts val="2160"/>
              </a:spcBef>
              <a:tabLst>
                <a:tab pos="1847850" algn="l"/>
              </a:tabLst>
            </a:pP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3.2.5	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扫描器设计、实现技术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57421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79080" y="3962400"/>
            <a:ext cx="1087120" cy="535305"/>
          </a:xfrm>
          <a:custGeom>
            <a:avLst/>
            <a:gdLst/>
            <a:ahLst/>
            <a:cxnLst/>
            <a:rect l="l" t="t" r="r" b="b"/>
            <a:pathLst>
              <a:path w="1087120" h="535304">
                <a:moveTo>
                  <a:pt x="271779" y="0"/>
                </a:moveTo>
                <a:lnTo>
                  <a:pt x="0" y="267462"/>
                </a:lnTo>
                <a:lnTo>
                  <a:pt x="271779" y="534924"/>
                </a:lnTo>
                <a:lnTo>
                  <a:pt x="271779" y="401193"/>
                </a:lnTo>
                <a:lnTo>
                  <a:pt x="1086612" y="401193"/>
                </a:lnTo>
                <a:lnTo>
                  <a:pt x="1086612" y="133731"/>
                </a:lnTo>
                <a:lnTo>
                  <a:pt x="271779" y="133731"/>
                </a:lnTo>
                <a:lnTo>
                  <a:pt x="27177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79080" y="3962400"/>
            <a:ext cx="1087120" cy="535305"/>
          </a:xfrm>
          <a:custGeom>
            <a:avLst/>
            <a:gdLst/>
            <a:ahLst/>
            <a:cxnLst/>
            <a:rect l="l" t="t" r="r" b="b"/>
            <a:pathLst>
              <a:path w="1087120" h="535304">
                <a:moveTo>
                  <a:pt x="0" y="267462"/>
                </a:moveTo>
                <a:lnTo>
                  <a:pt x="271779" y="0"/>
                </a:lnTo>
                <a:lnTo>
                  <a:pt x="271779" y="133731"/>
                </a:lnTo>
                <a:lnTo>
                  <a:pt x="1086612" y="133731"/>
                </a:lnTo>
                <a:lnTo>
                  <a:pt x="1086612" y="401193"/>
                </a:lnTo>
                <a:lnTo>
                  <a:pt x="271779" y="401193"/>
                </a:lnTo>
                <a:lnTo>
                  <a:pt x="271779" y="534924"/>
                </a:lnTo>
                <a:lnTo>
                  <a:pt x="0" y="267462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0977" y="26923"/>
            <a:ext cx="88430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6337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3.2.2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源程序的输入与预处理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241" y="4744546"/>
            <a:ext cx="8034020" cy="1946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2425" marR="5080" indent="-352425">
              <a:lnSpc>
                <a:spcPct val="150100"/>
              </a:lnSpc>
              <a:spcBef>
                <a:spcPts val="100"/>
              </a:spcBef>
              <a:buClr>
                <a:srgbClr val="66FFFF"/>
              </a:buClr>
              <a:buFont typeface="Wingdings"/>
              <a:buChar char=""/>
              <a:tabLst>
                <a:tab pos="352425" algn="l"/>
                <a:tab pos="35306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每个半区的末尾设置标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志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spc="-6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eof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spc="-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表示读入该半区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的源程序的结束；</a:t>
            </a:r>
            <a:endParaRPr sz="2800">
              <a:latin typeface="宋体"/>
              <a:cs typeface="宋体"/>
            </a:endParaRPr>
          </a:p>
          <a:p>
            <a:pPr marL="262255" indent="-250190">
              <a:lnSpc>
                <a:spcPct val="100000"/>
              </a:lnSpc>
              <a:spcBef>
                <a:spcPts val="1680"/>
              </a:spcBef>
              <a:buClr>
                <a:srgbClr val="66FFFF"/>
              </a:buClr>
              <a:buFont typeface="Wingdings"/>
              <a:buChar char=""/>
              <a:tabLst>
                <a:tab pos="262890" algn="l"/>
              </a:tabLst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单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始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指针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6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扫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描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34261" y="3275838"/>
            <a:ext cx="3077210" cy="231775"/>
          </a:xfrm>
          <a:custGeom>
            <a:avLst/>
            <a:gdLst/>
            <a:ahLst/>
            <a:cxnLst/>
            <a:rect l="l" t="t" r="r" b="b"/>
            <a:pathLst>
              <a:path w="3077210" h="231775">
                <a:moveTo>
                  <a:pt x="3076955" y="0"/>
                </a:moveTo>
                <a:lnTo>
                  <a:pt x="3050917" y="50954"/>
                </a:lnTo>
                <a:lnTo>
                  <a:pt x="2980989" y="90391"/>
                </a:lnTo>
                <a:lnTo>
                  <a:pt x="2933405" y="104058"/>
                </a:lnTo>
                <a:lnTo>
                  <a:pt x="2879453" y="112767"/>
                </a:lnTo>
                <a:lnTo>
                  <a:pt x="2820670" y="115824"/>
                </a:lnTo>
                <a:lnTo>
                  <a:pt x="1794764" y="115824"/>
                </a:lnTo>
                <a:lnTo>
                  <a:pt x="1735980" y="118880"/>
                </a:lnTo>
                <a:lnTo>
                  <a:pt x="1682028" y="127589"/>
                </a:lnTo>
                <a:lnTo>
                  <a:pt x="1634444" y="141256"/>
                </a:lnTo>
                <a:lnTo>
                  <a:pt x="1594761" y="159189"/>
                </a:lnTo>
                <a:lnTo>
                  <a:pt x="1545243" y="205077"/>
                </a:lnTo>
                <a:lnTo>
                  <a:pt x="1538477" y="231648"/>
                </a:lnTo>
                <a:lnTo>
                  <a:pt x="1531712" y="205077"/>
                </a:lnTo>
                <a:lnTo>
                  <a:pt x="1482194" y="159189"/>
                </a:lnTo>
                <a:lnTo>
                  <a:pt x="1442511" y="141256"/>
                </a:lnTo>
                <a:lnTo>
                  <a:pt x="1394927" y="127589"/>
                </a:lnTo>
                <a:lnTo>
                  <a:pt x="1340975" y="118880"/>
                </a:lnTo>
                <a:lnTo>
                  <a:pt x="1282192" y="115824"/>
                </a:lnTo>
                <a:lnTo>
                  <a:pt x="256285" y="115824"/>
                </a:lnTo>
                <a:lnTo>
                  <a:pt x="197502" y="112767"/>
                </a:lnTo>
                <a:lnTo>
                  <a:pt x="143550" y="104058"/>
                </a:lnTo>
                <a:lnTo>
                  <a:pt x="95966" y="90391"/>
                </a:lnTo>
                <a:lnTo>
                  <a:pt x="56283" y="72458"/>
                </a:lnTo>
                <a:lnTo>
                  <a:pt x="6765" y="26570"/>
                </a:ln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09694" y="3278885"/>
            <a:ext cx="3077210" cy="233679"/>
          </a:xfrm>
          <a:custGeom>
            <a:avLst/>
            <a:gdLst/>
            <a:ahLst/>
            <a:cxnLst/>
            <a:rect l="l" t="t" r="r" b="b"/>
            <a:pathLst>
              <a:path w="3077209" h="233679">
                <a:moveTo>
                  <a:pt x="3076955" y="0"/>
                </a:moveTo>
                <a:lnTo>
                  <a:pt x="3050920" y="51271"/>
                </a:lnTo>
                <a:lnTo>
                  <a:pt x="2981013" y="90973"/>
                </a:lnTo>
                <a:lnTo>
                  <a:pt x="2933451" y="104736"/>
                </a:lnTo>
                <a:lnTo>
                  <a:pt x="2879533" y="113506"/>
                </a:lnTo>
                <a:lnTo>
                  <a:pt x="2820797" y="116586"/>
                </a:lnTo>
                <a:lnTo>
                  <a:pt x="1794636" y="116586"/>
                </a:lnTo>
                <a:lnTo>
                  <a:pt x="1735900" y="119665"/>
                </a:lnTo>
                <a:lnTo>
                  <a:pt x="1681982" y="128435"/>
                </a:lnTo>
                <a:lnTo>
                  <a:pt x="1634420" y="142198"/>
                </a:lnTo>
                <a:lnTo>
                  <a:pt x="1594751" y="160253"/>
                </a:lnTo>
                <a:lnTo>
                  <a:pt x="1545243" y="206439"/>
                </a:lnTo>
                <a:lnTo>
                  <a:pt x="1538477" y="233172"/>
                </a:lnTo>
                <a:lnTo>
                  <a:pt x="1531712" y="206439"/>
                </a:lnTo>
                <a:lnTo>
                  <a:pt x="1482204" y="160253"/>
                </a:lnTo>
                <a:lnTo>
                  <a:pt x="1442535" y="142198"/>
                </a:lnTo>
                <a:lnTo>
                  <a:pt x="1394973" y="128435"/>
                </a:lnTo>
                <a:lnTo>
                  <a:pt x="1341055" y="119665"/>
                </a:lnTo>
                <a:lnTo>
                  <a:pt x="1282318" y="116586"/>
                </a:lnTo>
                <a:lnTo>
                  <a:pt x="256158" y="116586"/>
                </a:lnTo>
                <a:lnTo>
                  <a:pt x="197422" y="113506"/>
                </a:lnTo>
                <a:lnTo>
                  <a:pt x="143504" y="104736"/>
                </a:lnTo>
                <a:lnTo>
                  <a:pt x="95942" y="90973"/>
                </a:lnTo>
                <a:lnTo>
                  <a:pt x="56273" y="72918"/>
                </a:lnTo>
                <a:lnTo>
                  <a:pt x="6765" y="26732"/>
                </a:lnTo>
                <a:lnTo>
                  <a:pt x="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15211" y="1753361"/>
          <a:ext cx="6541135" cy="889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6775"/>
                <a:gridCol w="501014"/>
                <a:gridCol w="778510"/>
                <a:gridCol w="1286510"/>
                <a:gridCol w="513079"/>
              </a:tblGrid>
              <a:tr h="416051">
                <a:tc>
                  <a:txBody>
                    <a:bodyPr/>
                    <a:lstStyle/>
                    <a:p>
                      <a:pPr marL="94615" marR="323215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285559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dirty="0" baseline="-4629" sz="3600" spc="-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baseline="-4629"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R w="38100">
                      <a:solidFill>
                        <a:srgbClr val="99FFCC"/>
                      </a:solidFill>
                      <a:prstDash val="solid"/>
                    </a:lnR>
                    <a:lnB w="38100">
                      <a:solidFill>
                        <a:srgbClr val="99FFC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6530">
                        <a:lnSpc>
                          <a:spcPts val="2725"/>
                        </a:lnSpc>
                        <a:spcBef>
                          <a:spcPts val="45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n+1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0">
                    <a:lnL w="38100">
                      <a:solidFill>
                        <a:srgbClr val="99FFCC"/>
                      </a:solidFill>
                      <a:prstDash val="solid"/>
                    </a:lnL>
                    <a:lnB w="38100">
                      <a:solidFill>
                        <a:srgbClr val="99FF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8100">
                      <a:solidFill>
                        <a:srgbClr val="99FF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B w="38100">
                      <a:solidFill>
                        <a:srgbClr val="99FFCC"/>
                      </a:solidFill>
                      <a:prstDash val="solid"/>
                    </a:lnB>
                  </a:tcPr>
                </a:tc>
              </a:tr>
              <a:tr h="454151">
                <a:tc>
                  <a:txBody>
                    <a:bodyPr/>
                    <a:lstStyle/>
                    <a:p>
                      <a:pPr marL="60579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2891790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……	i</a:t>
                      </a:r>
                      <a:r>
                        <a:rPr dirty="0" sz="2400" spc="-10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++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99FFCC"/>
                      </a:solidFill>
                      <a:prstDash val="solid"/>
                    </a:lnL>
                    <a:lnR w="38100">
                      <a:solidFill>
                        <a:srgbClr val="99FFCC"/>
                      </a:solidFill>
                      <a:prstDash val="solid"/>
                    </a:lnR>
                    <a:lnT w="38100">
                      <a:solidFill>
                        <a:srgbClr val="99FFCC"/>
                      </a:solidFill>
                      <a:prstDash val="solid"/>
                    </a:lnT>
                    <a:lnB w="38100">
                      <a:solidFill>
                        <a:srgbClr val="99FF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99FFCC"/>
                      </a:solidFill>
                      <a:prstDash val="solid"/>
                    </a:lnL>
                    <a:lnT w="38100">
                      <a:solidFill>
                        <a:srgbClr val="99FFCC"/>
                      </a:solidFill>
                      <a:prstDash val="solid"/>
                    </a:lnT>
                    <a:lnB w="38100">
                      <a:solidFill>
                        <a:srgbClr val="99FF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sz="24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++;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T w="38100">
                      <a:solidFill>
                        <a:srgbClr val="99FFCC"/>
                      </a:solidFill>
                      <a:prstDash val="solid"/>
                    </a:lnT>
                    <a:lnB w="38100">
                      <a:solidFill>
                        <a:srgbClr val="99FF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…switch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T w="38100">
                      <a:solidFill>
                        <a:srgbClr val="99FFCC"/>
                      </a:solidFill>
                      <a:prstDash val="solid"/>
                    </a:lnT>
                    <a:lnB w="38100">
                      <a:solidFill>
                        <a:srgbClr val="99FF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(a)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R w="38100">
                      <a:solidFill>
                        <a:srgbClr val="99FFCC"/>
                      </a:solidFill>
                      <a:prstDash val="solid"/>
                    </a:lnR>
                    <a:lnT w="38100">
                      <a:solidFill>
                        <a:srgbClr val="99FFCC"/>
                      </a:solidFill>
                      <a:prstDash val="solid"/>
                    </a:lnT>
                    <a:lnB w="38100">
                      <a:solidFill>
                        <a:srgbClr val="99FF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78557" y="3550157"/>
            <a:ext cx="14884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1185" algn="l"/>
                <a:tab pos="1170305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半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241" y="3846639"/>
            <a:ext cx="3179445" cy="92456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32610">
              <a:lnSpc>
                <a:spcPct val="100000"/>
              </a:lnSpc>
              <a:spcBef>
                <a:spcPts val="489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(first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half)</a:t>
            </a:r>
            <a:endParaRPr sz="2400">
              <a:latin typeface="Times New Roman"/>
              <a:cs typeface="Times New Roman"/>
            </a:endParaRPr>
          </a:p>
          <a:p>
            <a:pPr marL="352425" indent="-340360">
              <a:lnSpc>
                <a:spcPct val="100000"/>
              </a:lnSpc>
              <a:spcBef>
                <a:spcPts val="445"/>
              </a:spcBef>
              <a:buClr>
                <a:srgbClr val="66FFFF"/>
              </a:buClr>
              <a:buFont typeface="Wingdings"/>
              <a:buChar char=""/>
              <a:tabLst>
                <a:tab pos="352425" algn="l"/>
                <a:tab pos="353060" algn="l"/>
                <a:tab pos="847725" algn="l"/>
              </a:tabLst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的整次幂；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6040" y="2607690"/>
            <a:ext cx="1753870" cy="1302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3294">
              <a:lnSpc>
                <a:spcPts val="2855"/>
              </a:lnSpc>
              <a:spcBef>
                <a:spcPts val="100"/>
              </a:spcBef>
              <a:tabLst>
                <a:tab pos="1503045" algn="l"/>
              </a:tabLst>
            </a:pPr>
            <a:r>
              <a:rPr dirty="0" sz="2400">
                <a:solidFill>
                  <a:srgbClr val="FFFFFF"/>
                </a:solidFill>
                <a:latin typeface="Wingdings 3"/>
                <a:cs typeface="Wingdings 3"/>
              </a:rPr>
              <a:t>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FFFFFF"/>
                </a:solidFill>
                <a:latin typeface="Wingdings 3"/>
                <a:cs typeface="Wingdings 3"/>
              </a:rPr>
              <a:t></a:t>
            </a:r>
            <a:endParaRPr sz="2400">
              <a:latin typeface="Wingdings 3"/>
              <a:cs typeface="Wingdings 3"/>
            </a:endParaRPr>
          </a:p>
          <a:p>
            <a:pPr marL="963294">
              <a:lnSpc>
                <a:spcPts val="2855"/>
              </a:lnSpc>
              <a:tabLst>
                <a:tab pos="1547495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B	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  <a:tabLst>
                <a:tab pos="723900" algn="l"/>
                <a:tab pos="1435735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半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6040" y="3864355"/>
            <a:ext cx="16954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(second</a:t>
            </a:r>
            <a:r>
              <a:rPr dirty="0" sz="2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half)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49655" y="400655"/>
            <a:ext cx="7173595" cy="1195705"/>
          </a:xfrm>
          <a:prstGeom prst="rect"/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．输入缓冲区</a:t>
            </a:r>
            <a:endParaRPr sz="3200">
              <a:latin typeface="宋体"/>
              <a:cs typeface="宋体"/>
            </a:endParaRPr>
          </a:p>
          <a:p>
            <a:pPr marL="628650">
              <a:lnSpc>
                <a:spcPct val="100000"/>
              </a:lnSpc>
              <a:spcBef>
                <a:spcPts val="765"/>
              </a:spcBef>
            </a:pPr>
            <a:r>
              <a:rPr dirty="0" sz="3200" spc="-5">
                <a:solidFill>
                  <a:srgbClr val="FFFF00"/>
                </a:solidFill>
                <a:latin typeface="宋体"/>
                <a:cs typeface="宋体"/>
              </a:rPr>
              <a:t>成对且对半互补的输入</a:t>
            </a:r>
            <a:r>
              <a:rPr dirty="0" sz="3200" spc="-15">
                <a:solidFill>
                  <a:srgbClr val="FFFF00"/>
                </a:solidFill>
                <a:latin typeface="宋体"/>
                <a:cs typeface="宋体"/>
              </a:rPr>
              <a:t>缓</a:t>
            </a:r>
            <a:r>
              <a:rPr dirty="0" sz="3200" spc="-5">
                <a:solidFill>
                  <a:srgbClr val="FFFF00"/>
                </a:solidFill>
                <a:latin typeface="宋体"/>
                <a:cs typeface="宋体"/>
              </a:rPr>
              <a:t>冲区</a:t>
            </a:r>
            <a:r>
              <a:rPr dirty="0" sz="3200" spc="-15">
                <a:solidFill>
                  <a:srgbClr val="FFFF00"/>
                </a:solidFill>
                <a:latin typeface="宋体"/>
                <a:cs typeface="宋体"/>
              </a:rPr>
              <a:t>模</a:t>
            </a:r>
            <a:r>
              <a:rPr dirty="0" sz="3200" spc="5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3200" spc="-10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6511" y="3718559"/>
            <a:ext cx="8857615" cy="2936875"/>
          </a:xfrm>
          <a:custGeom>
            <a:avLst/>
            <a:gdLst/>
            <a:ahLst/>
            <a:cxnLst/>
            <a:rect l="l" t="t" r="r" b="b"/>
            <a:pathLst>
              <a:path w="8857615" h="2936875">
                <a:moveTo>
                  <a:pt x="0" y="2936748"/>
                </a:moveTo>
                <a:lnTo>
                  <a:pt x="8857488" y="2936748"/>
                </a:lnTo>
                <a:lnTo>
                  <a:pt x="8857488" y="0"/>
                </a:lnTo>
                <a:lnTo>
                  <a:pt x="0" y="0"/>
                </a:lnTo>
                <a:lnTo>
                  <a:pt x="0" y="2936748"/>
                </a:lnTo>
                <a:close/>
              </a:path>
            </a:pathLst>
          </a:custGeom>
          <a:solidFill>
            <a:srgbClr val="FF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6511" y="611123"/>
            <a:ext cx="8857615" cy="2548255"/>
          </a:xfrm>
          <a:custGeom>
            <a:avLst/>
            <a:gdLst/>
            <a:ahLst/>
            <a:cxnLst/>
            <a:rect l="l" t="t" r="r" b="b"/>
            <a:pathLst>
              <a:path w="8857615" h="2548255">
                <a:moveTo>
                  <a:pt x="0" y="2548128"/>
                </a:moveTo>
                <a:lnTo>
                  <a:pt x="8857488" y="2548128"/>
                </a:lnTo>
                <a:lnTo>
                  <a:pt x="8857488" y="0"/>
                </a:lnTo>
                <a:lnTo>
                  <a:pt x="0" y="0"/>
                </a:lnTo>
                <a:lnTo>
                  <a:pt x="0" y="2548128"/>
                </a:lnTo>
                <a:close/>
              </a:path>
            </a:pathLst>
          </a:custGeom>
          <a:solidFill>
            <a:srgbClr val="FF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0977" y="0"/>
            <a:ext cx="8843010" cy="6712584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  <a:tabLst>
                <a:tab pos="593090" algn="l"/>
                <a:tab pos="1995170" algn="l"/>
                <a:tab pos="56337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3.2.2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源程序的输入与预处理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宋体"/>
              <a:cs typeface="宋体"/>
            </a:endParaRPr>
          </a:p>
          <a:p>
            <a:pPr marL="553720" indent="-328295">
              <a:lnSpc>
                <a:spcPct val="100000"/>
              </a:lnSpc>
              <a:buClr>
                <a:srgbClr val="A73737"/>
              </a:buClr>
              <a:buSzPct val="107142"/>
              <a:buFont typeface="Wingdings"/>
              <a:buChar char=""/>
              <a:tabLst>
                <a:tab pos="553720" algn="l"/>
                <a:tab pos="554355" algn="l"/>
              </a:tabLst>
            </a:pPr>
            <a:r>
              <a:rPr dirty="0" sz="2800" spc="-5" b="1">
                <a:solidFill>
                  <a:srgbClr val="336699"/>
                </a:solidFill>
                <a:latin typeface="宋体"/>
                <a:cs typeface="宋体"/>
              </a:rPr>
              <a:t>两半区互补功能算法：</a:t>
            </a:r>
            <a:endParaRPr sz="2800">
              <a:latin typeface="宋体"/>
              <a:cs typeface="宋体"/>
            </a:endParaRPr>
          </a:p>
          <a:p>
            <a:pPr marL="1292860" marR="177800" indent="-609600">
              <a:lnSpc>
                <a:spcPts val="4040"/>
              </a:lnSpc>
              <a:spcBef>
                <a:spcPts val="240"/>
              </a:spcBef>
              <a:tabLst>
                <a:tab pos="1078230" algn="l"/>
                <a:tab pos="2021205" algn="l"/>
                <a:tab pos="241744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if	(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F=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宋体"/>
                <a:cs typeface="宋体"/>
              </a:rPr>
              <a:t>前</a:t>
            </a:r>
            <a:r>
              <a:rPr dirty="0" sz="2800" spc="-15" b="1">
                <a:latin typeface="宋体"/>
                <a:cs typeface="宋体"/>
              </a:rPr>
              <a:t>“</a:t>
            </a:r>
            <a:r>
              <a:rPr dirty="0" sz="2800" spc="-695" b="1">
                <a:latin typeface="宋体"/>
                <a:cs typeface="宋体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eof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Arial"/>
                <a:cs typeface="Arial"/>
              </a:rPr>
              <a:t>”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{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宋体"/>
                <a:cs typeface="宋体"/>
              </a:rPr>
              <a:t>重新分配、装入后半</a:t>
            </a:r>
            <a:r>
              <a:rPr dirty="0" sz="2800" spc="-5" b="1">
                <a:latin typeface="宋体"/>
                <a:cs typeface="宋体"/>
              </a:rPr>
              <a:t>区</a:t>
            </a:r>
            <a:r>
              <a:rPr dirty="0" sz="2800" b="1">
                <a:latin typeface="Times New Roman"/>
                <a:cs typeface="Times New Roman"/>
              </a:rPr>
              <a:t>;F++</a:t>
            </a:r>
            <a:r>
              <a:rPr dirty="0" sz="2800" spc="4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}</a:t>
            </a:r>
            <a:r>
              <a:rPr dirty="0" sz="2800" spc="-10" b="1">
                <a:latin typeface="宋体"/>
                <a:cs typeface="宋体"/>
              </a:rPr>
              <a:t>；  </a:t>
            </a:r>
            <a:r>
              <a:rPr dirty="0" sz="2800" spc="-5" b="1">
                <a:latin typeface="Times New Roman"/>
                <a:cs typeface="Times New Roman"/>
              </a:rPr>
              <a:t>else	if	(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F=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宋体"/>
                <a:cs typeface="宋体"/>
              </a:rPr>
              <a:t>后</a:t>
            </a:r>
            <a:r>
              <a:rPr dirty="0" sz="2800" spc="-15" b="1">
                <a:latin typeface="宋体"/>
                <a:cs typeface="宋体"/>
              </a:rPr>
              <a:t>“</a:t>
            </a:r>
            <a:r>
              <a:rPr dirty="0" sz="2800" spc="-695" b="1">
                <a:latin typeface="宋体"/>
                <a:cs typeface="宋体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eof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Arial"/>
                <a:cs typeface="Arial"/>
              </a:rPr>
              <a:t>”</a:t>
            </a:r>
            <a:r>
              <a:rPr dirty="0" sz="2800" b="1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2538095" marR="339725" indent="800100">
              <a:lnSpc>
                <a:spcPts val="4000"/>
              </a:lnSpc>
              <a:spcBef>
                <a:spcPts val="20"/>
              </a:spcBef>
              <a:tabLst>
                <a:tab pos="3266440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{</a:t>
            </a:r>
            <a:r>
              <a:rPr dirty="0" sz="2800" spc="-5" b="1">
                <a:latin typeface="宋体"/>
                <a:cs typeface="宋体"/>
              </a:rPr>
              <a:t>重新分配、装入前半区</a:t>
            </a:r>
            <a:r>
              <a:rPr dirty="0" sz="2800" spc="-20" b="1">
                <a:latin typeface="宋体"/>
                <a:cs typeface="宋体"/>
              </a:rPr>
              <a:t>；</a:t>
            </a:r>
            <a:r>
              <a:rPr dirty="0" sz="2800" spc="-5" b="1">
                <a:latin typeface="Times New Roman"/>
                <a:cs typeface="Times New Roman"/>
              </a:rPr>
              <a:t>F=1</a:t>
            </a:r>
            <a:r>
              <a:rPr dirty="0" sz="2800" b="1">
                <a:latin typeface="Times New Roman"/>
                <a:cs typeface="Times New Roman"/>
              </a:rPr>
              <a:t>}</a:t>
            </a:r>
            <a:r>
              <a:rPr dirty="0" sz="2800" spc="-10" b="1">
                <a:latin typeface="宋体"/>
                <a:cs typeface="宋体"/>
              </a:rPr>
              <a:t>；  </a:t>
            </a:r>
            <a:r>
              <a:rPr dirty="0" sz="2800" spc="-5" b="1">
                <a:latin typeface="Times New Roman"/>
                <a:cs typeface="Times New Roman"/>
              </a:rPr>
              <a:t>else	F++;</a:t>
            </a:r>
            <a:endParaRPr sz="280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  <a:spcBef>
                <a:spcPts val="19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另一个算法：</a:t>
            </a:r>
            <a:endParaRPr sz="3200">
              <a:latin typeface="宋体"/>
              <a:cs typeface="宋体"/>
            </a:endParaRPr>
          </a:p>
          <a:p>
            <a:pPr marL="553720" indent="-328295">
              <a:lnSpc>
                <a:spcPct val="100000"/>
              </a:lnSpc>
              <a:spcBef>
                <a:spcPts val="740"/>
              </a:spcBef>
              <a:buClr>
                <a:srgbClr val="A73737"/>
              </a:buClr>
              <a:buSzPct val="107142"/>
              <a:buFont typeface="Wingdings"/>
              <a:buChar char=""/>
              <a:tabLst>
                <a:tab pos="553720" algn="l"/>
                <a:tab pos="554355" algn="l"/>
              </a:tabLst>
            </a:pPr>
            <a:r>
              <a:rPr dirty="0" sz="2800" spc="-5" b="1">
                <a:solidFill>
                  <a:srgbClr val="336699"/>
                </a:solidFill>
                <a:latin typeface="宋体"/>
                <a:cs typeface="宋体"/>
              </a:rPr>
              <a:t>两半区互补功能算法：</a:t>
            </a:r>
            <a:endParaRPr sz="2800">
              <a:latin typeface="宋体"/>
              <a:cs typeface="宋体"/>
            </a:endParaRPr>
          </a:p>
          <a:p>
            <a:pPr marL="226060">
              <a:lnSpc>
                <a:spcPct val="100000"/>
              </a:lnSpc>
              <a:spcBef>
                <a:spcPts val="645"/>
              </a:spcBef>
            </a:pPr>
            <a:r>
              <a:rPr dirty="0" sz="2800" spc="-5" b="1">
                <a:latin typeface="Times New Roman"/>
                <a:cs typeface="Times New Roman"/>
              </a:rPr>
              <a:t>if(F=</a:t>
            </a:r>
            <a:r>
              <a:rPr dirty="0" sz="2800" spc="-5" b="1">
                <a:latin typeface="Arial"/>
                <a:cs typeface="Arial"/>
              </a:rPr>
              <a:t>“</a:t>
            </a:r>
            <a:r>
              <a:rPr dirty="0" sz="2800" spc="-5" b="1">
                <a:latin typeface="Times New Roman"/>
                <a:cs typeface="Times New Roman"/>
              </a:rPr>
              <a:t>eof</a:t>
            </a:r>
            <a:r>
              <a:rPr dirty="0" sz="2800" spc="-5" b="1">
                <a:latin typeface="Arial"/>
                <a:cs typeface="Arial"/>
              </a:rPr>
              <a:t>”</a:t>
            </a:r>
            <a:r>
              <a:rPr dirty="0" sz="2800" spc="-5" b="1">
                <a:latin typeface="Times New Roman"/>
                <a:cs typeface="Times New Roman"/>
              </a:rPr>
              <a:t>){</a:t>
            </a:r>
            <a:endParaRPr sz="2800">
              <a:latin typeface="Times New Roman"/>
              <a:cs typeface="Times New Roman"/>
            </a:endParaRPr>
          </a:p>
          <a:p>
            <a:pPr marL="1292860" marR="102235" indent="-533400">
              <a:lnSpc>
                <a:spcPct val="120000"/>
              </a:lnSpc>
              <a:spcBef>
                <a:spcPts val="30"/>
              </a:spcBef>
              <a:tabLst>
                <a:tab pos="1153795" algn="l"/>
                <a:tab pos="2021205" algn="l"/>
                <a:tab pos="241744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if	(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F=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宋体"/>
                <a:cs typeface="宋体"/>
              </a:rPr>
              <a:t>前</a:t>
            </a:r>
            <a:r>
              <a:rPr dirty="0" sz="2800" spc="-15" b="1">
                <a:latin typeface="宋体"/>
                <a:cs typeface="宋体"/>
              </a:rPr>
              <a:t>“</a:t>
            </a:r>
            <a:r>
              <a:rPr dirty="0" sz="2800" spc="-700" b="1">
                <a:latin typeface="宋体"/>
                <a:cs typeface="宋体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eof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Arial"/>
                <a:cs typeface="Arial"/>
              </a:rPr>
              <a:t>”</a:t>
            </a:r>
            <a:r>
              <a:rPr dirty="0" sz="2800" b="1">
                <a:latin typeface="Times New Roman"/>
                <a:cs typeface="Times New Roman"/>
              </a:rPr>
              <a:t>)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{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宋体"/>
                <a:cs typeface="宋体"/>
              </a:rPr>
              <a:t>重新分配、装入后半</a:t>
            </a:r>
            <a:r>
              <a:rPr dirty="0" sz="2800" b="1">
                <a:latin typeface="宋体"/>
                <a:cs typeface="宋体"/>
              </a:rPr>
              <a:t>区</a:t>
            </a:r>
            <a:r>
              <a:rPr dirty="0" sz="2800" spc="-5" b="1">
                <a:latin typeface="Times New Roman"/>
                <a:cs typeface="Times New Roman"/>
              </a:rPr>
              <a:t>;F++</a:t>
            </a:r>
            <a:r>
              <a:rPr dirty="0" sz="2800" spc="4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}</a:t>
            </a:r>
            <a:r>
              <a:rPr dirty="0" sz="2800" spc="-10" b="1">
                <a:latin typeface="宋体"/>
                <a:cs typeface="宋体"/>
              </a:rPr>
              <a:t>；  </a:t>
            </a:r>
            <a:r>
              <a:rPr dirty="0" sz="2800" spc="-5" b="1">
                <a:latin typeface="Times New Roman"/>
                <a:cs typeface="Times New Roman"/>
              </a:rPr>
              <a:t>else	if	(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F=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宋体"/>
                <a:cs typeface="宋体"/>
              </a:rPr>
              <a:t>后</a:t>
            </a:r>
            <a:r>
              <a:rPr dirty="0" sz="2800" spc="-15" b="1">
                <a:latin typeface="宋体"/>
                <a:cs typeface="宋体"/>
              </a:rPr>
              <a:t>“</a:t>
            </a:r>
            <a:r>
              <a:rPr dirty="0" sz="2800" spc="-690" b="1">
                <a:latin typeface="宋体"/>
                <a:cs typeface="宋体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eof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Arial"/>
                <a:cs typeface="Arial"/>
              </a:rPr>
              <a:t>”</a:t>
            </a:r>
            <a:r>
              <a:rPr dirty="0" sz="2800" b="1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2448560">
              <a:lnSpc>
                <a:spcPts val="3175"/>
              </a:lnSpc>
              <a:spcBef>
                <a:spcPts val="670"/>
              </a:spcBef>
            </a:pPr>
            <a:r>
              <a:rPr dirty="0" sz="2800" spc="-5" b="1">
                <a:latin typeface="Times New Roman"/>
                <a:cs typeface="Times New Roman"/>
              </a:rPr>
              <a:t>{</a:t>
            </a:r>
            <a:r>
              <a:rPr dirty="0" sz="2800" spc="-10" b="1">
                <a:latin typeface="宋体"/>
                <a:cs typeface="宋体"/>
              </a:rPr>
              <a:t>重新分配、装入前半区</a:t>
            </a:r>
            <a:r>
              <a:rPr dirty="0" sz="2800" spc="-5" b="1">
                <a:latin typeface="宋体"/>
                <a:cs typeface="宋体"/>
              </a:rPr>
              <a:t>；</a:t>
            </a:r>
            <a:r>
              <a:rPr dirty="0" sz="2800" spc="-5" b="1">
                <a:latin typeface="Times New Roman"/>
                <a:cs typeface="Times New Roman"/>
              </a:rPr>
              <a:t>F=1}</a:t>
            </a:r>
            <a:r>
              <a:rPr dirty="0" sz="2800" spc="-5" b="1">
                <a:latin typeface="宋体"/>
                <a:cs typeface="宋体"/>
              </a:rPr>
              <a:t>；</a:t>
            </a:r>
            <a:r>
              <a:rPr dirty="0" sz="2800" spc="-5" b="1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226060">
              <a:lnSpc>
                <a:spcPts val="3175"/>
              </a:lnSpc>
              <a:tabLst>
                <a:tab pos="95440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else	F++;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0977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3980" y="26923"/>
            <a:ext cx="3290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2403" y="26923"/>
            <a:ext cx="32219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3.2.2</a:t>
            </a:r>
            <a:r>
              <a:rPr dirty="0" u="sng" sz="2000" spc="42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源程序的输入与预处理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78785" y="2558033"/>
            <a:ext cx="1813560" cy="436245"/>
          </a:xfrm>
          <a:custGeom>
            <a:avLst/>
            <a:gdLst/>
            <a:ahLst/>
            <a:cxnLst/>
            <a:rect l="l" t="t" r="r" b="b"/>
            <a:pathLst>
              <a:path w="1813560" h="436244">
                <a:moveTo>
                  <a:pt x="0" y="435863"/>
                </a:moveTo>
                <a:lnTo>
                  <a:pt x="1813560" y="435863"/>
                </a:lnTo>
                <a:lnTo>
                  <a:pt x="1813560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220461" y="3926585"/>
            <a:ext cx="1815464" cy="43751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315"/>
              </a:spcBef>
            </a:pP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输入缓冲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区</a:t>
            </a:r>
            <a:r>
              <a:rPr dirty="0" sz="2000" spc="15" b="1">
                <a:solidFill>
                  <a:srgbClr val="FFFF00"/>
                </a:solidFill>
                <a:latin typeface="Times New Roman"/>
                <a:cs typeface="Times New Roman"/>
              </a:rPr>
              <a:t>X1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766" y="804748"/>
            <a:ext cx="4204335" cy="1193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．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两个缓冲区的输入模式</a:t>
            </a:r>
            <a:endParaRPr sz="2800">
              <a:latin typeface="宋体"/>
              <a:cs typeface="宋体"/>
            </a:endParaRPr>
          </a:p>
          <a:p>
            <a:pPr marL="1965960">
              <a:lnSpc>
                <a:spcPct val="100000"/>
              </a:lnSpc>
              <a:spcBef>
                <a:spcPts val="247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输入源程序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49982" y="2618613"/>
            <a:ext cx="14897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输入缓冲</a:t>
            </a:r>
            <a:r>
              <a:rPr dirty="0" sz="2000" spc="10" b="1">
                <a:solidFill>
                  <a:srgbClr val="FFFF00"/>
                </a:solidFill>
                <a:latin typeface="宋体"/>
                <a:cs typeface="宋体"/>
              </a:rPr>
              <a:t>区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2402" y="2519933"/>
            <a:ext cx="1295400" cy="43624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60960" rIns="0" bIns="0" rtlCol="0" vert="horz">
            <a:spAutoFit/>
          </a:bodyPr>
          <a:lstStyle/>
          <a:p>
            <a:pPr marL="273685">
              <a:lnSpc>
                <a:spcPct val="100000"/>
              </a:lnSpc>
              <a:spcBef>
                <a:spcPts val="480"/>
              </a:spcBef>
            </a:pP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扫描器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7742" y="3504438"/>
            <a:ext cx="1813560" cy="43434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195580">
              <a:lnSpc>
                <a:spcPct val="100000"/>
              </a:lnSpc>
              <a:spcBef>
                <a:spcPts val="645"/>
              </a:spcBef>
            </a:pPr>
            <a:r>
              <a:rPr dirty="0" u="sng" sz="2000" spc="5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3" action="ppaction://hlinksldjump"/>
              </a:rPr>
              <a:t>预处理子程序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84982" y="3945635"/>
            <a:ext cx="0" cy="256540"/>
          </a:xfrm>
          <a:custGeom>
            <a:avLst/>
            <a:gdLst/>
            <a:ahLst/>
            <a:cxnLst/>
            <a:rect l="l" t="t" r="r" b="b"/>
            <a:pathLst>
              <a:path w="0" h="256539">
                <a:moveTo>
                  <a:pt x="0" y="0"/>
                </a:moveTo>
                <a:lnTo>
                  <a:pt x="0" y="256031"/>
                </a:lnTo>
              </a:path>
            </a:pathLst>
          </a:custGeom>
          <a:ln w="71627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70694" y="4184141"/>
            <a:ext cx="1807210" cy="0"/>
          </a:xfrm>
          <a:custGeom>
            <a:avLst/>
            <a:gdLst/>
            <a:ahLst/>
            <a:cxnLst/>
            <a:rect l="l" t="t" r="r" b="b"/>
            <a:pathLst>
              <a:path w="1807210" h="0">
                <a:moveTo>
                  <a:pt x="0" y="0"/>
                </a:moveTo>
                <a:lnTo>
                  <a:pt x="1807083" y="0"/>
                </a:lnTo>
              </a:path>
            </a:pathLst>
          </a:custGeom>
          <a:ln w="62102">
            <a:solidFill>
              <a:srgbClr val="CC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47678" y="4089082"/>
            <a:ext cx="193167" cy="1901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77161" y="4973573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254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5400" y="50800"/>
                </a:lnTo>
                <a:lnTo>
                  <a:pt x="25400" y="25400"/>
                </a:lnTo>
                <a:close/>
              </a:path>
              <a:path w="609600" h="76200">
                <a:moveTo>
                  <a:pt x="76200" y="25400"/>
                </a:moveTo>
                <a:lnTo>
                  <a:pt x="50800" y="25400"/>
                </a:lnTo>
                <a:lnTo>
                  <a:pt x="50800" y="50800"/>
                </a:lnTo>
                <a:lnTo>
                  <a:pt x="76200" y="50800"/>
                </a:lnTo>
                <a:lnTo>
                  <a:pt x="76200" y="25400"/>
                </a:lnTo>
                <a:close/>
              </a:path>
              <a:path w="609600" h="76200">
                <a:moveTo>
                  <a:pt x="127000" y="25400"/>
                </a:moveTo>
                <a:lnTo>
                  <a:pt x="101600" y="25400"/>
                </a:lnTo>
                <a:lnTo>
                  <a:pt x="101600" y="50800"/>
                </a:lnTo>
                <a:lnTo>
                  <a:pt x="127000" y="50800"/>
                </a:lnTo>
                <a:lnTo>
                  <a:pt x="127000" y="25400"/>
                </a:lnTo>
                <a:close/>
              </a:path>
              <a:path w="609600" h="76200">
                <a:moveTo>
                  <a:pt x="177800" y="25400"/>
                </a:moveTo>
                <a:lnTo>
                  <a:pt x="152400" y="25400"/>
                </a:lnTo>
                <a:lnTo>
                  <a:pt x="152400" y="50800"/>
                </a:lnTo>
                <a:lnTo>
                  <a:pt x="177800" y="50800"/>
                </a:lnTo>
                <a:lnTo>
                  <a:pt x="177800" y="25400"/>
                </a:lnTo>
                <a:close/>
              </a:path>
              <a:path w="609600" h="76200">
                <a:moveTo>
                  <a:pt x="228600" y="25400"/>
                </a:moveTo>
                <a:lnTo>
                  <a:pt x="203200" y="25400"/>
                </a:lnTo>
                <a:lnTo>
                  <a:pt x="203200" y="50800"/>
                </a:lnTo>
                <a:lnTo>
                  <a:pt x="228600" y="50800"/>
                </a:lnTo>
                <a:lnTo>
                  <a:pt x="228600" y="25400"/>
                </a:lnTo>
                <a:close/>
              </a:path>
              <a:path w="609600" h="76200">
                <a:moveTo>
                  <a:pt x="279400" y="25400"/>
                </a:moveTo>
                <a:lnTo>
                  <a:pt x="254000" y="25400"/>
                </a:lnTo>
                <a:lnTo>
                  <a:pt x="254000" y="50800"/>
                </a:lnTo>
                <a:lnTo>
                  <a:pt x="279400" y="50800"/>
                </a:lnTo>
                <a:lnTo>
                  <a:pt x="279400" y="25400"/>
                </a:lnTo>
                <a:close/>
              </a:path>
              <a:path w="609600" h="76200">
                <a:moveTo>
                  <a:pt x="330200" y="25400"/>
                </a:moveTo>
                <a:lnTo>
                  <a:pt x="304800" y="25400"/>
                </a:lnTo>
                <a:lnTo>
                  <a:pt x="304800" y="50800"/>
                </a:lnTo>
                <a:lnTo>
                  <a:pt x="330200" y="50800"/>
                </a:lnTo>
                <a:lnTo>
                  <a:pt x="330200" y="25400"/>
                </a:lnTo>
                <a:close/>
              </a:path>
              <a:path w="609600" h="76200">
                <a:moveTo>
                  <a:pt x="381000" y="25400"/>
                </a:moveTo>
                <a:lnTo>
                  <a:pt x="355600" y="25400"/>
                </a:lnTo>
                <a:lnTo>
                  <a:pt x="355600" y="50800"/>
                </a:lnTo>
                <a:lnTo>
                  <a:pt x="381000" y="50800"/>
                </a:lnTo>
                <a:lnTo>
                  <a:pt x="381000" y="25400"/>
                </a:lnTo>
                <a:close/>
              </a:path>
              <a:path w="609600" h="76200">
                <a:moveTo>
                  <a:pt x="431800" y="25400"/>
                </a:moveTo>
                <a:lnTo>
                  <a:pt x="406400" y="25400"/>
                </a:lnTo>
                <a:lnTo>
                  <a:pt x="406400" y="50800"/>
                </a:lnTo>
                <a:lnTo>
                  <a:pt x="431800" y="50800"/>
                </a:lnTo>
                <a:lnTo>
                  <a:pt x="431800" y="25400"/>
                </a:lnTo>
                <a:close/>
              </a:path>
              <a:path w="609600" h="76200">
                <a:moveTo>
                  <a:pt x="482600" y="25400"/>
                </a:moveTo>
                <a:lnTo>
                  <a:pt x="457200" y="25400"/>
                </a:lnTo>
                <a:lnTo>
                  <a:pt x="457200" y="50800"/>
                </a:lnTo>
                <a:lnTo>
                  <a:pt x="482600" y="50800"/>
                </a:lnTo>
                <a:lnTo>
                  <a:pt x="482600" y="25400"/>
                </a:lnTo>
                <a:close/>
              </a:path>
              <a:path w="609600" h="76200">
                <a:moveTo>
                  <a:pt x="533400" y="0"/>
                </a:moveTo>
                <a:lnTo>
                  <a:pt x="558800" y="38100"/>
                </a:lnTo>
                <a:lnTo>
                  <a:pt x="533400" y="76200"/>
                </a:lnTo>
                <a:lnTo>
                  <a:pt x="609600" y="38100"/>
                </a:lnTo>
                <a:lnTo>
                  <a:pt x="533400" y="0"/>
                </a:lnTo>
                <a:close/>
              </a:path>
              <a:path w="609600" h="76200">
                <a:moveTo>
                  <a:pt x="533400" y="25400"/>
                </a:moveTo>
                <a:lnTo>
                  <a:pt x="508000" y="25400"/>
                </a:lnTo>
                <a:lnTo>
                  <a:pt x="508000" y="50800"/>
                </a:lnTo>
                <a:lnTo>
                  <a:pt x="533400" y="50800"/>
                </a:lnTo>
                <a:lnTo>
                  <a:pt x="533400" y="25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67961" y="4997958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58800" y="38100"/>
                </a:moveTo>
                <a:lnTo>
                  <a:pt x="533400" y="76200"/>
                </a:lnTo>
                <a:lnTo>
                  <a:pt x="584200" y="50800"/>
                </a:lnTo>
                <a:lnTo>
                  <a:pt x="558800" y="50800"/>
                </a:lnTo>
                <a:lnTo>
                  <a:pt x="558800" y="38100"/>
                </a:lnTo>
                <a:close/>
              </a:path>
              <a:path w="609600" h="76200">
                <a:moveTo>
                  <a:pt x="550333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550333" y="50800"/>
                </a:lnTo>
                <a:lnTo>
                  <a:pt x="558800" y="38100"/>
                </a:lnTo>
                <a:lnTo>
                  <a:pt x="550333" y="25400"/>
                </a:lnTo>
                <a:close/>
              </a:path>
              <a:path w="609600" h="76200">
                <a:moveTo>
                  <a:pt x="584200" y="25400"/>
                </a:moveTo>
                <a:lnTo>
                  <a:pt x="558800" y="25400"/>
                </a:lnTo>
                <a:lnTo>
                  <a:pt x="558800" y="50800"/>
                </a:lnTo>
                <a:lnTo>
                  <a:pt x="584200" y="50800"/>
                </a:lnTo>
                <a:lnTo>
                  <a:pt x="609600" y="38100"/>
                </a:lnTo>
                <a:lnTo>
                  <a:pt x="584200" y="25400"/>
                </a:lnTo>
                <a:close/>
              </a:path>
              <a:path w="609600" h="76200">
                <a:moveTo>
                  <a:pt x="533400" y="0"/>
                </a:moveTo>
                <a:lnTo>
                  <a:pt x="558800" y="38100"/>
                </a:lnTo>
                <a:lnTo>
                  <a:pt x="558800" y="25400"/>
                </a:lnTo>
                <a:lnTo>
                  <a:pt x="584200" y="254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679194" y="4769561"/>
            <a:ext cx="4448810" cy="1290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50900">
              <a:lnSpc>
                <a:spcPct val="100000"/>
              </a:lnSpc>
              <a:spcBef>
                <a:spcPts val="95"/>
              </a:spcBef>
              <a:tabLst>
                <a:tab pos="336550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控制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线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数据线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固定长度的存储空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2800" spc="-6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19571" y="2954273"/>
            <a:ext cx="114300" cy="942340"/>
          </a:xfrm>
          <a:custGeom>
            <a:avLst/>
            <a:gdLst/>
            <a:ahLst/>
            <a:cxnLst/>
            <a:rect l="l" t="t" r="r" b="b"/>
            <a:pathLst>
              <a:path w="114300" h="942339">
                <a:moveTo>
                  <a:pt x="76200" y="0"/>
                </a:moveTo>
                <a:lnTo>
                  <a:pt x="38100" y="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0"/>
                </a:lnTo>
                <a:close/>
              </a:path>
              <a:path w="114300" h="942339">
                <a:moveTo>
                  <a:pt x="76200" y="266700"/>
                </a:moveTo>
                <a:lnTo>
                  <a:pt x="38100" y="266700"/>
                </a:lnTo>
                <a:lnTo>
                  <a:pt x="38100" y="419100"/>
                </a:lnTo>
                <a:lnTo>
                  <a:pt x="76200" y="419100"/>
                </a:lnTo>
                <a:lnTo>
                  <a:pt x="76200" y="266700"/>
                </a:lnTo>
                <a:close/>
              </a:path>
              <a:path w="114300" h="942339">
                <a:moveTo>
                  <a:pt x="76200" y="533400"/>
                </a:moveTo>
                <a:lnTo>
                  <a:pt x="38100" y="533400"/>
                </a:lnTo>
                <a:lnTo>
                  <a:pt x="38100" y="685800"/>
                </a:lnTo>
                <a:lnTo>
                  <a:pt x="76200" y="685800"/>
                </a:lnTo>
                <a:lnTo>
                  <a:pt x="76200" y="533400"/>
                </a:lnTo>
                <a:close/>
              </a:path>
              <a:path w="114300" h="942339">
                <a:moveTo>
                  <a:pt x="114300" y="751332"/>
                </a:moveTo>
                <a:lnTo>
                  <a:pt x="0" y="751332"/>
                </a:lnTo>
                <a:lnTo>
                  <a:pt x="57150" y="941832"/>
                </a:lnTo>
                <a:lnTo>
                  <a:pt x="114300" y="7513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91635" y="2955798"/>
            <a:ext cx="85725" cy="548640"/>
          </a:xfrm>
          <a:custGeom>
            <a:avLst/>
            <a:gdLst/>
            <a:ahLst/>
            <a:cxnLst/>
            <a:rect l="l" t="t" r="r" b="b"/>
            <a:pathLst>
              <a:path w="85725" h="548639">
                <a:moveTo>
                  <a:pt x="57150" y="434339"/>
                </a:moveTo>
                <a:lnTo>
                  <a:pt x="28575" y="434339"/>
                </a:lnTo>
                <a:lnTo>
                  <a:pt x="28575" y="548639"/>
                </a:lnTo>
                <a:lnTo>
                  <a:pt x="57150" y="548639"/>
                </a:lnTo>
                <a:lnTo>
                  <a:pt x="57150" y="434339"/>
                </a:lnTo>
                <a:close/>
              </a:path>
              <a:path w="85725" h="548639">
                <a:moveTo>
                  <a:pt x="57150" y="234314"/>
                </a:moveTo>
                <a:lnTo>
                  <a:pt x="28575" y="234314"/>
                </a:lnTo>
                <a:lnTo>
                  <a:pt x="28575" y="348614"/>
                </a:lnTo>
                <a:lnTo>
                  <a:pt x="57150" y="348614"/>
                </a:lnTo>
                <a:lnTo>
                  <a:pt x="57150" y="234314"/>
                </a:lnTo>
                <a:close/>
              </a:path>
              <a:path w="85725" h="548639">
                <a:moveTo>
                  <a:pt x="57150" y="128650"/>
                </a:moveTo>
                <a:lnTo>
                  <a:pt x="28575" y="128650"/>
                </a:lnTo>
                <a:lnTo>
                  <a:pt x="28575" y="148589"/>
                </a:lnTo>
                <a:lnTo>
                  <a:pt x="57150" y="148589"/>
                </a:lnTo>
                <a:lnTo>
                  <a:pt x="57150" y="128650"/>
                </a:lnTo>
                <a:close/>
              </a:path>
              <a:path w="85725" h="548639">
                <a:moveTo>
                  <a:pt x="42925" y="0"/>
                </a:moveTo>
                <a:lnTo>
                  <a:pt x="0" y="142875"/>
                </a:lnTo>
                <a:lnTo>
                  <a:pt x="28575" y="142875"/>
                </a:lnTo>
                <a:lnTo>
                  <a:pt x="28575" y="128650"/>
                </a:lnTo>
                <a:lnTo>
                  <a:pt x="81464" y="128650"/>
                </a:lnTo>
                <a:lnTo>
                  <a:pt x="42925" y="0"/>
                </a:lnTo>
                <a:close/>
              </a:path>
              <a:path w="85725" h="548639">
                <a:moveTo>
                  <a:pt x="81464" y="128650"/>
                </a:moveTo>
                <a:lnTo>
                  <a:pt x="57150" y="128650"/>
                </a:lnTo>
                <a:lnTo>
                  <a:pt x="57150" y="142875"/>
                </a:lnTo>
                <a:lnTo>
                  <a:pt x="85725" y="142875"/>
                </a:lnTo>
                <a:lnTo>
                  <a:pt x="81464" y="1286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027546" y="1596009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42488" y="2993898"/>
            <a:ext cx="114300" cy="510540"/>
          </a:xfrm>
          <a:custGeom>
            <a:avLst/>
            <a:gdLst/>
            <a:ahLst/>
            <a:cxnLst/>
            <a:rect l="l" t="t" r="r" b="b"/>
            <a:pathLst>
              <a:path w="114300" h="510539">
                <a:moveTo>
                  <a:pt x="38100" y="320039"/>
                </a:moveTo>
                <a:lnTo>
                  <a:pt x="0" y="320039"/>
                </a:lnTo>
                <a:lnTo>
                  <a:pt x="57150" y="510539"/>
                </a:lnTo>
                <a:lnTo>
                  <a:pt x="108585" y="339089"/>
                </a:lnTo>
                <a:lnTo>
                  <a:pt x="38100" y="339089"/>
                </a:lnTo>
                <a:lnTo>
                  <a:pt x="38100" y="320039"/>
                </a:lnTo>
                <a:close/>
              </a:path>
              <a:path w="114300" h="510539">
                <a:moveTo>
                  <a:pt x="76200" y="0"/>
                </a:moveTo>
                <a:lnTo>
                  <a:pt x="38100" y="0"/>
                </a:lnTo>
                <a:lnTo>
                  <a:pt x="38100" y="339089"/>
                </a:lnTo>
                <a:lnTo>
                  <a:pt x="76200" y="339089"/>
                </a:lnTo>
                <a:lnTo>
                  <a:pt x="76200" y="0"/>
                </a:lnTo>
                <a:close/>
              </a:path>
              <a:path w="114300" h="510539">
                <a:moveTo>
                  <a:pt x="114300" y="320039"/>
                </a:moveTo>
                <a:lnTo>
                  <a:pt x="76200" y="320039"/>
                </a:lnTo>
                <a:lnTo>
                  <a:pt x="76200" y="339089"/>
                </a:lnTo>
                <a:lnTo>
                  <a:pt x="108585" y="339089"/>
                </a:lnTo>
                <a:lnTo>
                  <a:pt x="114300" y="320039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94888" y="2047494"/>
            <a:ext cx="114300" cy="510540"/>
          </a:xfrm>
          <a:custGeom>
            <a:avLst/>
            <a:gdLst/>
            <a:ahLst/>
            <a:cxnLst/>
            <a:rect l="l" t="t" r="r" b="b"/>
            <a:pathLst>
              <a:path w="114300" h="510539">
                <a:moveTo>
                  <a:pt x="38100" y="320039"/>
                </a:moveTo>
                <a:lnTo>
                  <a:pt x="0" y="320039"/>
                </a:lnTo>
                <a:lnTo>
                  <a:pt x="57150" y="510539"/>
                </a:lnTo>
                <a:lnTo>
                  <a:pt x="108585" y="339089"/>
                </a:lnTo>
                <a:lnTo>
                  <a:pt x="38100" y="339089"/>
                </a:lnTo>
                <a:lnTo>
                  <a:pt x="38100" y="320039"/>
                </a:lnTo>
                <a:close/>
              </a:path>
              <a:path w="114300" h="510539">
                <a:moveTo>
                  <a:pt x="76200" y="0"/>
                </a:moveTo>
                <a:lnTo>
                  <a:pt x="38100" y="0"/>
                </a:lnTo>
                <a:lnTo>
                  <a:pt x="38100" y="339089"/>
                </a:lnTo>
                <a:lnTo>
                  <a:pt x="76200" y="339089"/>
                </a:lnTo>
                <a:lnTo>
                  <a:pt x="76200" y="0"/>
                </a:lnTo>
                <a:close/>
              </a:path>
              <a:path w="114300" h="510539">
                <a:moveTo>
                  <a:pt x="114300" y="320039"/>
                </a:moveTo>
                <a:lnTo>
                  <a:pt x="76200" y="320039"/>
                </a:lnTo>
                <a:lnTo>
                  <a:pt x="76200" y="339089"/>
                </a:lnTo>
                <a:lnTo>
                  <a:pt x="108585" y="339089"/>
                </a:lnTo>
                <a:lnTo>
                  <a:pt x="114300" y="320039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397752" y="2942082"/>
            <a:ext cx="114300" cy="954405"/>
          </a:xfrm>
          <a:custGeom>
            <a:avLst/>
            <a:gdLst/>
            <a:ahLst/>
            <a:cxnLst/>
            <a:rect l="l" t="t" r="r" b="b"/>
            <a:pathLst>
              <a:path w="114300" h="954404">
                <a:moveTo>
                  <a:pt x="76200" y="171450"/>
                </a:moveTo>
                <a:lnTo>
                  <a:pt x="38100" y="171450"/>
                </a:lnTo>
                <a:lnTo>
                  <a:pt x="38100" y="954023"/>
                </a:lnTo>
                <a:lnTo>
                  <a:pt x="76200" y="954023"/>
                </a:lnTo>
                <a:lnTo>
                  <a:pt x="76200" y="171450"/>
                </a:lnTo>
                <a:close/>
              </a:path>
              <a:path w="114300" h="954404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4" y="171450"/>
                </a:lnTo>
                <a:lnTo>
                  <a:pt x="57150" y="0"/>
                </a:lnTo>
                <a:close/>
              </a:path>
              <a:path w="114300" h="954404">
                <a:moveTo>
                  <a:pt x="108584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4" y="17145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147942" y="2047494"/>
            <a:ext cx="114300" cy="473075"/>
          </a:xfrm>
          <a:custGeom>
            <a:avLst/>
            <a:gdLst/>
            <a:ahLst/>
            <a:cxnLst/>
            <a:rect l="l" t="t" r="r" b="b"/>
            <a:pathLst>
              <a:path w="114300" h="473075">
                <a:moveTo>
                  <a:pt x="76059" y="189824"/>
                </a:moveTo>
                <a:lnTo>
                  <a:pt x="38076" y="191049"/>
                </a:lnTo>
                <a:lnTo>
                  <a:pt x="47117" y="473075"/>
                </a:lnTo>
                <a:lnTo>
                  <a:pt x="85217" y="471804"/>
                </a:lnTo>
                <a:lnTo>
                  <a:pt x="76059" y="189824"/>
                </a:lnTo>
                <a:close/>
              </a:path>
              <a:path w="114300" h="473075">
                <a:moveTo>
                  <a:pt x="50927" y="0"/>
                </a:moveTo>
                <a:lnTo>
                  <a:pt x="0" y="192277"/>
                </a:lnTo>
                <a:lnTo>
                  <a:pt x="38076" y="191049"/>
                </a:lnTo>
                <a:lnTo>
                  <a:pt x="37465" y="171957"/>
                </a:lnTo>
                <a:lnTo>
                  <a:pt x="75437" y="170687"/>
                </a:lnTo>
                <a:lnTo>
                  <a:pt x="108167" y="170687"/>
                </a:lnTo>
                <a:lnTo>
                  <a:pt x="50927" y="0"/>
                </a:lnTo>
                <a:close/>
              </a:path>
              <a:path w="114300" h="473075">
                <a:moveTo>
                  <a:pt x="75437" y="170687"/>
                </a:moveTo>
                <a:lnTo>
                  <a:pt x="37465" y="171957"/>
                </a:lnTo>
                <a:lnTo>
                  <a:pt x="38076" y="191049"/>
                </a:lnTo>
                <a:lnTo>
                  <a:pt x="76059" y="189824"/>
                </a:lnTo>
                <a:lnTo>
                  <a:pt x="75437" y="170687"/>
                </a:lnTo>
                <a:close/>
              </a:path>
              <a:path w="114300" h="473075">
                <a:moveTo>
                  <a:pt x="108167" y="170687"/>
                </a:moveTo>
                <a:lnTo>
                  <a:pt x="75437" y="170687"/>
                </a:lnTo>
                <a:lnTo>
                  <a:pt x="76059" y="189824"/>
                </a:lnTo>
                <a:lnTo>
                  <a:pt x="114173" y="188594"/>
                </a:lnTo>
                <a:lnTo>
                  <a:pt x="108167" y="170687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0977" y="26923"/>
            <a:ext cx="88430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6337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3.2.2</a:t>
            </a:r>
            <a:r>
              <a:rPr dirty="0" u="sng" sz="2000" spc="4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源程序的输入与预处理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1640" y="787654"/>
            <a:ext cx="37744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预处理程序</a:t>
            </a:r>
            <a:r>
              <a:rPr dirty="0" u="heavy" sz="2800" spc="-1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：</a:t>
            </a:r>
            <a:r>
              <a:rPr dirty="0" sz="2800" spc="-8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00"/>
                </a:solidFill>
                <a:latin typeface="宋体"/>
                <a:cs typeface="宋体"/>
              </a:rPr>
              <a:t>（作用）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640" y="1213029"/>
            <a:ext cx="7900670" cy="2800985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992505" indent="-625475">
              <a:lnSpc>
                <a:spcPct val="100000"/>
              </a:lnSpc>
              <a:spcBef>
                <a:spcPts val="1115"/>
              </a:spcBef>
              <a:buFont typeface="Times New Roman"/>
              <a:buAutoNum type="arabicPlain"/>
              <a:tabLst>
                <a:tab pos="99314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减少内存空间占用；</a:t>
            </a:r>
            <a:endParaRPr sz="2800">
              <a:latin typeface="宋体"/>
              <a:cs typeface="宋体"/>
            </a:endParaRPr>
          </a:p>
          <a:p>
            <a:pPr marL="992505" indent="-625475">
              <a:lnSpc>
                <a:spcPct val="100000"/>
              </a:lnSpc>
              <a:spcBef>
                <a:spcPts val="1010"/>
              </a:spcBef>
              <a:buFont typeface="Times New Roman"/>
              <a:buAutoNum type="arabicPlain"/>
              <a:tabLst>
                <a:tab pos="99314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减轻扫描器实质性处理的负担；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6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预处理程序主要任务：</a:t>
            </a:r>
            <a:endParaRPr sz="2800">
              <a:latin typeface="宋体"/>
              <a:cs typeface="宋体"/>
            </a:endParaRPr>
          </a:p>
          <a:p>
            <a:pPr marL="367665">
              <a:lnSpc>
                <a:spcPct val="100000"/>
              </a:lnSpc>
              <a:spcBef>
                <a:spcPts val="168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77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滤掉源程序中的非单词成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如无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空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0386" y="4201744"/>
            <a:ext cx="15697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行符等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37252" y="4264914"/>
            <a:ext cx="2476500" cy="192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23925">
              <a:lnSpc>
                <a:spcPct val="130000"/>
              </a:lnSpc>
              <a:spcBef>
                <a:spcPts val="100"/>
              </a:spcBef>
            </a:pPr>
            <a:r>
              <a:rPr dirty="0" sz="2400" b="1">
                <a:solidFill>
                  <a:srgbClr val="66FFFF"/>
                </a:solidFill>
                <a:latin typeface="宋体"/>
                <a:cs typeface="宋体"/>
              </a:rPr>
              <a:t>滤掉注释； </a:t>
            </a:r>
            <a:r>
              <a:rPr dirty="0" sz="2400" b="1">
                <a:solidFill>
                  <a:srgbClr val="66FFFF"/>
                </a:solidFill>
                <a:latin typeface="宋体"/>
                <a:cs typeface="宋体"/>
              </a:rPr>
              <a:t>宏替换；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ts val="3750"/>
              </a:lnSpc>
              <a:spcBef>
                <a:spcPts val="260"/>
              </a:spcBef>
            </a:pPr>
            <a:r>
              <a:rPr dirty="0" sz="2400" b="1">
                <a:solidFill>
                  <a:srgbClr val="66FFFF"/>
                </a:solidFill>
                <a:latin typeface="宋体"/>
                <a:cs typeface="宋体"/>
              </a:rPr>
              <a:t>文件包含的嵌入； 条件编译的嵌入；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40173" y="4554473"/>
            <a:ext cx="342900" cy="1542415"/>
          </a:xfrm>
          <a:custGeom>
            <a:avLst/>
            <a:gdLst/>
            <a:ahLst/>
            <a:cxnLst/>
            <a:rect l="l" t="t" r="r" b="b"/>
            <a:pathLst>
              <a:path w="342900" h="1542414">
                <a:moveTo>
                  <a:pt x="342900" y="1542288"/>
                </a:moveTo>
                <a:lnTo>
                  <a:pt x="288688" y="1535732"/>
                </a:lnTo>
                <a:lnTo>
                  <a:pt x="241621" y="1517478"/>
                </a:lnTo>
                <a:lnTo>
                  <a:pt x="204514" y="1489643"/>
                </a:lnTo>
                <a:lnTo>
                  <a:pt x="180185" y="1454344"/>
                </a:lnTo>
                <a:lnTo>
                  <a:pt x="171450" y="1413700"/>
                </a:lnTo>
                <a:lnTo>
                  <a:pt x="171450" y="899667"/>
                </a:lnTo>
                <a:lnTo>
                  <a:pt x="162714" y="859040"/>
                </a:lnTo>
                <a:lnTo>
                  <a:pt x="138385" y="823758"/>
                </a:lnTo>
                <a:lnTo>
                  <a:pt x="101278" y="795938"/>
                </a:lnTo>
                <a:lnTo>
                  <a:pt x="54211" y="777695"/>
                </a:lnTo>
                <a:lnTo>
                  <a:pt x="0" y="771144"/>
                </a:lnTo>
                <a:lnTo>
                  <a:pt x="54211" y="764591"/>
                </a:lnTo>
                <a:lnTo>
                  <a:pt x="101278" y="746341"/>
                </a:lnTo>
                <a:lnTo>
                  <a:pt x="138385" y="718501"/>
                </a:lnTo>
                <a:lnTo>
                  <a:pt x="162714" y="683182"/>
                </a:lnTo>
                <a:lnTo>
                  <a:pt x="171450" y="642493"/>
                </a:lnTo>
                <a:lnTo>
                  <a:pt x="171450" y="128524"/>
                </a:lnTo>
                <a:lnTo>
                  <a:pt x="180185" y="87896"/>
                </a:lnTo>
                <a:lnTo>
                  <a:pt x="204514" y="52614"/>
                </a:lnTo>
                <a:lnTo>
                  <a:pt x="241621" y="24794"/>
                </a:lnTo>
                <a:lnTo>
                  <a:pt x="288688" y="6551"/>
                </a:lnTo>
                <a:lnTo>
                  <a:pt x="3429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97763" y="5093970"/>
            <a:ext cx="35020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7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其他的预处理工作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3816" y="460324"/>
            <a:ext cx="7127875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5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8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	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词法</a:t>
            </a:r>
            <a:r>
              <a:rPr dirty="0" sz="3800" spc="-5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919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Lexical</a:t>
            </a:r>
            <a:r>
              <a:rPr dirty="0" sz="3200" spc="-25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1241" y="1976500"/>
            <a:ext cx="6448425" cy="3318510"/>
          </a:xfrm>
          <a:prstGeom prst="rect">
            <a:avLst/>
          </a:prstGeom>
        </p:spPr>
        <p:txBody>
          <a:bodyPr wrap="square" lIns="0" tIns="287020" rIns="0" bIns="0" rtlCol="0" vert="horz">
            <a:spAutoFit/>
          </a:bodyPr>
          <a:lstStyle/>
          <a:p>
            <a:pPr lvl="1" marL="814069" indent="-802005">
              <a:lnSpc>
                <a:spcPct val="100000"/>
              </a:lnSpc>
              <a:spcBef>
                <a:spcPts val="2260"/>
              </a:spcBef>
              <a:buFont typeface="Times New Roman"/>
              <a:buAutoNum type="arabicPeriod" startAt="2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词法分析器的设计与实现</a:t>
            </a:r>
            <a:endParaRPr sz="3600">
              <a:latin typeface="宋体"/>
              <a:cs typeface="宋体"/>
            </a:endParaRPr>
          </a:p>
          <a:p>
            <a:pPr lvl="2" marL="1847850" indent="-1376045">
              <a:lnSpc>
                <a:spcPct val="100000"/>
              </a:lnSpc>
              <a:spcBef>
                <a:spcPts val="2165"/>
              </a:spcBef>
              <a:buFont typeface="Times New Roman"/>
              <a:buAutoNum type="arabicPeriod"/>
              <a:tabLst>
                <a:tab pos="1847850" algn="l"/>
                <a:tab pos="184848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单词与属性字</a:t>
            </a:r>
            <a:endParaRPr sz="3600">
              <a:latin typeface="宋体"/>
              <a:cs typeface="宋体"/>
            </a:endParaRPr>
          </a:p>
          <a:p>
            <a:pPr lvl="2" marL="1847850" indent="-1376045">
              <a:lnSpc>
                <a:spcPct val="100000"/>
              </a:lnSpc>
              <a:spcBef>
                <a:spcPts val="2160"/>
              </a:spcBef>
              <a:buFont typeface="Times New Roman"/>
              <a:buAutoNum type="arabicPeriod"/>
              <a:tabLst>
                <a:tab pos="1847850" algn="l"/>
                <a:tab pos="1848485" algn="l"/>
              </a:tabLst>
            </a:pP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源程序的输入与预处理</a:t>
            </a:r>
            <a:endParaRPr sz="3600">
              <a:latin typeface="宋体"/>
              <a:cs typeface="宋体"/>
            </a:endParaRPr>
          </a:p>
          <a:p>
            <a:pPr marL="472440">
              <a:lnSpc>
                <a:spcPct val="100000"/>
              </a:lnSpc>
              <a:spcBef>
                <a:spcPts val="2160"/>
              </a:spcBef>
              <a:tabLst>
                <a:tab pos="1847850" algn="l"/>
              </a:tabLst>
            </a:pP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3.2.5	</a:t>
            </a: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扫描器设计、实现技术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57421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79080" y="4774691"/>
            <a:ext cx="1087120" cy="535305"/>
          </a:xfrm>
          <a:custGeom>
            <a:avLst/>
            <a:gdLst/>
            <a:ahLst/>
            <a:cxnLst/>
            <a:rect l="l" t="t" r="r" b="b"/>
            <a:pathLst>
              <a:path w="1087120" h="535304">
                <a:moveTo>
                  <a:pt x="271779" y="0"/>
                </a:moveTo>
                <a:lnTo>
                  <a:pt x="0" y="267461"/>
                </a:lnTo>
                <a:lnTo>
                  <a:pt x="271779" y="534923"/>
                </a:lnTo>
                <a:lnTo>
                  <a:pt x="271779" y="401192"/>
                </a:lnTo>
                <a:lnTo>
                  <a:pt x="1086612" y="401192"/>
                </a:lnTo>
                <a:lnTo>
                  <a:pt x="1086612" y="133730"/>
                </a:lnTo>
                <a:lnTo>
                  <a:pt x="271779" y="133730"/>
                </a:lnTo>
                <a:lnTo>
                  <a:pt x="27177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79080" y="4774691"/>
            <a:ext cx="1087120" cy="535305"/>
          </a:xfrm>
          <a:custGeom>
            <a:avLst/>
            <a:gdLst/>
            <a:ahLst/>
            <a:cxnLst/>
            <a:rect l="l" t="t" r="r" b="b"/>
            <a:pathLst>
              <a:path w="1087120" h="535304">
                <a:moveTo>
                  <a:pt x="0" y="267461"/>
                </a:moveTo>
                <a:lnTo>
                  <a:pt x="271779" y="0"/>
                </a:lnTo>
                <a:lnTo>
                  <a:pt x="271779" y="133730"/>
                </a:lnTo>
                <a:lnTo>
                  <a:pt x="1086612" y="133730"/>
                </a:lnTo>
                <a:lnTo>
                  <a:pt x="1086612" y="401192"/>
                </a:lnTo>
                <a:lnTo>
                  <a:pt x="271779" y="401192"/>
                </a:lnTo>
                <a:lnTo>
                  <a:pt x="271779" y="534923"/>
                </a:lnTo>
                <a:lnTo>
                  <a:pt x="0" y="267461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60440" y="26923"/>
            <a:ext cx="2645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513" y="0"/>
            <a:ext cx="5598795" cy="146494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530"/>
              </a:spcBef>
              <a:tabLst>
                <a:tab pos="783590" algn="l"/>
                <a:tab pos="21856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5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  <a:p>
            <a:pPr marL="288290" indent="-276225">
              <a:lnSpc>
                <a:spcPct val="100000"/>
              </a:lnSpc>
              <a:spcBef>
                <a:spcPts val="1105"/>
              </a:spcBef>
              <a:buClr>
                <a:srgbClr val="99FF99"/>
              </a:buClr>
              <a:buSzPct val="114285"/>
              <a:buFont typeface="Wingdings"/>
              <a:buChar char=""/>
              <a:tabLst>
                <a:tab pos="288925" algn="l"/>
              </a:tabLst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设计工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具</a:t>
            </a:r>
            <a:r>
              <a:rPr dirty="0" sz="2800" spc="-6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——</a:t>
            </a:r>
            <a:r>
              <a:rPr dirty="0" sz="2800" spc="-75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800" spc="-215" b="1">
                <a:solidFill>
                  <a:srgbClr val="FFFF00"/>
                </a:solidFill>
                <a:latin typeface="Times New Roman"/>
                <a:cs typeface="Times New Roman"/>
              </a:rPr>
              <a:t>FA</a:t>
            </a:r>
            <a:endParaRPr sz="280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675"/>
              </a:spcBef>
            </a:pPr>
            <a:r>
              <a:rPr dirty="0" u="heavy" sz="2800" spc="-10" b="1">
                <a:solidFill>
                  <a:srgbClr val="99FF99"/>
                </a:solidFill>
                <a:uFill>
                  <a:solidFill>
                    <a:srgbClr val="99FF99"/>
                  </a:solidFill>
                </a:uFill>
                <a:latin typeface="宋体"/>
                <a:cs typeface="宋体"/>
              </a:rPr>
              <a:t>作为扫描器的状态转换图的构</a:t>
            </a:r>
            <a:r>
              <a:rPr dirty="0" u="heavy" sz="2800" b="1">
                <a:solidFill>
                  <a:srgbClr val="99FF99"/>
                </a:solidFill>
                <a:uFill>
                  <a:solidFill>
                    <a:srgbClr val="99FF99"/>
                  </a:solidFill>
                </a:uFill>
                <a:latin typeface="宋体"/>
                <a:cs typeface="宋体"/>
              </a:rPr>
              <a:t>造</a:t>
            </a:r>
            <a:r>
              <a:rPr dirty="0" u="heavy" sz="2800" spc="-15" b="1">
                <a:solidFill>
                  <a:srgbClr val="99FF99"/>
                </a:solidFill>
                <a:uFill>
                  <a:solidFill>
                    <a:srgbClr val="99FF99"/>
                  </a:solidFill>
                </a:u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8591" y="1345990"/>
            <a:ext cx="7654290" cy="223012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 indent="408940">
              <a:lnSpc>
                <a:spcPct val="128000"/>
              </a:lnSpc>
              <a:spcBef>
                <a:spcPts val="30"/>
              </a:spcBef>
              <a:tabLst>
                <a:tab pos="1172210" algn="l"/>
                <a:tab pos="1687830" algn="l"/>
              </a:tabLst>
            </a:pP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step1</a:t>
            </a:r>
            <a:r>
              <a:rPr dirty="0" u="heavy" sz="2800" spc="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: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对语言的各类单词分别构造状态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3.3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设某语言由标识符和无符号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整数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两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类单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词构成，并设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表示字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十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进制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字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又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标识符和无符号正整数的正规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如下：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4960" y="3530879"/>
            <a:ext cx="3204210" cy="1135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64135">
              <a:lnSpc>
                <a:spcPct val="13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标识符：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L(L|D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|_)</a:t>
            </a:r>
            <a:r>
              <a:rPr dirty="0" baseline="25525" sz="2775" spc="-7" b="1">
                <a:solidFill>
                  <a:srgbClr val="FFFF00"/>
                </a:solidFill>
                <a:latin typeface="宋体"/>
                <a:cs typeface="宋体"/>
              </a:rPr>
              <a:t>* 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无符号正整数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DD</a:t>
            </a:r>
            <a:r>
              <a:rPr dirty="0" baseline="25525" sz="2775" b="1">
                <a:solidFill>
                  <a:srgbClr val="FFFF00"/>
                </a:solidFill>
                <a:latin typeface="宋体"/>
                <a:cs typeface="宋体"/>
              </a:rPr>
              <a:t>*</a:t>
            </a:r>
            <a:endParaRPr baseline="25525" sz="2775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2989" y="5923026"/>
            <a:ext cx="495300" cy="500380"/>
          </a:xfrm>
          <a:custGeom>
            <a:avLst/>
            <a:gdLst/>
            <a:ahLst/>
            <a:cxnLst/>
            <a:rect l="l" t="t" r="r" b="b"/>
            <a:pathLst>
              <a:path w="495300" h="500379">
                <a:moveTo>
                  <a:pt x="0" y="249936"/>
                </a:moveTo>
                <a:lnTo>
                  <a:pt x="3989" y="205009"/>
                </a:lnTo>
                <a:lnTo>
                  <a:pt x="15492" y="162725"/>
                </a:lnTo>
                <a:lnTo>
                  <a:pt x="33810" y="123788"/>
                </a:lnTo>
                <a:lnTo>
                  <a:pt x="58242" y="88905"/>
                </a:lnTo>
                <a:lnTo>
                  <a:pt x="88089" y="58781"/>
                </a:lnTo>
                <a:lnTo>
                  <a:pt x="122653" y="34123"/>
                </a:lnTo>
                <a:lnTo>
                  <a:pt x="161234" y="15636"/>
                </a:lnTo>
                <a:lnTo>
                  <a:pt x="203133" y="4026"/>
                </a:lnTo>
                <a:lnTo>
                  <a:pt x="247650" y="0"/>
                </a:lnTo>
                <a:lnTo>
                  <a:pt x="292166" y="4026"/>
                </a:lnTo>
                <a:lnTo>
                  <a:pt x="334065" y="15636"/>
                </a:lnTo>
                <a:lnTo>
                  <a:pt x="372646" y="34123"/>
                </a:lnTo>
                <a:lnTo>
                  <a:pt x="407210" y="58781"/>
                </a:lnTo>
                <a:lnTo>
                  <a:pt x="437057" y="88905"/>
                </a:lnTo>
                <a:lnTo>
                  <a:pt x="461489" y="123788"/>
                </a:lnTo>
                <a:lnTo>
                  <a:pt x="479807" y="162725"/>
                </a:lnTo>
                <a:lnTo>
                  <a:pt x="491310" y="205009"/>
                </a:lnTo>
                <a:lnTo>
                  <a:pt x="495300" y="249936"/>
                </a:lnTo>
                <a:lnTo>
                  <a:pt x="491310" y="294862"/>
                </a:lnTo>
                <a:lnTo>
                  <a:pt x="479807" y="337146"/>
                </a:lnTo>
                <a:lnTo>
                  <a:pt x="461489" y="376083"/>
                </a:lnTo>
                <a:lnTo>
                  <a:pt x="437057" y="410966"/>
                </a:lnTo>
                <a:lnTo>
                  <a:pt x="407210" y="441090"/>
                </a:lnTo>
                <a:lnTo>
                  <a:pt x="372646" y="465748"/>
                </a:lnTo>
                <a:lnTo>
                  <a:pt x="334065" y="484235"/>
                </a:lnTo>
                <a:lnTo>
                  <a:pt x="292166" y="495845"/>
                </a:lnTo>
                <a:lnTo>
                  <a:pt x="247650" y="499872"/>
                </a:lnTo>
                <a:lnTo>
                  <a:pt x="203133" y="495845"/>
                </a:lnTo>
                <a:lnTo>
                  <a:pt x="161234" y="484235"/>
                </a:lnTo>
                <a:lnTo>
                  <a:pt x="122653" y="465748"/>
                </a:lnTo>
                <a:lnTo>
                  <a:pt x="88089" y="441090"/>
                </a:lnTo>
                <a:lnTo>
                  <a:pt x="58242" y="410966"/>
                </a:lnTo>
                <a:lnTo>
                  <a:pt x="33810" y="376083"/>
                </a:lnTo>
                <a:lnTo>
                  <a:pt x="15492" y="337146"/>
                </a:lnTo>
                <a:lnTo>
                  <a:pt x="3989" y="294862"/>
                </a:lnTo>
                <a:lnTo>
                  <a:pt x="0" y="24993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83335" y="597265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64458" y="5883402"/>
            <a:ext cx="489584" cy="489584"/>
          </a:xfrm>
          <a:custGeom>
            <a:avLst/>
            <a:gdLst/>
            <a:ahLst/>
            <a:cxnLst/>
            <a:rect l="l" t="t" r="r" b="b"/>
            <a:pathLst>
              <a:path w="489585" h="489585">
                <a:moveTo>
                  <a:pt x="0" y="244602"/>
                </a:moveTo>
                <a:lnTo>
                  <a:pt x="4967" y="195306"/>
                </a:lnTo>
                <a:lnTo>
                  <a:pt x="19216" y="149391"/>
                </a:lnTo>
                <a:lnTo>
                  <a:pt x="41764" y="107842"/>
                </a:lnTo>
                <a:lnTo>
                  <a:pt x="71627" y="71642"/>
                </a:lnTo>
                <a:lnTo>
                  <a:pt x="107825" y="41774"/>
                </a:lnTo>
                <a:lnTo>
                  <a:pt x="149375" y="19222"/>
                </a:lnTo>
                <a:lnTo>
                  <a:pt x="195295" y="4969"/>
                </a:lnTo>
                <a:lnTo>
                  <a:pt x="244601" y="0"/>
                </a:lnTo>
                <a:lnTo>
                  <a:pt x="293908" y="4969"/>
                </a:lnTo>
                <a:lnTo>
                  <a:pt x="339828" y="19222"/>
                </a:lnTo>
                <a:lnTo>
                  <a:pt x="381378" y="41774"/>
                </a:lnTo>
                <a:lnTo>
                  <a:pt x="417575" y="71642"/>
                </a:lnTo>
                <a:lnTo>
                  <a:pt x="447439" y="107842"/>
                </a:lnTo>
                <a:lnTo>
                  <a:pt x="469987" y="149391"/>
                </a:lnTo>
                <a:lnTo>
                  <a:pt x="484236" y="195306"/>
                </a:lnTo>
                <a:lnTo>
                  <a:pt x="489203" y="244602"/>
                </a:lnTo>
                <a:lnTo>
                  <a:pt x="484236" y="293897"/>
                </a:lnTo>
                <a:lnTo>
                  <a:pt x="469987" y="339812"/>
                </a:lnTo>
                <a:lnTo>
                  <a:pt x="447439" y="381361"/>
                </a:lnTo>
                <a:lnTo>
                  <a:pt x="417575" y="417561"/>
                </a:lnTo>
                <a:lnTo>
                  <a:pt x="381378" y="447429"/>
                </a:lnTo>
                <a:lnTo>
                  <a:pt x="339828" y="469981"/>
                </a:lnTo>
                <a:lnTo>
                  <a:pt x="293908" y="484234"/>
                </a:lnTo>
                <a:lnTo>
                  <a:pt x="244601" y="489204"/>
                </a:lnTo>
                <a:lnTo>
                  <a:pt x="195295" y="484234"/>
                </a:lnTo>
                <a:lnTo>
                  <a:pt x="149375" y="469981"/>
                </a:lnTo>
                <a:lnTo>
                  <a:pt x="107825" y="447429"/>
                </a:lnTo>
                <a:lnTo>
                  <a:pt x="71628" y="417561"/>
                </a:lnTo>
                <a:lnTo>
                  <a:pt x="41764" y="381361"/>
                </a:lnTo>
                <a:lnTo>
                  <a:pt x="19216" y="339812"/>
                </a:lnTo>
                <a:lnTo>
                  <a:pt x="4967" y="293897"/>
                </a:lnTo>
                <a:lnTo>
                  <a:pt x="0" y="244602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17214" y="5828538"/>
            <a:ext cx="599440" cy="603885"/>
          </a:xfrm>
          <a:custGeom>
            <a:avLst/>
            <a:gdLst/>
            <a:ahLst/>
            <a:cxnLst/>
            <a:rect l="l" t="t" r="r" b="b"/>
            <a:pathLst>
              <a:path w="599439" h="603885">
                <a:moveTo>
                  <a:pt x="0" y="301752"/>
                </a:moveTo>
                <a:lnTo>
                  <a:pt x="3920" y="252807"/>
                </a:lnTo>
                <a:lnTo>
                  <a:pt x="15270" y="206376"/>
                </a:lnTo>
                <a:lnTo>
                  <a:pt x="33432" y="163081"/>
                </a:lnTo>
                <a:lnTo>
                  <a:pt x="57790" y="123542"/>
                </a:lnTo>
                <a:lnTo>
                  <a:pt x="87725" y="88382"/>
                </a:lnTo>
                <a:lnTo>
                  <a:pt x="122621" y="58221"/>
                </a:lnTo>
                <a:lnTo>
                  <a:pt x="161860" y="33681"/>
                </a:lnTo>
                <a:lnTo>
                  <a:pt x="204825" y="15383"/>
                </a:lnTo>
                <a:lnTo>
                  <a:pt x="250899" y="3949"/>
                </a:lnTo>
                <a:lnTo>
                  <a:pt x="299465" y="0"/>
                </a:lnTo>
                <a:lnTo>
                  <a:pt x="348032" y="3949"/>
                </a:lnTo>
                <a:lnTo>
                  <a:pt x="394106" y="15383"/>
                </a:lnTo>
                <a:lnTo>
                  <a:pt x="437071" y="33681"/>
                </a:lnTo>
                <a:lnTo>
                  <a:pt x="476310" y="58221"/>
                </a:lnTo>
                <a:lnTo>
                  <a:pt x="511206" y="88382"/>
                </a:lnTo>
                <a:lnTo>
                  <a:pt x="541141" y="123542"/>
                </a:lnTo>
                <a:lnTo>
                  <a:pt x="565499" y="163081"/>
                </a:lnTo>
                <a:lnTo>
                  <a:pt x="583661" y="206376"/>
                </a:lnTo>
                <a:lnTo>
                  <a:pt x="595011" y="252807"/>
                </a:lnTo>
                <a:lnTo>
                  <a:pt x="598932" y="301752"/>
                </a:lnTo>
                <a:lnTo>
                  <a:pt x="595011" y="350696"/>
                </a:lnTo>
                <a:lnTo>
                  <a:pt x="583661" y="397127"/>
                </a:lnTo>
                <a:lnTo>
                  <a:pt x="565499" y="440422"/>
                </a:lnTo>
                <a:lnTo>
                  <a:pt x="541141" y="479961"/>
                </a:lnTo>
                <a:lnTo>
                  <a:pt x="511206" y="515121"/>
                </a:lnTo>
                <a:lnTo>
                  <a:pt x="476310" y="545282"/>
                </a:lnTo>
                <a:lnTo>
                  <a:pt x="437071" y="569822"/>
                </a:lnTo>
                <a:lnTo>
                  <a:pt x="394106" y="588120"/>
                </a:lnTo>
                <a:lnTo>
                  <a:pt x="348032" y="599554"/>
                </a:lnTo>
                <a:lnTo>
                  <a:pt x="299465" y="603504"/>
                </a:lnTo>
                <a:lnTo>
                  <a:pt x="250899" y="599554"/>
                </a:lnTo>
                <a:lnTo>
                  <a:pt x="204825" y="588120"/>
                </a:lnTo>
                <a:lnTo>
                  <a:pt x="161860" y="569822"/>
                </a:lnTo>
                <a:lnTo>
                  <a:pt x="122621" y="545282"/>
                </a:lnTo>
                <a:lnTo>
                  <a:pt x="87725" y="515121"/>
                </a:lnTo>
                <a:lnTo>
                  <a:pt x="57790" y="479961"/>
                </a:lnTo>
                <a:lnTo>
                  <a:pt x="33432" y="440422"/>
                </a:lnTo>
                <a:lnTo>
                  <a:pt x="15270" y="397127"/>
                </a:lnTo>
                <a:lnTo>
                  <a:pt x="3920" y="350696"/>
                </a:lnTo>
                <a:lnTo>
                  <a:pt x="0" y="30175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9277" y="6120384"/>
            <a:ext cx="704215" cy="114300"/>
          </a:xfrm>
          <a:custGeom>
            <a:avLst/>
            <a:gdLst/>
            <a:ahLst/>
            <a:cxnLst/>
            <a:rect l="l" t="t" r="r" b="b"/>
            <a:pathLst>
              <a:path w="704215" h="114300">
                <a:moveTo>
                  <a:pt x="513588" y="0"/>
                </a:moveTo>
                <a:lnTo>
                  <a:pt x="513588" y="114299"/>
                </a:lnTo>
                <a:lnTo>
                  <a:pt x="640588" y="76199"/>
                </a:lnTo>
                <a:lnTo>
                  <a:pt x="532638" y="76199"/>
                </a:lnTo>
                <a:lnTo>
                  <a:pt x="532638" y="38099"/>
                </a:lnTo>
                <a:lnTo>
                  <a:pt x="640588" y="38099"/>
                </a:lnTo>
                <a:lnTo>
                  <a:pt x="513588" y="0"/>
                </a:lnTo>
                <a:close/>
              </a:path>
              <a:path w="704215" h="114300">
                <a:moveTo>
                  <a:pt x="51358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13588" y="76199"/>
                </a:lnTo>
                <a:lnTo>
                  <a:pt x="513588" y="38099"/>
                </a:lnTo>
                <a:close/>
              </a:path>
              <a:path w="704215" h="114300">
                <a:moveTo>
                  <a:pt x="640588" y="38099"/>
                </a:moveTo>
                <a:lnTo>
                  <a:pt x="532638" y="38099"/>
                </a:lnTo>
                <a:lnTo>
                  <a:pt x="532638" y="76199"/>
                </a:lnTo>
                <a:lnTo>
                  <a:pt x="640588" y="76199"/>
                </a:lnTo>
                <a:lnTo>
                  <a:pt x="704088" y="57149"/>
                </a:lnTo>
                <a:lnTo>
                  <a:pt x="640588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85594" y="6142418"/>
            <a:ext cx="701675" cy="114300"/>
          </a:xfrm>
          <a:custGeom>
            <a:avLst/>
            <a:gdLst/>
            <a:ahLst/>
            <a:cxnLst/>
            <a:rect l="l" t="t" r="r" b="b"/>
            <a:pathLst>
              <a:path w="701675" h="114300">
                <a:moveTo>
                  <a:pt x="510921" y="0"/>
                </a:moveTo>
                <a:lnTo>
                  <a:pt x="510751" y="38093"/>
                </a:lnTo>
                <a:lnTo>
                  <a:pt x="529844" y="38176"/>
                </a:lnTo>
                <a:lnTo>
                  <a:pt x="529590" y="76276"/>
                </a:lnTo>
                <a:lnTo>
                  <a:pt x="510581" y="76276"/>
                </a:lnTo>
                <a:lnTo>
                  <a:pt x="510413" y="114300"/>
                </a:lnTo>
                <a:lnTo>
                  <a:pt x="639188" y="76276"/>
                </a:lnTo>
                <a:lnTo>
                  <a:pt x="529590" y="76276"/>
                </a:lnTo>
                <a:lnTo>
                  <a:pt x="639467" y="76193"/>
                </a:lnTo>
                <a:lnTo>
                  <a:pt x="701167" y="57975"/>
                </a:lnTo>
                <a:lnTo>
                  <a:pt x="510921" y="0"/>
                </a:lnTo>
                <a:close/>
              </a:path>
              <a:path w="701675" h="114300">
                <a:moveTo>
                  <a:pt x="510751" y="38093"/>
                </a:moveTo>
                <a:lnTo>
                  <a:pt x="510582" y="76193"/>
                </a:lnTo>
                <a:lnTo>
                  <a:pt x="529590" y="76276"/>
                </a:lnTo>
                <a:lnTo>
                  <a:pt x="529844" y="38176"/>
                </a:lnTo>
                <a:lnTo>
                  <a:pt x="510751" y="38093"/>
                </a:lnTo>
                <a:close/>
              </a:path>
              <a:path w="701675" h="114300">
                <a:moveTo>
                  <a:pt x="254" y="35877"/>
                </a:moveTo>
                <a:lnTo>
                  <a:pt x="0" y="73977"/>
                </a:lnTo>
                <a:lnTo>
                  <a:pt x="510582" y="76193"/>
                </a:lnTo>
                <a:lnTo>
                  <a:pt x="510751" y="38093"/>
                </a:lnTo>
                <a:lnTo>
                  <a:pt x="254" y="3587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48533" y="6120384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29" h="114300">
                <a:moveTo>
                  <a:pt x="646176" y="0"/>
                </a:moveTo>
                <a:lnTo>
                  <a:pt x="646176" y="114299"/>
                </a:lnTo>
                <a:lnTo>
                  <a:pt x="773176" y="76199"/>
                </a:lnTo>
                <a:lnTo>
                  <a:pt x="665226" y="76199"/>
                </a:lnTo>
                <a:lnTo>
                  <a:pt x="665226" y="38099"/>
                </a:lnTo>
                <a:lnTo>
                  <a:pt x="773176" y="38099"/>
                </a:lnTo>
                <a:lnTo>
                  <a:pt x="646176" y="0"/>
                </a:lnTo>
                <a:close/>
              </a:path>
              <a:path w="836929" h="114300">
                <a:moveTo>
                  <a:pt x="64617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46176" y="76199"/>
                </a:lnTo>
                <a:lnTo>
                  <a:pt x="646176" y="38099"/>
                </a:lnTo>
                <a:close/>
              </a:path>
              <a:path w="836929" h="114300">
                <a:moveTo>
                  <a:pt x="773176" y="38099"/>
                </a:moveTo>
                <a:lnTo>
                  <a:pt x="665226" y="38099"/>
                </a:lnTo>
                <a:lnTo>
                  <a:pt x="665226" y="76199"/>
                </a:lnTo>
                <a:lnTo>
                  <a:pt x="773176" y="76199"/>
                </a:lnTo>
                <a:lnTo>
                  <a:pt x="836676" y="57149"/>
                </a:lnTo>
                <a:lnTo>
                  <a:pt x="77317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742313" y="5776671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56282" y="5923026"/>
            <a:ext cx="492759" cy="500380"/>
          </a:xfrm>
          <a:custGeom>
            <a:avLst/>
            <a:gdLst/>
            <a:ahLst/>
            <a:cxnLst/>
            <a:rect l="l" t="t" r="r" b="b"/>
            <a:pathLst>
              <a:path w="492760" h="500379">
                <a:moveTo>
                  <a:pt x="0" y="249936"/>
                </a:moveTo>
                <a:lnTo>
                  <a:pt x="5002" y="199565"/>
                </a:lnTo>
                <a:lnTo>
                  <a:pt x="19347" y="152649"/>
                </a:lnTo>
                <a:lnTo>
                  <a:pt x="42045" y="110194"/>
                </a:lnTo>
                <a:lnTo>
                  <a:pt x="72104" y="73204"/>
                </a:lnTo>
                <a:lnTo>
                  <a:pt x="108532" y="42685"/>
                </a:lnTo>
                <a:lnTo>
                  <a:pt x="150340" y="19641"/>
                </a:lnTo>
                <a:lnTo>
                  <a:pt x="196534" y="5077"/>
                </a:lnTo>
                <a:lnTo>
                  <a:pt x="246125" y="0"/>
                </a:lnTo>
                <a:lnTo>
                  <a:pt x="295717" y="5077"/>
                </a:lnTo>
                <a:lnTo>
                  <a:pt x="341911" y="19641"/>
                </a:lnTo>
                <a:lnTo>
                  <a:pt x="383719" y="42685"/>
                </a:lnTo>
                <a:lnTo>
                  <a:pt x="420147" y="73204"/>
                </a:lnTo>
                <a:lnTo>
                  <a:pt x="450206" y="110194"/>
                </a:lnTo>
                <a:lnTo>
                  <a:pt x="472904" y="152649"/>
                </a:lnTo>
                <a:lnTo>
                  <a:pt x="487249" y="199565"/>
                </a:lnTo>
                <a:lnTo>
                  <a:pt x="492251" y="249936"/>
                </a:lnTo>
                <a:lnTo>
                  <a:pt x="487249" y="300306"/>
                </a:lnTo>
                <a:lnTo>
                  <a:pt x="472904" y="347222"/>
                </a:lnTo>
                <a:lnTo>
                  <a:pt x="450206" y="389677"/>
                </a:lnTo>
                <a:lnTo>
                  <a:pt x="420147" y="426667"/>
                </a:lnTo>
                <a:lnTo>
                  <a:pt x="383719" y="457186"/>
                </a:lnTo>
                <a:lnTo>
                  <a:pt x="341911" y="480230"/>
                </a:lnTo>
                <a:lnTo>
                  <a:pt x="295717" y="494794"/>
                </a:lnTo>
                <a:lnTo>
                  <a:pt x="246125" y="499872"/>
                </a:lnTo>
                <a:lnTo>
                  <a:pt x="196534" y="494794"/>
                </a:lnTo>
                <a:lnTo>
                  <a:pt x="150340" y="480230"/>
                </a:lnTo>
                <a:lnTo>
                  <a:pt x="108532" y="457186"/>
                </a:lnTo>
                <a:lnTo>
                  <a:pt x="72104" y="426667"/>
                </a:lnTo>
                <a:lnTo>
                  <a:pt x="42045" y="389677"/>
                </a:lnTo>
                <a:lnTo>
                  <a:pt x="19347" y="347222"/>
                </a:lnTo>
                <a:lnTo>
                  <a:pt x="5002" y="300306"/>
                </a:lnTo>
                <a:lnTo>
                  <a:pt x="0" y="24993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376932" y="597265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64714" y="5630976"/>
            <a:ext cx="880110" cy="1140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0020">
              <a:lnSpc>
                <a:spcPct val="1524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other 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41163" y="5656884"/>
            <a:ext cx="155321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表 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000" spc="-5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的字符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08860" y="6368808"/>
            <a:ext cx="407034" cy="302895"/>
          </a:xfrm>
          <a:custGeom>
            <a:avLst/>
            <a:gdLst/>
            <a:ahLst/>
            <a:cxnLst/>
            <a:rect l="l" t="t" r="r" b="b"/>
            <a:pathLst>
              <a:path w="407035" h="302895">
                <a:moveTo>
                  <a:pt x="38100" y="0"/>
                </a:moveTo>
                <a:lnTo>
                  <a:pt x="0" y="1498"/>
                </a:lnTo>
                <a:lnTo>
                  <a:pt x="1015" y="27978"/>
                </a:lnTo>
                <a:lnTo>
                  <a:pt x="4063" y="55575"/>
                </a:lnTo>
                <a:lnTo>
                  <a:pt x="15620" y="109245"/>
                </a:lnTo>
                <a:lnTo>
                  <a:pt x="33654" y="159372"/>
                </a:lnTo>
                <a:lnTo>
                  <a:pt x="57022" y="204520"/>
                </a:lnTo>
                <a:lnTo>
                  <a:pt x="85216" y="243154"/>
                </a:lnTo>
                <a:lnTo>
                  <a:pt x="117728" y="274040"/>
                </a:lnTo>
                <a:lnTo>
                  <a:pt x="153669" y="294576"/>
                </a:lnTo>
                <a:lnTo>
                  <a:pt x="192912" y="302475"/>
                </a:lnTo>
                <a:lnTo>
                  <a:pt x="202819" y="302094"/>
                </a:lnTo>
                <a:lnTo>
                  <a:pt x="241807" y="291249"/>
                </a:lnTo>
                <a:lnTo>
                  <a:pt x="277240" y="268224"/>
                </a:lnTo>
                <a:lnTo>
                  <a:pt x="281510" y="264426"/>
                </a:lnTo>
                <a:lnTo>
                  <a:pt x="194563" y="264426"/>
                </a:lnTo>
                <a:lnTo>
                  <a:pt x="188340" y="264236"/>
                </a:lnTo>
                <a:lnTo>
                  <a:pt x="148335" y="249008"/>
                </a:lnTo>
                <a:lnTo>
                  <a:pt x="114934" y="219354"/>
                </a:lnTo>
                <a:lnTo>
                  <a:pt x="90169" y="185788"/>
                </a:lnTo>
                <a:lnTo>
                  <a:pt x="69087" y="145211"/>
                </a:lnTo>
                <a:lnTo>
                  <a:pt x="52577" y="99898"/>
                </a:lnTo>
                <a:lnTo>
                  <a:pt x="41909" y="51460"/>
                </a:lnTo>
                <a:lnTo>
                  <a:pt x="39115" y="26479"/>
                </a:lnTo>
                <a:lnTo>
                  <a:pt x="38100" y="0"/>
                </a:lnTo>
                <a:close/>
              </a:path>
              <a:path w="407035" h="302895">
                <a:moveTo>
                  <a:pt x="327032" y="124368"/>
                </a:moveTo>
                <a:lnTo>
                  <a:pt x="308863" y="165633"/>
                </a:lnTo>
                <a:lnTo>
                  <a:pt x="286131" y="202603"/>
                </a:lnTo>
                <a:lnTo>
                  <a:pt x="260222" y="232410"/>
                </a:lnTo>
                <a:lnTo>
                  <a:pt x="226821" y="256222"/>
                </a:lnTo>
                <a:lnTo>
                  <a:pt x="194563" y="264426"/>
                </a:lnTo>
                <a:lnTo>
                  <a:pt x="281510" y="264426"/>
                </a:lnTo>
                <a:lnTo>
                  <a:pt x="315848" y="226377"/>
                </a:lnTo>
                <a:lnTo>
                  <a:pt x="342010" y="184480"/>
                </a:lnTo>
                <a:lnTo>
                  <a:pt x="363092" y="136855"/>
                </a:lnTo>
                <a:lnTo>
                  <a:pt x="363473" y="135978"/>
                </a:lnTo>
                <a:lnTo>
                  <a:pt x="363981" y="134150"/>
                </a:lnTo>
                <a:lnTo>
                  <a:pt x="365993" y="125476"/>
                </a:lnTo>
                <a:lnTo>
                  <a:pt x="326770" y="125476"/>
                </a:lnTo>
                <a:lnTo>
                  <a:pt x="327032" y="124368"/>
                </a:lnTo>
                <a:close/>
              </a:path>
              <a:path w="407035" h="302895">
                <a:moveTo>
                  <a:pt x="327659" y="122770"/>
                </a:moveTo>
                <a:lnTo>
                  <a:pt x="327032" y="124368"/>
                </a:lnTo>
                <a:lnTo>
                  <a:pt x="326770" y="125476"/>
                </a:lnTo>
                <a:lnTo>
                  <a:pt x="327659" y="122770"/>
                </a:lnTo>
                <a:close/>
              </a:path>
              <a:path w="407035" h="302895">
                <a:moveTo>
                  <a:pt x="366620" y="122770"/>
                </a:moveTo>
                <a:lnTo>
                  <a:pt x="327659" y="122770"/>
                </a:lnTo>
                <a:lnTo>
                  <a:pt x="326770" y="125476"/>
                </a:lnTo>
                <a:lnTo>
                  <a:pt x="365993" y="125476"/>
                </a:lnTo>
                <a:lnTo>
                  <a:pt x="366620" y="122770"/>
                </a:lnTo>
                <a:close/>
              </a:path>
              <a:path w="407035" h="302895">
                <a:moveTo>
                  <a:pt x="329957" y="111959"/>
                </a:moveTo>
                <a:lnTo>
                  <a:pt x="327032" y="124368"/>
                </a:lnTo>
                <a:lnTo>
                  <a:pt x="327659" y="122770"/>
                </a:lnTo>
                <a:lnTo>
                  <a:pt x="366620" y="122770"/>
                </a:lnTo>
                <a:lnTo>
                  <a:pt x="367715" y="118048"/>
                </a:lnTo>
                <a:lnTo>
                  <a:pt x="329957" y="111959"/>
                </a:lnTo>
                <a:close/>
              </a:path>
              <a:path w="407035" h="302895">
                <a:moveTo>
                  <a:pt x="396421" y="92075"/>
                </a:moveTo>
                <a:lnTo>
                  <a:pt x="334644" y="92075"/>
                </a:lnTo>
                <a:lnTo>
                  <a:pt x="371728" y="100736"/>
                </a:lnTo>
                <a:lnTo>
                  <a:pt x="367715" y="118048"/>
                </a:lnTo>
                <a:lnTo>
                  <a:pt x="406526" y="124307"/>
                </a:lnTo>
                <a:lnTo>
                  <a:pt x="396421" y="92075"/>
                </a:lnTo>
                <a:close/>
              </a:path>
              <a:path w="407035" h="302895">
                <a:moveTo>
                  <a:pt x="334644" y="92075"/>
                </a:moveTo>
                <a:lnTo>
                  <a:pt x="329957" y="111959"/>
                </a:lnTo>
                <a:lnTo>
                  <a:pt x="367715" y="118048"/>
                </a:lnTo>
                <a:lnTo>
                  <a:pt x="371728" y="100736"/>
                </a:lnTo>
                <a:lnTo>
                  <a:pt x="334644" y="92075"/>
                </a:lnTo>
                <a:close/>
              </a:path>
              <a:path w="407035" h="302895">
                <a:moveTo>
                  <a:pt x="368300" y="2374"/>
                </a:moveTo>
                <a:lnTo>
                  <a:pt x="293750" y="106121"/>
                </a:lnTo>
                <a:lnTo>
                  <a:pt x="329957" y="111959"/>
                </a:lnTo>
                <a:lnTo>
                  <a:pt x="334644" y="92075"/>
                </a:lnTo>
                <a:lnTo>
                  <a:pt x="396421" y="92075"/>
                </a:lnTo>
                <a:lnTo>
                  <a:pt x="368300" y="237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69941" y="4860797"/>
            <a:ext cx="489584" cy="487680"/>
          </a:xfrm>
          <a:custGeom>
            <a:avLst/>
            <a:gdLst/>
            <a:ahLst/>
            <a:cxnLst/>
            <a:rect l="l" t="t" r="r" b="b"/>
            <a:pathLst>
              <a:path w="489585" h="487679">
                <a:moveTo>
                  <a:pt x="0" y="243839"/>
                </a:moveTo>
                <a:lnTo>
                  <a:pt x="4967" y="194711"/>
                </a:lnTo>
                <a:lnTo>
                  <a:pt x="19216" y="148947"/>
                </a:lnTo>
                <a:lnTo>
                  <a:pt x="41764" y="107528"/>
                </a:lnTo>
                <a:lnTo>
                  <a:pt x="71627" y="71437"/>
                </a:lnTo>
                <a:lnTo>
                  <a:pt x="107825" y="41656"/>
                </a:lnTo>
                <a:lnTo>
                  <a:pt x="149375" y="19169"/>
                </a:lnTo>
                <a:lnTo>
                  <a:pt x="195295" y="4955"/>
                </a:lnTo>
                <a:lnTo>
                  <a:pt x="244602" y="0"/>
                </a:lnTo>
                <a:lnTo>
                  <a:pt x="293908" y="4955"/>
                </a:lnTo>
                <a:lnTo>
                  <a:pt x="339828" y="19169"/>
                </a:lnTo>
                <a:lnTo>
                  <a:pt x="381378" y="41656"/>
                </a:lnTo>
                <a:lnTo>
                  <a:pt x="417575" y="71437"/>
                </a:lnTo>
                <a:lnTo>
                  <a:pt x="447439" y="107528"/>
                </a:lnTo>
                <a:lnTo>
                  <a:pt x="469987" y="148947"/>
                </a:lnTo>
                <a:lnTo>
                  <a:pt x="484236" y="194711"/>
                </a:lnTo>
                <a:lnTo>
                  <a:pt x="489204" y="243839"/>
                </a:lnTo>
                <a:lnTo>
                  <a:pt x="484236" y="292968"/>
                </a:lnTo>
                <a:lnTo>
                  <a:pt x="469987" y="338732"/>
                </a:lnTo>
                <a:lnTo>
                  <a:pt x="447439" y="380151"/>
                </a:lnTo>
                <a:lnTo>
                  <a:pt x="417576" y="416242"/>
                </a:lnTo>
                <a:lnTo>
                  <a:pt x="381378" y="446023"/>
                </a:lnTo>
                <a:lnTo>
                  <a:pt x="339828" y="468510"/>
                </a:lnTo>
                <a:lnTo>
                  <a:pt x="293908" y="482724"/>
                </a:lnTo>
                <a:lnTo>
                  <a:pt x="244602" y="487679"/>
                </a:lnTo>
                <a:lnTo>
                  <a:pt x="195295" y="482724"/>
                </a:lnTo>
                <a:lnTo>
                  <a:pt x="149375" y="468510"/>
                </a:lnTo>
                <a:lnTo>
                  <a:pt x="107825" y="446023"/>
                </a:lnTo>
                <a:lnTo>
                  <a:pt x="71627" y="416242"/>
                </a:lnTo>
                <a:lnTo>
                  <a:pt x="41764" y="380151"/>
                </a:lnTo>
                <a:lnTo>
                  <a:pt x="19216" y="338732"/>
                </a:lnTo>
                <a:lnTo>
                  <a:pt x="4967" y="292968"/>
                </a:lnTo>
                <a:lnTo>
                  <a:pt x="0" y="243839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989703" y="486689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59453" y="4526962"/>
            <a:ext cx="1090930" cy="1698625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161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  <a:spcBef>
                <a:spcPts val="151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L| D |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_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50"/>
              </a:spcBef>
              <a:tabLst>
                <a:tab pos="431165" algn="l"/>
              </a:tabLst>
            </a:pPr>
            <a:r>
              <a:rPr dirty="0" baseline="-19841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2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63921" y="460654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980438" y="4805934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80" h="576579">
                <a:moveTo>
                  <a:pt x="0" y="288036"/>
                </a:moveTo>
                <a:lnTo>
                  <a:pt x="3768" y="241302"/>
                </a:lnTo>
                <a:lnTo>
                  <a:pt x="14679" y="196973"/>
                </a:lnTo>
                <a:lnTo>
                  <a:pt x="32140" y="155643"/>
                </a:lnTo>
                <a:lnTo>
                  <a:pt x="55558" y="117902"/>
                </a:lnTo>
                <a:lnTo>
                  <a:pt x="84343" y="84343"/>
                </a:lnTo>
                <a:lnTo>
                  <a:pt x="117902" y="55558"/>
                </a:lnTo>
                <a:lnTo>
                  <a:pt x="155643" y="32140"/>
                </a:lnTo>
                <a:lnTo>
                  <a:pt x="196973" y="14679"/>
                </a:lnTo>
                <a:lnTo>
                  <a:pt x="241302" y="3768"/>
                </a:lnTo>
                <a:lnTo>
                  <a:pt x="288036" y="0"/>
                </a:lnTo>
                <a:lnTo>
                  <a:pt x="334769" y="3768"/>
                </a:lnTo>
                <a:lnTo>
                  <a:pt x="379098" y="14679"/>
                </a:lnTo>
                <a:lnTo>
                  <a:pt x="420428" y="32140"/>
                </a:lnTo>
                <a:lnTo>
                  <a:pt x="458169" y="55558"/>
                </a:lnTo>
                <a:lnTo>
                  <a:pt x="491728" y="84343"/>
                </a:lnTo>
                <a:lnTo>
                  <a:pt x="520513" y="117902"/>
                </a:lnTo>
                <a:lnTo>
                  <a:pt x="543931" y="155643"/>
                </a:lnTo>
                <a:lnTo>
                  <a:pt x="561392" y="196973"/>
                </a:lnTo>
                <a:lnTo>
                  <a:pt x="572303" y="241302"/>
                </a:lnTo>
                <a:lnTo>
                  <a:pt x="576072" y="288036"/>
                </a:lnTo>
                <a:lnTo>
                  <a:pt x="572303" y="334769"/>
                </a:lnTo>
                <a:lnTo>
                  <a:pt x="561392" y="379098"/>
                </a:lnTo>
                <a:lnTo>
                  <a:pt x="543931" y="420428"/>
                </a:lnTo>
                <a:lnTo>
                  <a:pt x="520513" y="458169"/>
                </a:lnTo>
                <a:lnTo>
                  <a:pt x="491728" y="491728"/>
                </a:lnTo>
                <a:lnTo>
                  <a:pt x="458169" y="520513"/>
                </a:lnTo>
                <a:lnTo>
                  <a:pt x="420428" y="543931"/>
                </a:lnTo>
                <a:lnTo>
                  <a:pt x="379098" y="561392"/>
                </a:lnTo>
                <a:lnTo>
                  <a:pt x="334769" y="572303"/>
                </a:lnTo>
                <a:lnTo>
                  <a:pt x="288036" y="576072"/>
                </a:lnTo>
                <a:lnTo>
                  <a:pt x="241302" y="572303"/>
                </a:lnTo>
                <a:lnTo>
                  <a:pt x="196973" y="561392"/>
                </a:lnTo>
                <a:lnTo>
                  <a:pt x="155643" y="543931"/>
                </a:lnTo>
                <a:lnTo>
                  <a:pt x="117902" y="520513"/>
                </a:lnTo>
                <a:lnTo>
                  <a:pt x="84343" y="491728"/>
                </a:lnTo>
                <a:lnTo>
                  <a:pt x="55558" y="458169"/>
                </a:lnTo>
                <a:lnTo>
                  <a:pt x="32140" y="420428"/>
                </a:lnTo>
                <a:lnTo>
                  <a:pt x="14679" y="379098"/>
                </a:lnTo>
                <a:lnTo>
                  <a:pt x="3768" y="334769"/>
                </a:lnTo>
                <a:lnTo>
                  <a:pt x="0" y="288036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42894" y="4807458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79" h="576579">
                <a:moveTo>
                  <a:pt x="0" y="288036"/>
                </a:moveTo>
                <a:lnTo>
                  <a:pt x="3768" y="241302"/>
                </a:lnTo>
                <a:lnTo>
                  <a:pt x="14679" y="196973"/>
                </a:lnTo>
                <a:lnTo>
                  <a:pt x="32140" y="155643"/>
                </a:lnTo>
                <a:lnTo>
                  <a:pt x="55558" y="117902"/>
                </a:lnTo>
                <a:lnTo>
                  <a:pt x="84343" y="84343"/>
                </a:lnTo>
                <a:lnTo>
                  <a:pt x="117902" y="55558"/>
                </a:lnTo>
                <a:lnTo>
                  <a:pt x="155643" y="32140"/>
                </a:lnTo>
                <a:lnTo>
                  <a:pt x="196973" y="14679"/>
                </a:lnTo>
                <a:lnTo>
                  <a:pt x="241302" y="3768"/>
                </a:lnTo>
                <a:lnTo>
                  <a:pt x="288035" y="0"/>
                </a:lnTo>
                <a:lnTo>
                  <a:pt x="334769" y="3768"/>
                </a:lnTo>
                <a:lnTo>
                  <a:pt x="379098" y="14679"/>
                </a:lnTo>
                <a:lnTo>
                  <a:pt x="420428" y="32140"/>
                </a:lnTo>
                <a:lnTo>
                  <a:pt x="458169" y="55558"/>
                </a:lnTo>
                <a:lnTo>
                  <a:pt x="491728" y="84343"/>
                </a:lnTo>
                <a:lnTo>
                  <a:pt x="520513" y="117902"/>
                </a:lnTo>
                <a:lnTo>
                  <a:pt x="543931" y="155643"/>
                </a:lnTo>
                <a:lnTo>
                  <a:pt x="561392" y="196973"/>
                </a:lnTo>
                <a:lnTo>
                  <a:pt x="572303" y="241302"/>
                </a:lnTo>
                <a:lnTo>
                  <a:pt x="576071" y="288036"/>
                </a:lnTo>
                <a:lnTo>
                  <a:pt x="572303" y="334769"/>
                </a:lnTo>
                <a:lnTo>
                  <a:pt x="561392" y="379098"/>
                </a:lnTo>
                <a:lnTo>
                  <a:pt x="543931" y="420428"/>
                </a:lnTo>
                <a:lnTo>
                  <a:pt x="520513" y="458169"/>
                </a:lnTo>
                <a:lnTo>
                  <a:pt x="491728" y="491728"/>
                </a:lnTo>
                <a:lnTo>
                  <a:pt x="458169" y="520513"/>
                </a:lnTo>
                <a:lnTo>
                  <a:pt x="420428" y="543931"/>
                </a:lnTo>
                <a:lnTo>
                  <a:pt x="379098" y="561392"/>
                </a:lnTo>
                <a:lnTo>
                  <a:pt x="334769" y="572303"/>
                </a:lnTo>
                <a:lnTo>
                  <a:pt x="288035" y="576072"/>
                </a:lnTo>
                <a:lnTo>
                  <a:pt x="241302" y="572303"/>
                </a:lnTo>
                <a:lnTo>
                  <a:pt x="196973" y="561392"/>
                </a:lnTo>
                <a:lnTo>
                  <a:pt x="155643" y="543931"/>
                </a:lnTo>
                <a:lnTo>
                  <a:pt x="117902" y="520513"/>
                </a:lnTo>
                <a:lnTo>
                  <a:pt x="84343" y="491728"/>
                </a:lnTo>
                <a:lnTo>
                  <a:pt x="55558" y="458169"/>
                </a:lnTo>
                <a:lnTo>
                  <a:pt x="32140" y="420428"/>
                </a:lnTo>
                <a:lnTo>
                  <a:pt x="14679" y="379098"/>
                </a:lnTo>
                <a:lnTo>
                  <a:pt x="3768" y="334769"/>
                </a:lnTo>
                <a:lnTo>
                  <a:pt x="0" y="288036"/>
                </a:lnTo>
                <a:close/>
              </a:path>
            </a:pathLst>
          </a:custGeom>
          <a:ln w="28574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165350" y="4858003"/>
            <a:ext cx="16014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1033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808982" y="4798314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4" h="611504">
                <a:moveTo>
                  <a:pt x="0" y="305562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2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3" y="305562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2" y="611124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2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50441" y="5030723"/>
            <a:ext cx="751840" cy="114300"/>
          </a:xfrm>
          <a:custGeom>
            <a:avLst/>
            <a:gdLst/>
            <a:ahLst/>
            <a:cxnLst/>
            <a:rect l="l" t="t" r="r" b="b"/>
            <a:pathLst>
              <a:path w="751839" h="114300">
                <a:moveTo>
                  <a:pt x="560832" y="0"/>
                </a:moveTo>
                <a:lnTo>
                  <a:pt x="560832" y="114300"/>
                </a:lnTo>
                <a:lnTo>
                  <a:pt x="687832" y="76200"/>
                </a:lnTo>
                <a:lnTo>
                  <a:pt x="579882" y="76200"/>
                </a:lnTo>
                <a:lnTo>
                  <a:pt x="579882" y="38100"/>
                </a:lnTo>
                <a:lnTo>
                  <a:pt x="687832" y="38100"/>
                </a:lnTo>
                <a:lnTo>
                  <a:pt x="560832" y="0"/>
                </a:lnTo>
                <a:close/>
              </a:path>
              <a:path w="751839" h="114300">
                <a:moveTo>
                  <a:pt x="56083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60832" y="76200"/>
                </a:lnTo>
                <a:lnTo>
                  <a:pt x="560832" y="38100"/>
                </a:lnTo>
                <a:close/>
              </a:path>
              <a:path w="751839" h="114300">
                <a:moveTo>
                  <a:pt x="687832" y="38100"/>
                </a:moveTo>
                <a:lnTo>
                  <a:pt x="579882" y="38100"/>
                </a:lnTo>
                <a:lnTo>
                  <a:pt x="579882" y="76200"/>
                </a:lnTo>
                <a:lnTo>
                  <a:pt x="687832" y="76200"/>
                </a:lnTo>
                <a:lnTo>
                  <a:pt x="751332" y="57150"/>
                </a:lnTo>
                <a:lnTo>
                  <a:pt x="68783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788666" y="4642561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07664" y="5313045"/>
            <a:ext cx="464820" cy="318135"/>
          </a:xfrm>
          <a:custGeom>
            <a:avLst/>
            <a:gdLst/>
            <a:ahLst/>
            <a:cxnLst/>
            <a:rect l="l" t="t" r="r" b="b"/>
            <a:pathLst>
              <a:path w="464820" h="318135">
                <a:moveTo>
                  <a:pt x="38100" y="0"/>
                </a:moveTo>
                <a:lnTo>
                  <a:pt x="0" y="761"/>
                </a:lnTo>
                <a:lnTo>
                  <a:pt x="253" y="14731"/>
                </a:lnTo>
                <a:lnTo>
                  <a:pt x="1143" y="29590"/>
                </a:lnTo>
                <a:lnTo>
                  <a:pt x="10413" y="87248"/>
                </a:lnTo>
                <a:lnTo>
                  <a:pt x="27939" y="142239"/>
                </a:lnTo>
                <a:lnTo>
                  <a:pt x="52197" y="192785"/>
                </a:lnTo>
                <a:lnTo>
                  <a:pt x="82423" y="237108"/>
                </a:lnTo>
                <a:lnTo>
                  <a:pt x="108585" y="265683"/>
                </a:lnTo>
                <a:lnTo>
                  <a:pt x="146938" y="295186"/>
                </a:lnTo>
                <a:lnTo>
                  <a:pt x="188849" y="313410"/>
                </a:lnTo>
                <a:lnTo>
                  <a:pt x="222123" y="318020"/>
                </a:lnTo>
                <a:lnTo>
                  <a:pt x="233552" y="317538"/>
                </a:lnTo>
                <a:lnTo>
                  <a:pt x="277368" y="306463"/>
                </a:lnTo>
                <a:lnTo>
                  <a:pt x="318008" y="282536"/>
                </a:lnTo>
                <a:lnTo>
                  <a:pt x="321193" y="279958"/>
                </a:lnTo>
                <a:lnTo>
                  <a:pt x="224027" y="279958"/>
                </a:lnTo>
                <a:lnTo>
                  <a:pt x="215900" y="279628"/>
                </a:lnTo>
                <a:lnTo>
                  <a:pt x="175640" y="267588"/>
                </a:lnTo>
                <a:lnTo>
                  <a:pt x="143383" y="245744"/>
                </a:lnTo>
                <a:lnTo>
                  <a:pt x="113030" y="214375"/>
                </a:lnTo>
                <a:lnTo>
                  <a:pt x="85851" y="174878"/>
                </a:lnTo>
                <a:lnTo>
                  <a:pt x="63753" y="129412"/>
                </a:lnTo>
                <a:lnTo>
                  <a:pt x="47878" y="79628"/>
                </a:lnTo>
                <a:lnTo>
                  <a:pt x="39243" y="27177"/>
                </a:lnTo>
                <a:lnTo>
                  <a:pt x="38353" y="13969"/>
                </a:lnTo>
                <a:lnTo>
                  <a:pt x="38100" y="0"/>
                </a:lnTo>
                <a:close/>
              </a:path>
              <a:path w="464820" h="318135">
                <a:moveTo>
                  <a:pt x="382156" y="130722"/>
                </a:moveTo>
                <a:lnTo>
                  <a:pt x="360934" y="174370"/>
                </a:lnTo>
                <a:lnTo>
                  <a:pt x="334137" y="213486"/>
                </a:lnTo>
                <a:lnTo>
                  <a:pt x="303530" y="245236"/>
                </a:lnTo>
                <a:lnTo>
                  <a:pt x="271525" y="267080"/>
                </a:lnTo>
                <a:lnTo>
                  <a:pt x="231648" y="279488"/>
                </a:lnTo>
                <a:lnTo>
                  <a:pt x="224027" y="279958"/>
                </a:lnTo>
                <a:lnTo>
                  <a:pt x="321193" y="279958"/>
                </a:lnTo>
                <a:lnTo>
                  <a:pt x="362712" y="238759"/>
                </a:lnTo>
                <a:lnTo>
                  <a:pt x="393191" y="194690"/>
                </a:lnTo>
                <a:lnTo>
                  <a:pt x="418464" y="142620"/>
                </a:lnTo>
                <a:lnTo>
                  <a:pt x="421428" y="131698"/>
                </a:lnTo>
                <a:lnTo>
                  <a:pt x="381888" y="131698"/>
                </a:lnTo>
                <a:lnTo>
                  <a:pt x="382156" y="130722"/>
                </a:lnTo>
                <a:close/>
              </a:path>
              <a:path w="464820" h="318135">
                <a:moveTo>
                  <a:pt x="382905" y="129031"/>
                </a:moveTo>
                <a:lnTo>
                  <a:pt x="382156" y="130722"/>
                </a:lnTo>
                <a:lnTo>
                  <a:pt x="381888" y="131698"/>
                </a:lnTo>
                <a:lnTo>
                  <a:pt x="382905" y="129031"/>
                </a:lnTo>
                <a:close/>
              </a:path>
              <a:path w="464820" h="318135">
                <a:moveTo>
                  <a:pt x="422152" y="129031"/>
                </a:moveTo>
                <a:lnTo>
                  <a:pt x="382905" y="129031"/>
                </a:lnTo>
                <a:lnTo>
                  <a:pt x="381888" y="131698"/>
                </a:lnTo>
                <a:lnTo>
                  <a:pt x="421428" y="131698"/>
                </a:lnTo>
                <a:lnTo>
                  <a:pt x="422152" y="129031"/>
                </a:lnTo>
                <a:close/>
              </a:path>
              <a:path w="464820" h="318135">
                <a:moveTo>
                  <a:pt x="387492" y="111259"/>
                </a:moveTo>
                <a:lnTo>
                  <a:pt x="382156" y="130722"/>
                </a:lnTo>
                <a:lnTo>
                  <a:pt x="382905" y="129031"/>
                </a:lnTo>
                <a:lnTo>
                  <a:pt x="422152" y="129031"/>
                </a:lnTo>
                <a:lnTo>
                  <a:pt x="425253" y="117602"/>
                </a:lnTo>
                <a:lnTo>
                  <a:pt x="387492" y="111259"/>
                </a:lnTo>
                <a:close/>
              </a:path>
              <a:path w="464820" h="318135">
                <a:moveTo>
                  <a:pt x="454362" y="90931"/>
                </a:moveTo>
                <a:lnTo>
                  <a:pt x="393064" y="90931"/>
                </a:lnTo>
                <a:lnTo>
                  <a:pt x="429768" y="100964"/>
                </a:lnTo>
                <a:lnTo>
                  <a:pt x="425253" y="117602"/>
                </a:lnTo>
                <a:lnTo>
                  <a:pt x="464565" y="124205"/>
                </a:lnTo>
                <a:lnTo>
                  <a:pt x="454362" y="90931"/>
                </a:lnTo>
                <a:close/>
              </a:path>
              <a:path w="464820" h="318135">
                <a:moveTo>
                  <a:pt x="393064" y="90931"/>
                </a:moveTo>
                <a:lnTo>
                  <a:pt x="387492" y="111259"/>
                </a:lnTo>
                <a:lnTo>
                  <a:pt x="425253" y="117602"/>
                </a:lnTo>
                <a:lnTo>
                  <a:pt x="429768" y="100964"/>
                </a:lnTo>
                <a:lnTo>
                  <a:pt x="393064" y="90931"/>
                </a:lnTo>
                <a:close/>
              </a:path>
              <a:path w="464820" h="318135">
                <a:moveTo>
                  <a:pt x="427100" y="2031"/>
                </a:moveTo>
                <a:lnTo>
                  <a:pt x="351916" y="105282"/>
                </a:lnTo>
                <a:lnTo>
                  <a:pt x="387492" y="111259"/>
                </a:lnTo>
                <a:lnTo>
                  <a:pt x="393064" y="90931"/>
                </a:lnTo>
                <a:lnTo>
                  <a:pt x="454362" y="90931"/>
                </a:lnTo>
                <a:lnTo>
                  <a:pt x="427100" y="203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932554" y="5046726"/>
            <a:ext cx="862330" cy="114300"/>
          </a:xfrm>
          <a:custGeom>
            <a:avLst/>
            <a:gdLst/>
            <a:ahLst/>
            <a:cxnLst/>
            <a:rect l="l" t="t" r="r" b="b"/>
            <a:pathLst>
              <a:path w="862329" h="114300">
                <a:moveTo>
                  <a:pt x="748411" y="0"/>
                </a:moveTo>
                <a:lnTo>
                  <a:pt x="748029" y="38177"/>
                </a:lnTo>
                <a:lnTo>
                  <a:pt x="767080" y="38354"/>
                </a:lnTo>
                <a:lnTo>
                  <a:pt x="766699" y="76454"/>
                </a:lnTo>
                <a:lnTo>
                  <a:pt x="747646" y="76454"/>
                </a:lnTo>
                <a:lnTo>
                  <a:pt x="747268" y="114300"/>
                </a:lnTo>
                <a:lnTo>
                  <a:pt x="824672" y="76454"/>
                </a:lnTo>
                <a:lnTo>
                  <a:pt x="766699" y="76454"/>
                </a:lnTo>
                <a:lnTo>
                  <a:pt x="825033" y="76277"/>
                </a:lnTo>
                <a:lnTo>
                  <a:pt x="862076" y="58166"/>
                </a:lnTo>
                <a:lnTo>
                  <a:pt x="748411" y="0"/>
                </a:lnTo>
                <a:close/>
              </a:path>
              <a:path w="862329" h="114300">
                <a:moveTo>
                  <a:pt x="748029" y="38177"/>
                </a:moveTo>
                <a:lnTo>
                  <a:pt x="747648" y="76277"/>
                </a:lnTo>
                <a:lnTo>
                  <a:pt x="766699" y="76454"/>
                </a:lnTo>
                <a:lnTo>
                  <a:pt x="767080" y="38354"/>
                </a:lnTo>
                <a:lnTo>
                  <a:pt x="748029" y="38177"/>
                </a:lnTo>
                <a:close/>
              </a:path>
              <a:path w="862329" h="114300">
                <a:moveTo>
                  <a:pt x="254" y="31242"/>
                </a:moveTo>
                <a:lnTo>
                  <a:pt x="0" y="69342"/>
                </a:lnTo>
                <a:lnTo>
                  <a:pt x="747648" y="76277"/>
                </a:lnTo>
                <a:lnTo>
                  <a:pt x="748029" y="38177"/>
                </a:lnTo>
                <a:lnTo>
                  <a:pt x="254" y="3124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570226" y="5039740"/>
            <a:ext cx="757555" cy="114300"/>
          </a:xfrm>
          <a:custGeom>
            <a:avLst/>
            <a:gdLst/>
            <a:ahLst/>
            <a:cxnLst/>
            <a:rect l="l" t="t" r="r" b="b"/>
            <a:pathLst>
              <a:path w="757554" h="114300">
                <a:moveTo>
                  <a:pt x="642916" y="76159"/>
                </a:moveTo>
                <a:lnTo>
                  <a:pt x="642874" y="114299"/>
                </a:lnTo>
                <a:lnTo>
                  <a:pt x="719243" y="76199"/>
                </a:lnTo>
                <a:lnTo>
                  <a:pt x="661924" y="76199"/>
                </a:lnTo>
                <a:lnTo>
                  <a:pt x="642916" y="76159"/>
                </a:lnTo>
                <a:close/>
              </a:path>
              <a:path w="757554" h="114300">
                <a:moveTo>
                  <a:pt x="642958" y="38059"/>
                </a:moveTo>
                <a:lnTo>
                  <a:pt x="642916" y="76159"/>
                </a:lnTo>
                <a:lnTo>
                  <a:pt x="661924" y="76199"/>
                </a:lnTo>
                <a:lnTo>
                  <a:pt x="662051" y="38099"/>
                </a:lnTo>
                <a:lnTo>
                  <a:pt x="642958" y="38059"/>
                </a:lnTo>
                <a:close/>
              </a:path>
              <a:path w="757554" h="114300">
                <a:moveTo>
                  <a:pt x="643001" y="0"/>
                </a:moveTo>
                <a:lnTo>
                  <a:pt x="642958" y="38059"/>
                </a:lnTo>
                <a:lnTo>
                  <a:pt x="662051" y="38099"/>
                </a:lnTo>
                <a:lnTo>
                  <a:pt x="661924" y="76199"/>
                </a:lnTo>
                <a:lnTo>
                  <a:pt x="719243" y="76199"/>
                </a:lnTo>
                <a:lnTo>
                  <a:pt x="757174" y="57276"/>
                </a:lnTo>
                <a:lnTo>
                  <a:pt x="643001" y="0"/>
                </a:lnTo>
                <a:close/>
              </a:path>
              <a:path w="757554" h="114300">
                <a:moveTo>
                  <a:pt x="0" y="36702"/>
                </a:moveTo>
                <a:lnTo>
                  <a:pt x="0" y="74802"/>
                </a:lnTo>
                <a:lnTo>
                  <a:pt x="642916" y="76159"/>
                </a:lnTo>
                <a:lnTo>
                  <a:pt x="642958" y="38059"/>
                </a:lnTo>
                <a:lnTo>
                  <a:pt x="0" y="3670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598921" y="3629405"/>
            <a:ext cx="3545840" cy="1064260"/>
          </a:xfrm>
          <a:custGeom>
            <a:avLst/>
            <a:gdLst/>
            <a:ahLst/>
            <a:cxnLst/>
            <a:rect l="l" t="t" r="r" b="b"/>
            <a:pathLst>
              <a:path w="3545840" h="1064260">
                <a:moveTo>
                  <a:pt x="511555" y="161036"/>
                </a:moveTo>
                <a:lnTo>
                  <a:pt x="517310" y="118239"/>
                </a:lnTo>
                <a:lnTo>
                  <a:pt x="533550" y="79774"/>
                </a:lnTo>
                <a:lnTo>
                  <a:pt x="558736" y="47180"/>
                </a:lnTo>
                <a:lnTo>
                  <a:pt x="591330" y="21994"/>
                </a:lnTo>
                <a:lnTo>
                  <a:pt x="629795" y="5754"/>
                </a:lnTo>
                <a:lnTo>
                  <a:pt x="672591" y="0"/>
                </a:lnTo>
                <a:lnTo>
                  <a:pt x="1017270" y="0"/>
                </a:lnTo>
                <a:lnTo>
                  <a:pt x="1775841" y="0"/>
                </a:lnTo>
                <a:lnTo>
                  <a:pt x="3384804" y="0"/>
                </a:lnTo>
                <a:lnTo>
                  <a:pt x="3427600" y="5754"/>
                </a:lnTo>
                <a:lnTo>
                  <a:pt x="3466065" y="21994"/>
                </a:lnTo>
                <a:lnTo>
                  <a:pt x="3498659" y="47180"/>
                </a:lnTo>
                <a:lnTo>
                  <a:pt x="3523845" y="79774"/>
                </a:lnTo>
                <a:lnTo>
                  <a:pt x="3540085" y="118239"/>
                </a:lnTo>
                <a:lnTo>
                  <a:pt x="3545839" y="161036"/>
                </a:lnTo>
                <a:lnTo>
                  <a:pt x="3545839" y="563626"/>
                </a:lnTo>
                <a:lnTo>
                  <a:pt x="3545839" y="805180"/>
                </a:lnTo>
                <a:lnTo>
                  <a:pt x="3540085" y="847976"/>
                </a:lnTo>
                <a:lnTo>
                  <a:pt x="3523845" y="886441"/>
                </a:lnTo>
                <a:lnTo>
                  <a:pt x="3498659" y="919035"/>
                </a:lnTo>
                <a:lnTo>
                  <a:pt x="3466065" y="944221"/>
                </a:lnTo>
                <a:lnTo>
                  <a:pt x="3427600" y="960461"/>
                </a:lnTo>
                <a:lnTo>
                  <a:pt x="3384804" y="966216"/>
                </a:lnTo>
                <a:lnTo>
                  <a:pt x="1775841" y="966216"/>
                </a:lnTo>
                <a:lnTo>
                  <a:pt x="1017270" y="966216"/>
                </a:lnTo>
                <a:lnTo>
                  <a:pt x="672591" y="966216"/>
                </a:lnTo>
                <a:lnTo>
                  <a:pt x="629795" y="960461"/>
                </a:lnTo>
                <a:lnTo>
                  <a:pt x="591330" y="944221"/>
                </a:lnTo>
                <a:lnTo>
                  <a:pt x="558736" y="919035"/>
                </a:lnTo>
                <a:lnTo>
                  <a:pt x="533550" y="886441"/>
                </a:lnTo>
                <a:lnTo>
                  <a:pt x="517310" y="847976"/>
                </a:lnTo>
                <a:lnTo>
                  <a:pt x="511555" y="805180"/>
                </a:lnTo>
                <a:lnTo>
                  <a:pt x="0" y="1064260"/>
                </a:lnTo>
                <a:lnTo>
                  <a:pt x="511555" y="563626"/>
                </a:lnTo>
                <a:lnTo>
                  <a:pt x="511555" y="161036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367017" y="3722370"/>
            <a:ext cx="2522220" cy="165417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90500" marR="5080" indent="-178435">
              <a:lnSpc>
                <a:spcPts val="3200"/>
              </a:lnSpc>
              <a:spcBef>
                <a:spcPts val="33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到达此终态时多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读了一个字符</a:t>
            </a:r>
            <a:endParaRPr sz="2800">
              <a:latin typeface="宋体"/>
              <a:cs typeface="宋体"/>
            </a:endParaRPr>
          </a:p>
          <a:p>
            <a:pPr marL="223520">
              <a:lnSpc>
                <a:spcPct val="100000"/>
              </a:lnSpc>
              <a:spcBef>
                <a:spcPts val="66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endParaRPr sz="2000">
              <a:latin typeface="宋体"/>
              <a:cs typeface="宋体"/>
            </a:endParaRPr>
          </a:p>
          <a:p>
            <a:pPr marL="223520">
              <a:lnSpc>
                <a:spcPct val="100000"/>
              </a:lnSpc>
              <a:spcBef>
                <a:spcPts val="72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非</a:t>
            </a: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L|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| _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字符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60440" y="26923"/>
            <a:ext cx="2645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289" y="0"/>
            <a:ext cx="5652770" cy="161353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750"/>
              </a:spcBef>
              <a:tabLst>
                <a:tab pos="671195" algn="l"/>
                <a:tab pos="20732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7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  <a:p>
            <a:pPr marL="288290" indent="-276225">
              <a:lnSpc>
                <a:spcPct val="100000"/>
              </a:lnSpc>
              <a:spcBef>
                <a:spcPts val="1455"/>
              </a:spcBef>
              <a:buClr>
                <a:srgbClr val="99FF99"/>
              </a:buClr>
              <a:buSzPct val="114285"/>
              <a:buFont typeface="Wingdings"/>
              <a:buChar char=""/>
              <a:tabLst>
                <a:tab pos="28892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设计工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具</a:t>
            </a:r>
            <a:r>
              <a:rPr dirty="0" sz="2800" spc="-6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——</a:t>
            </a:r>
            <a:r>
              <a:rPr dirty="0" sz="2800" spc="-75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800" spc="-215" b="1">
                <a:solidFill>
                  <a:srgbClr val="FFFF00"/>
                </a:solidFill>
                <a:latin typeface="Times New Roman"/>
                <a:cs typeface="Times New Roman"/>
              </a:rPr>
              <a:t>FA</a:t>
            </a:r>
            <a:endParaRPr sz="2800">
              <a:latin typeface="Times New Roman"/>
              <a:cs typeface="Times New Roman"/>
            </a:endParaRPr>
          </a:p>
          <a:p>
            <a:pPr marL="290195">
              <a:lnSpc>
                <a:spcPct val="100000"/>
              </a:lnSpc>
              <a:spcBef>
                <a:spcPts val="1280"/>
              </a:spcBef>
            </a:pPr>
            <a:r>
              <a:rPr dirty="0" u="heavy" sz="2800" spc="-5" b="1">
                <a:solidFill>
                  <a:srgbClr val="99FF99"/>
                </a:solidFill>
                <a:uFill>
                  <a:solidFill>
                    <a:srgbClr val="99FF99"/>
                  </a:solidFill>
                </a:uFill>
                <a:latin typeface="宋体"/>
                <a:cs typeface="宋体"/>
              </a:rPr>
              <a:t>作为扫描器的状态转换图的构</a:t>
            </a:r>
            <a:r>
              <a:rPr dirty="0" u="heavy" sz="2800" spc="5" b="1">
                <a:solidFill>
                  <a:srgbClr val="99FF99"/>
                </a:solidFill>
                <a:uFill>
                  <a:solidFill>
                    <a:srgbClr val="99FF99"/>
                  </a:solidFill>
                </a:uFill>
                <a:latin typeface="宋体"/>
                <a:cs typeface="宋体"/>
              </a:rPr>
              <a:t>造</a:t>
            </a:r>
            <a:r>
              <a:rPr dirty="0" u="heavy" sz="2800" spc="-15" b="1">
                <a:solidFill>
                  <a:srgbClr val="99FF99"/>
                </a:solidFill>
                <a:uFill>
                  <a:solidFill>
                    <a:srgbClr val="99FF99"/>
                  </a:solidFill>
                </a:u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46270" y="3708653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 h="0">
                <a:moveTo>
                  <a:pt x="0" y="0"/>
                </a:moveTo>
                <a:lnTo>
                  <a:pt x="8001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94503" y="3708653"/>
            <a:ext cx="114300" cy="1233170"/>
          </a:xfrm>
          <a:custGeom>
            <a:avLst/>
            <a:gdLst/>
            <a:ahLst/>
            <a:cxnLst/>
            <a:rect l="l" t="t" r="r" b="b"/>
            <a:pathLst>
              <a:path w="114300" h="1233170">
                <a:moveTo>
                  <a:pt x="38100" y="1118616"/>
                </a:moveTo>
                <a:lnTo>
                  <a:pt x="0" y="1118616"/>
                </a:lnTo>
                <a:lnTo>
                  <a:pt x="57150" y="1232916"/>
                </a:lnTo>
                <a:lnTo>
                  <a:pt x="104775" y="1137666"/>
                </a:lnTo>
                <a:lnTo>
                  <a:pt x="38100" y="1137666"/>
                </a:lnTo>
                <a:lnTo>
                  <a:pt x="38100" y="1118616"/>
                </a:lnTo>
                <a:close/>
              </a:path>
              <a:path w="114300" h="1233170">
                <a:moveTo>
                  <a:pt x="76200" y="0"/>
                </a:moveTo>
                <a:lnTo>
                  <a:pt x="38100" y="0"/>
                </a:lnTo>
                <a:lnTo>
                  <a:pt x="38100" y="1137666"/>
                </a:lnTo>
                <a:lnTo>
                  <a:pt x="76200" y="1137666"/>
                </a:lnTo>
                <a:lnTo>
                  <a:pt x="76200" y="0"/>
                </a:lnTo>
                <a:close/>
              </a:path>
              <a:path w="114300" h="1233170">
                <a:moveTo>
                  <a:pt x="114300" y="1118616"/>
                </a:moveTo>
                <a:lnTo>
                  <a:pt x="76200" y="1118616"/>
                </a:lnTo>
                <a:lnTo>
                  <a:pt x="76200" y="1137666"/>
                </a:lnTo>
                <a:lnTo>
                  <a:pt x="104775" y="1137666"/>
                </a:lnTo>
                <a:lnTo>
                  <a:pt x="114300" y="111861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25296" y="4940808"/>
            <a:ext cx="7537704" cy="11506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25296" y="4858592"/>
            <a:ext cx="7538084" cy="1123950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marL="626745" indent="-459105">
              <a:lnSpc>
                <a:spcPct val="100000"/>
              </a:lnSpc>
              <a:spcBef>
                <a:spcPts val="1545"/>
              </a:spcBef>
              <a:buSzPct val="95833"/>
              <a:buFont typeface="Times New Roman"/>
              <a:buAutoNum type="arabicPlain"/>
              <a:tabLst>
                <a:tab pos="627380" algn="l"/>
              </a:tabLst>
            </a:pPr>
            <a:r>
              <a:rPr dirty="0" sz="2400" spc="-5" b="1">
                <a:latin typeface="宋体"/>
                <a:cs typeface="宋体"/>
              </a:rPr>
              <a:t>将各类单词的状态图的初态合并为—个惟—初态；</a:t>
            </a:r>
            <a:endParaRPr sz="2400">
              <a:latin typeface="宋体"/>
              <a:cs typeface="宋体"/>
            </a:endParaRPr>
          </a:p>
          <a:p>
            <a:pPr marL="702945" indent="-535305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rabicPlain"/>
              <a:tabLst>
                <a:tab pos="703580" algn="l"/>
              </a:tabLst>
            </a:pPr>
            <a:r>
              <a:rPr dirty="0" sz="2400" b="1">
                <a:latin typeface="宋体"/>
                <a:cs typeface="宋体"/>
              </a:rPr>
              <a:t>调整冲突编号。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94359" y="1832610"/>
            <a:ext cx="7748270" cy="2531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78890" algn="l"/>
              </a:tabLst>
            </a:pP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step1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: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对语言的各类单词分别构造状态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宋体"/>
              <a:cs typeface="宋体"/>
            </a:endParaRPr>
          </a:p>
          <a:p>
            <a:pPr marL="1376680" marR="5080" indent="-1245235">
              <a:lnSpc>
                <a:spcPct val="170000"/>
              </a:lnSpc>
              <a:tabLst>
                <a:tab pos="1308100" algn="l"/>
              </a:tabLst>
            </a:pP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ep2:</a:t>
            </a:r>
            <a:r>
              <a:rPr dirty="0" u="heavy" sz="2800" spc="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将各类状态图合并，构成一个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该语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言所有单词的状态图。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8205" y="1427225"/>
            <a:ext cx="528955" cy="559435"/>
          </a:xfrm>
          <a:custGeom>
            <a:avLst/>
            <a:gdLst/>
            <a:ahLst/>
            <a:cxnLst/>
            <a:rect l="l" t="t" r="r" b="b"/>
            <a:pathLst>
              <a:path w="528954" h="559435">
                <a:moveTo>
                  <a:pt x="0" y="279653"/>
                </a:moveTo>
                <a:lnTo>
                  <a:pt x="4259" y="229390"/>
                </a:lnTo>
                <a:lnTo>
                  <a:pt x="16540" y="182080"/>
                </a:lnTo>
                <a:lnTo>
                  <a:pt x="36096" y="138514"/>
                </a:lnTo>
                <a:lnTo>
                  <a:pt x="62180" y="99483"/>
                </a:lnTo>
                <a:lnTo>
                  <a:pt x="94047" y="65776"/>
                </a:lnTo>
                <a:lnTo>
                  <a:pt x="130951" y="38184"/>
                </a:lnTo>
                <a:lnTo>
                  <a:pt x="172144" y="17497"/>
                </a:lnTo>
                <a:lnTo>
                  <a:pt x="216880" y="4506"/>
                </a:lnTo>
                <a:lnTo>
                  <a:pt x="264414" y="0"/>
                </a:lnTo>
                <a:lnTo>
                  <a:pt x="311947" y="4506"/>
                </a:lnTo>
                <a:lnTo>
                  <a:pt x="356683" y="17497"/>
                </a:lnTo>
                <a:lnTo>
                  <a:pt x="397876" y="38184"/>
                </a:lnTo>
                <a:lnTo>
                  <a:pt x="434780" y="65776"/>
                </a:lnTo>
                <a:lnTo>
                  <a:pt x="466647" y="99483"/>
                </a:lnTo>
                <a:lnTo>
                  <a:pt x="492731" y="138514"/>
                </a:lnTo>
                <a:lnTo>
                  <a:pt x="512287" y="182080"/>
                </a:lnTo>
                <a:lnTo>
                  <a:pt x="524568" y="229390"/>
                </a:lnTo>
                <a:lnTo>
                  <a:pt x="528828" y="279653"/>
                </a:lnTo>
                <a:lnTo>
                  <a:pt x="524568" y="329917"/>
                </a:lnTo>
                <a:lnTo>
                  <a:pt x="512287" y="377227"/>
                </a:lnTo>
                <a:lnTo>
                  <a:pt x="492731" y="420793"/>
                </a:lnTo>
                <a:lnTo>
                  <a:pt x="466647" y="459824"/>
                </a:lnTo>
                <a:lnTo>
                  <a:pt x="434780" y="493531"/>
                </a:lnTo>
                <a:lnTo>
                  <a:pt x="397876" y="521123"/>
                </a:lnTo>
                <a:lnTo>
                  <a:pt x="356683" y="541810"/>
                </a:lnTo>
                <a:lnTo>
                  <a:pt x="311947" y="554801"/>
                </a:lnTo>
                <a:lnTo>
                  <a:pt x="264414" y="559308"/>
                </a:lnTo>
                <a:lnTo>
                  <a:pt x="216880" y="554801"/>
                </a:lnTo>
                <a:lnTo>
                  <a:pt x="172144" y="541810"/>
                </a:lnTo>
                <a:lnTo>
                  <a:pt x="130951" y="521123"/>
                </a:lnTo>
                <a:lnTo>
                  <a:pt x="94047" y="493531"/>
                </a:lnTo>
                <a:lnTo>
                  <a:pt x="62180" y="459824"/>
                </a:lnTo>
                <a:lnTo>
                  <a:pt x="36096" y="420793"/>
                </a:lnTo>
                <a:lnTo>
                  <a:pt x="16540" y="377227"/>
                </a:lnTo>
                <a:lnTo>
                  <a:pt x="4259" y="329917"/>
                </a:lnTo>
                <a:lnTo>
                  <a:pt x="0" y="27965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84697" y="148450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8320" y="2243709"/>
            <a:ext cx="9645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L| D |</a:t>
            </a:r>
            <a:r>
              <a:rPr dirty="0" sz="2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_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3073" y="126263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06801" y="1462277"/>
            <a:ext cx="528955" cy="558165"/>
          </a:xfrm>
          <a:custGeom>
            <a:avLst/>
            <a:gdLst/>
            <a:ahLst/>
            <a:cxnLst/>
            <a:rect l="l" t="t" r="r" b="b"/>
            <a:pathLst>
              <a:path w="528955" h="558164">
                <a:moveTo>
                  <a:pt x="0" y="278892"/>
                </a:moveTo>
                <a:lnTo>
                  <a:pt x="4259" y="228754"/>
                </a:lnTo>
                <a:lnTo>
                  <a:pt x="16540" y="181568"/>
                </a:lnTo>
                <a:lnTo>
                  <a:pt x="36096" y="138119"/>
                </a:lnTo>
                <a:lnTo>
                  <a:pt x="62180" y="99195"/>
                </a:lnTo>
                <a:lnTo>
                  <a:pt x="94047" y="65584"/>
                </a:lnTo>
                <a:lnTo>
                  <a:pt x="130951" y="38071"/>
                </a:lnTo>
                <a:lnTo>
                  <a:pt x="172144" y="17445"/>
                </a:lnTo>
                <a:lnTo>
                  <a:pt x="216880" y="4492"/>
                </a:lnTo>
                <a:lnTo>
                  <a:pt x="264414" y="0"/>
                </a:lnTo>
                <a:lnTo>
                  <a:pt x="311947" y="4492"/>
                </a:lnTo>
                <a:lnTo>
                  <a:pt x="356683" y="17445"/>
                </a:lnTo>
                <a:lnTo>
                  <a:pt x="397876" y="38071"/>
                </a:lnTo>
                <a:lnTo>
                  <a:pt x="434780" y="65584"/>
                </a:lnTo>
                <a:lnTo>
                  <a:pt x="466647" y="99195"/>
                </a:lnTo>
                <a:lnTo>
                  <a:pt x="492731" y="138119"/>
                </a:lnTo>
                <a:lnTo>
                  <a:pt x="512287" y="181568"/>
                </a:lnTo>
                <a:lnTo>
                  <a:pt x="524568" y="228754"/>
                </a:lnTo>
                <a:lnTo>
                  <a:pt x="528828" y="278892"/>
                </a:lnTo>
                <a:lnTo>
                  <a:pt x="524568" y="329029"/>
                </a:lnTo>
                <a:lnTo>
                  <a:pt x="512287" y="376215"/>
                </a:lnTo>
                <a:lnTo>
                  <a:pt x="492731" y="419664"/>
                </a:lnTo>
                <a:lnTo>
                  <a:pt x="466647" y="458588"/>
                </a:lnTo>
                <a:lnTo>
                  <a:pt x="434780" y="492199"/>
                </a:lnTo>
                <a:lnTo>
                  <a:pt x="397876" y="519712"/>
                </a:lnTo>
                <a:lnTo>
                  <a:pt x="356683" y="540338"/>
                </a:lnTo>
                <a:lnTo>
                  <a:pt x="311947" y="553291"/>
                </a:lnTo>
                <a:lnTo>
                  <a:pt x="264414" y="557784"/>
                </a:lnTo>
                <a:lnTo>
                  <a:pt x="216880" y="553291"/>
                </a:lnTo>
                <a:lnTo>
                  <a:pt x="172144" y="540338"/>
                </a:lnTo>
                <a:lnTo>
                  <a:pt x="130951" y="519712"/>
                </a:lnTo>
                <a:lnTo>
                  <a:pt x="94047" y="492199"/>
                </a:lnTo>
                <a:lnTo>
                  <a:pt x="62180" y="458588"/>
                </a:lnTo>
                <a:lnTo>
                  <a:pt x="36096" y="419664"/>
                </a:lnTo>
                <a:lnTo>
                  <a:pt x="16540" y="376215"/>
                </a:lnTo>
                <a:lnTo>
                  <a:pt x="4259" y="329029"/>
                </a:lnTo>
                <a:lnTo>
                  <a:pt x="0" y="2788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68854" y="151917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31158" y="1463802"/>
            <a:ext cx="527685" cy="559435"/>
          </a:xfrm>
          <a:custGeom>
            <a:avLst/>
            <a:gdLst/>
            <a:ahLst/>
            <a:cxnLst/>
            <a:rect l="l" t="t" r="r" b="b"/>
            <a:pathLst>
              <a:path w="527685" h="559435">
                <a:moveTo>
                  <a:pt x="0" y="279653"/>
                </a:moveTo>
                <a:lnTo>
                  <a:pt x="4245" y="229390"/>
                </a:lnTo>
                <a:lnTo>
                  <a:pt x="16488" y="182080"/>
                </a:lnTo>
                <a:lnTo>
                  <a:pt x="35983" y="138514"/>
                </a:lnTo>
                <a:lnTo>
                  <a:pt x="61988" y="99483"/>
                </a:lnTo>
                <a:lnTo>
                  <a:pt x="93760" y="65776"/>
                </a:lnTo>
                <a:lnTo>
                  <a:pt x="130556" y="38184"/>
                </a:lnTo>
                <a:lnTo>
                  <a:pt x="171631" y="17497"/>
                </a:lnTo>
                <a:lnTo>
                  <a:pt x="216244" y="4506"/>
                </a:lnTo>
                <a:lnTo>
                  <a:pt x="263651" y="0"/>
                </a:lnTo>
                <a:lnTo>
                  <a:pt x="311059" y="4506"/>
                </a:lnTo>
                <a:lnTo>
                  <a:pt x="355672" y="17497"/>
                </a:lnTo>
                <a:lnTo>
                  <a:pt x="396747" y="38184"/>
                </a:lnTo>
                <a:lnTo>
                  <a:pt x="433543" y="65776"/>
                </a:lnTo>
                <a:lnTo>
                  <a:pt x="465315" y="99483"/>
                </a:lnTo>
                <a:lnTo>
                  <a:pt x="491320" y="138514"/>
                </a:lnTo>
                <a:lnTo>
                  <a:pt x="510815" y="182080"/>
                </a:lnTo>
                <a:lnTo>
                  <a:pt x="523058" y="229390"/>
                </a:lnTo>
                <a:lnTo>
                  <a:pt x="527303" y="279653"/>
                </a:lnTo>
                <a:lnTo>
                  <a:pt x="523058" y="329917"/>
                </a:lnTo>
                <a:lnTo>
                  <a:pt x="510815" y="377227"/>
                </a:lnTo>
                <a:lnTo>
                  <a:pt x="491320" y="420793"/>
                </a:lnTo>
                <a:lnTo>
                  <a:pt x="465315" y="459824"/>
                </a:lnTo>
                <a:lnTo>
                  <a:pt x="433543" y="493531"/>
                </a:lnTo>
                <a:lnTo>
                  <a:pt x="396747" y="521123"/>
                </a:lnTo>
                <a:lnTo>
                  <a:pt x="355672" y="541810"/>
                </a:lnTo>
                <a:lnTo>
                  <a:pt x="311059" y="554801"/>
                </a:lnTo>
                <a:lnTo>
                  <a:pt x="263651" y="559308"/>
                </a:lnTo>
                <a:lnTo>
                  <a:pt x="216244" y="554801"/>
                </a:lnTo>
                <a:lnTo>
                  <a:pt x="171631" y="541810"/>
                </a:lnTo>
                <a:lnTo>
                  <a:pt x="130555" y="521123"/>
                </a:lnTo>
                <a:lnTo>
                  <a:pt x="93760" y="493531"/>
                </a:lnTo>
                <a:lnTo>
                  <a:pt x="61988" y="459824"/>
                </a:lnTo>
                <a:lnTo>
                  <a:pt x="35983" y="420793"/>
                </a:lnTo>
                <a:lnTo>
                  <a:pt x="16488" y="377227"/>
                </a:lnTo>
                <a:lnTo>
                  <a:pt x="4245" y="329917"/>
                </a:lnTo>
                <a:lnTo>
                  <a:pt x="0" y="27965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092955" y="152107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06390" y="1387602"/>
            <a:ext cx="641985" cy="678180"/>
          </a:xfrm>
          <a:custGeom>
            <a:avLst/>
            <a:gdLst/>
            <a:ahLst/>
            <a:cxnLst/>
            <a:rect l="l" t="t" r="r" b="b"/>
            <a:pathLst>
              <a:path w="641985" h="678180">
                <a:moveTo>
                  <a:pt x="0" y="339089"/>
                </a:moveTo>
                <a:lnTo>
                  <a:pt x="3478" y="288970"/>
                </a:lnTo>
                <a:lnTo>
                  <a:pt x="13583" y="241137"/>
                </a:lnTo>
                <a:lnTo>
                  <a:pt x="29817" y="196116"/>
                </a:lnTo>
                <a:lnTo>
                  <a:pt x="51685" y="154429"/>
                </a:lnTo>
                <a:lnTo>
                  <a:pt x="78690" y="116601"/>
                </a:lnTo>
                <a:lnTo>
                  <a:pt x="110335" y="83155"/>
                </a:lnTo>
                <a:lnTo>
                  <a:pt x="146125" y="54616"/>
                </a:lnTo>
                <a:lnTo>
                  <a:pt x="185563" y="31507"/>
                </a:lnTo>
                <a:lnTo>
                  <a:pt x="228153" y="14352"/>
                </a:lnTo>
                <a:lnTo>
                  <a:pt x="273398" y="3675"/>
                </a:lnTo>
                <a:lnTo>
                  <a:pt x="320801" y="0"/>
                </a:lnTo>
                <a:lnTo>
                  <a:pt x="368205" y="3675"/>
                </a:lnTo>
                <a:lnTo>
                  <a:pt x="413450" y="14352"/>
                </a:lnTo>
                <a:lnTo>
                  <a:pt x="456040" y="31507"/>
                </a:lnTo>
                <a:lnTo>
                  <a:pt x="495478" y="54616"/>
                </a:lnTo>
                <a:lnTo>
                  <a:pt x="531268" y="83155"/>
                </a:lnTo>
                <a:lnTo>
                  <a:pt x="562913" y="116601"/>
                </a:lnTo>
                <a:lnTo>
                  <a:pt x="589918" y="154429"/>
                </a:lnTo>
                <a:lnTo>
                  <a:pt x="611786" y="196116"/>
                </a:lnTo>
                <a:lnTo>
                  <a:pt x="628020" y="241137"/>
                </a:lnTo>
                <a:lnTo>
                  <a:pt x="638125" y="288970"/>
                </a:lnTo>
                <a:lnTo>
                  <a:pt x="641604" y="339089"/>
                </a:lnTo>
                <a:lnTo>
                  <a:pt x="638125" y="389209"/>
                </a:lnTo>
                <a:lnTo>
                  <a:pt x="628020" y="437042"/>
                </a:lnTo>
                <a:lnTo>
                  <a:pt x="611786" y="482063"/>
                </a:lnTo>
                <a:lnTo>
                  <a:pt x="589918" y="523750"/>
                </a:lnTo>
                <a:lnTo>
                  <a:pt x="562913" y="561578"/>
                </a:lnTo>
                <a:lnTo>
                  <a:pt x="531268" y="595024"/>
                </a:lnTo>
                <a:lnTo>
                  <a:pt x="495478" y="623563"/>
                </a:lnTo>
                <a:lnTo>
                  <a:pt x="456040" y="646672"/>
                </a:lnTo>
                <a:lnTo>
                  <a:pt x="413450" y="663827"/>
                </a:lnTo>
                <a:lnTo>
                  <a:pt x="368205" y="674504"/>
                </a:lnTo>
                <a:lnTo>
                  <a:pt x="320801" y="678180"/>
                </a:lnTo>
                <a:lnTo>
                  <a:pt x="273398" y="674504"/>
                </a:lnTo>
                <a:lnTo>
                  <a:pt x="228153" y="663827"/>
                </a:lnTo>
                <a:lnTo>
                  <a:pt x="185563" y="646672"/>
                </a:lnTo>
                <a:lnTo>
                  <a:pt x="146125" y="623563"/>
                </a:lnTo>
                <a:lnTo>
                  <a:pt x="110335" y="595024"/>
                </a:lnTo>
                <a:lnTo>
                  <a:pt x="78690" y="561578"/>
                </a:lnTo>
                <a:lnTo>
                  <a:pt x="51685" y="523750"/>
                </a:lnTo>
                <a:lnTo>
                  <a:pt x="29817" y="482063"/>
                </a:lnTo>
                <a:lnTo>
                  <a:pt x="13583" y="437042"/>
                </a:lnTo>
                <a:lnTo>
                  <a:pt x="3478" y="389209"/>
                </a:lnTo>
                <a:lnTo>
                  <a:pt x="0" y="339089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76805" y="1687067"/>
            <a:ext cx="751840" cy="114300"/>
          </a:xfrm>
          <a:custGeom>
            <a:avLst/>
            <a:gdLst/>
            <a:ahLst/>
            <a:cxnLst/>
            <a:rect l="l" t="t" r="r" b="b"/>
            <a:pathLst>
              <a:path w="751839" h="114300">
                <a:moveTo>
                  <a:pt x="637032" y="0"/>
                </a:moveTo>
                <a:lnTo>
                  <a:pt x="637032" y="114300"/>
                </a:lnTo>
                <a:lnTo>
                  <a:pt x="713232" y="76200"/>
                </a:lnTo>
                <a:lnTo>
                  <a:pt x="656082" y="76200"/>
                </a:lnTo>
                <a:lnTo>
                  <a:pt x="656082" y="38100"/>
                </a:lnTo>
                <a:lnTo>
                  <a:pt x="713232" y="38100"/>
                </a:lnTo>
                <a:lnTo>
                  <a:pt x="637032" y="0"/>
                </a:lnTo>
                <a:close/>
              </a:path>
              <a:path w="751839" h="114300">
                <a:moveTo>
                  <a:pt x="63703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37032" y="76200"/>
                </a:lnTo>
                <a:lnTo>
                  <a:pt x="637032" y="38100"/>
                </a:lnTo>
                <a:close/>
              </a:path>
              <a:path w="751839" h="114300">
                <a:moveTo>
                  <a:pt x="713232" y="38100"/>
                </a:moveTo>
                <a:lnTo>
                  <a:pt x="656082" y="38100"/>
                </a:lnTo>
                <a:lnTo>
                  <a:pt x="656082" y="76200"/>
                </a:lnTo>
                <a:lnTo>
                  <a:pt x="713232" y="76200"/>
                </a:lnTo>
                <a:lnTo>
                  <a:pt x="751332" y="57150"/>
                </a:lnTo>
                <a:lnTo>
                  <a:pt x="71323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562094" y="1263472"/>
            <a:ext cx="7200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5665" y="1298828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55442" y="1690116"/>
            <a:ext cx="759460" cy="114300"/>
          </a:xfrm>
          <a:custGeom>
            <a:avLst/>
            <a:gdLst/>
            <a:ahLst/>
            <a:cxnLst/>
            <a:rect l="l" t="t" r="r" b="b"/>
            <a:pathLst>
              <a:path w="759460" h="114300">
                <a:moveTo>
                  <a:pt x="644652" y="0"/>
                </a:moveTo>
                <a:lnTo>
                  <a:pt x="644652" y="114300"/>
                </a:lnTo>
                <a:lnTo>
                  <a:pt x="720852" y="76200"/>
                </a:lnTo>
                <a:lnTo>
                  <a:pt x="663702" y="76200"/>
                </a:lnTo>
                <a:lnTo>
                  <a:pt x="663702" y="38100"/>
                </a:lnTo>
                <a:lnTo>
                  <a:pt x="720852" y="38100"/>
                </a:lnTo>
                <a:lnTo>
                  <a:pt x="644652" y="0"/>
                </a:lnTo>
                <a:close/>
              </a:path>
              <a:path w="759460" h="114300">
                <a:moveTo>
                  <a:pt x="64465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4652" y="76200"/>
                </a:lnTo>
                <a:lnTo>
                  <a:pt x="644652" y="38100"/>
                </a:lnTo>
                <a:close/>
              </a:path>
              <a:path w="759460" h="114300">
                <a:moveTo>
                  <a:pt x="720852" y="38100"/>
                </a:moveTo>
                <a:lnTo>
                  <a:pt x="663702" y="38100"/>
                </a:lnTo>
                <a:lnTo>
                  <a:pt x="663702" y="76200"/>
                </a:lnTo>
                <a:lnTo>
                  <a:pt x="720852" y="76200"/>
                </a:lnTo>
                <a:lnTo>
                  <a:pt x="758952" y="57150"/>
                </a:lnTo>
                <a:lnTo>
                  <a:pt x="7208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81321" y="1694688"/>
            <a:ext cx="925194" cy="114300"/>
          </a:xfrm>
          <a:custGeom>
            <a:avLst/>
            <a:gdLst/>
            <a:ahLst/>
            <a:cxnLst/>
            <a:rect l="l" t="t" r="r" b="b"/>
            <a:pathLst>
              <a:path w="925195" h="114300">
                <a:moveTo>
                  <a:pt x="810767" y="0"/>
                </a:moveTo>
                <a:lnTo>
                  <a:pt x="810767" y="114300"/>
                </a:lnTo>
                <a:lnTo>
                  <a:pt x="886967" y="76200"/>
                </a:lnTo>
                <a:lnTo>
                  <a:pt x="829817" y="76200"/>
                </a:lnTo>
                <a:lnTo>
                  <a:pt x="829817" y="38100"/>
                </a:lnTo>
                <a:lnTo>
                  <a:pt x="886967" y="38100"/>
                </a:lnTo>
                <a:lnTo>
                  <a:pt x="810767" y="0"/>
                </a:lnTo>
                <a:close/>
              </a:path>
              <a:path w="925195" h="114300">
                <a:moveTo>
                  <a:pt x="81076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0767" y="76200"/>
                </a:lnTo>
                <a:lnTo>
                  <a:pt x="810767" y="38100"/>
                </a:lnTo>
                <a:close/>
              </a:path>
              <a:path w="925195" h="114300">
                <a:moveTo>
                  <a:pt x="886967" y="38100"/>
                </a:moveTo>
                <a:lnTo>
                  <a:pt x="829817" y="38100"/>
                </a:lnTo>
                <a:lnTo>
                  <a:pt x="829817" y="76200"/>
                </a:lnTo>
                <a:lnTo>
                  <a:pt x="886967" y="76200"/>
                </a:lnTo>
                <a:lnTo>
                  <a:pt x="925067" y="57150"/>
                </a:lnTo>
                <a:lnTo>
                  <a:pt x="88696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41854" y="3716273"/>
            <a:ext cx="495300" cy="498475"/>
          </a:xfrm>
          <a:custGeom>
            <a:avLst/>
            <a:gdLst/>
            <a:ahLst/>
            <a:cxnLst/>
            <a:rect l="l" t="t" r="r" b="b"/>
            <a:pathLst>
              <a:path w="495300" h="498475">
                <a:moveTo>
                  <a:pt x="0" y="249174"/>
                </a:moveTo>
                <a:lnTo>
                  <a:pt x="5031" y="198941"/>
                </a:lnTo>
                <a:lnTo>
                  <a:pt x="19460" y="152161"/>
                </a:lnTo>
                <a:lnTo>
                  <a:pt x="42293" y="109835"/>
                </a:lnTo>
                <a:lnTo>
                  <a:pt x="72532" y="72961"/>
                </a:lnTo>
                <a:lnTo>
                  <a:pt x="109184" y="42541"/>
                </a:lnTo>
                <a:lnTo>
                  <a:pt x="151251" y="19573"/>
                </a:lnTo>
                <a:lnTo>
                  <a:pt x="197738" y="5060"/>
                </a:lnTo>
                <a:lnTo>
                  <a:pt x="247650" y="0"/>
                </a:lnTo>
                <a:lnTo>
                  <a:pt x="297561" y="5060"/>
                </a:lnTo>
                <a:lnTo>
                  <a:pt x="344048" y="19573"/>
                </a:lnTo>
                <a:lnTo>
                  <a:pt x="386115" y="42541"/>
                </a:lnTo>
                <a:lnTo>
                  <a:pt x="422767" y="72961"/>
                </a:lnTo>
                <a:lnTo>
                  <a:pt x="453006" y="109835"/>
                </a:lnTo>
                <a:lnTo>
                  <a:pt x="475839" y="152161"/>
                </a:lnTo>
                <a:lnTo>
                  <a:pt x="490268" y="198941"/>
                </a:lnTo>
                <a:lnTo>
                  <a:pt x="495300" y="249174"/>
                </a:lnTo>
                <a:lnTo>
                  <a:pt x="490268" y="299406"/>
                </a:lnTo>
                <a:lnTo>
                  <a:pt x="475839" y="346186"/>
                </a:lnTo>
                <a:lnTo>
                  <a:pt x="453006" y="388512"/>
                </a:lnTo>
                <a:lnTo>
                  <a:pt x="422767" y="425386"/>
                </a:lnTo>
                <a:lnTo>
                  <a:pt x="386115" y="455806"/>
                </a:lnTo>
                <a:lnTo>
                  <a:pt x="344048" y="478774"/>
                </a:lnTo>
                <a:lnTo>
                  <a:pt x="297561" y="493287"/>
                </a:lnTo>
                <a:lnTo>
                  <a:pt x="247650" y="498348"/>
                </a:lnTo>
                <a:lnTo>
                  <a:pt x="197738" y="493287"/>
                </a:lnTo>
                <a:lnTo>
                  <a:pt x="151251" y="478774"/>
                </a:lnTo>
                <a:lnTo>
                  <a:pt x="109184" y="455806"/>
                </a:lnTo>
                <a:lnTo>
                  <a:pt x="72532" y="425386"/>
                </a:lnTo>
                <a:lnTo>
                  <a:pt x="42293" y="388512"/>
                </a:lnTo>
                <a:lnTo>
                  <a:pt x="19460" y="346186"/>
                </a:lnTo>
                <a:lnTo>
                  <a:pt x="5031" y="299406"/>
                </a:lnTo>
                <a:lnTo>
                  <a:pt x="0" y="2491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775839" y="3815136"/>
            <a:ext cx="177800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50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99539" y="3914647"/>
            <a:ext cx="702945" cy="114300"/>
          </a:xfrm>
          <a:custGeom>
            <a:avLst/>
            <a:gdLst/>
            <a:ahLst/>
            <a:cxnLst/>
            <a:rect l="l" t="t" r="r" b="b"/>
            <a:pathLst>
              <a:path w="702944" h="114300">
                <a:moveTo>
                  <a:pt x="588644" y="0"/>
                </a:moveTo>
                <a:lnTo>
                  <a:pt x="588475" y="38143"/>
                </a:lnTo>
                <a:lnTo>
                  <a:pt x="607568" y="38226"/>
                </a:lnTo>
                <a:lnTo>
                  <a:pt x="607313" y="76326"/>
                </a:lnTo>
                <a:lnTo>
                  <a:pt x="588305" y="76326"/>
                </a:lnTo>
                <a:lnTo>
                  <a:pt x="588137" y="114300"/>
                </a:lnTo>
                <a:lnTo>
                  <a:pt x="664934" y="76326"/>
                </a:lnTo>
                <a:lnTo>
                  <a:pt x="607313" y="76326"/>
                </a:lnTo>
                <a:lnTo>
                  <a:pt x="665103" y="76243"/>
                </a:lnTo>
                <a:lnTo>
                  <a:pt x="702691" y="57657"/>
                </a:lnTo>
                <a:lnTo>
                  <a:pt x="588644" y="0"/>
                </a:lnTo>
                <a:close/>
              </a:path>
              <a:path w="702944" h="114300">
                <a:moveTo>
                  <a:pt x="588475" y="38143"/>
                </a:moveTo>
                <a:lnTo>
                  <a:pt x="588306" y="76243"/>
                </a:lnTo>
                <a:lnTo>
                  <a:pt x="607313" y="76326"/>
                </a:lnTo>
                <a:lnTo>
                  <a:pt x="607568" y="38226"/>
                </a:lnTo>
                <a:lnTo>
                  <a:pt x="588475" y="38143"/>
                </a:lnTo>
                <a:close/>
              </a:path>
              <a:path w="702944" h="114300">
                <a:moveTo>
                  <a:pt x="254" y="35559"/>
                </a:moveTo>
                <a:lnTo>
                  <a:pt x="0" y="73659"/>
                </a:lnTo>
                <a:lnTo>
                  <a:pt x="588306" y="76243"/>
                </a:lnTo>
                <a:lnTo>
                  <a:pt x="588475" y="38143"/>
                </a:lnTo>
                <a:lnTo>
                  <a:pt x="254" y="355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44846" y="3675126"/>
            <a:ext cx="492759" cy="500380"/>
          </a:xfrm>
          <a:custGeom>
            <a:avLst/>
            <a:gdLst/>
            <a:ahLst/>
            <a:cxnLst/>
            <a:rect l="l" t="t" r="r" b="b"/>
            <a:pathLst>
              <a:path w="492760" h="500379">
                <a:moveTo>
                  <a:pt x="0" y="249936"/>
                </a:moveTo>
                <a:lnTo>
                  <a:pt x="5002" y="199561"/>
                </a:lnTo>
                <a:lnTo>
                  <a:pt x="19347" y="152644"/>
                </a:lnTo>
                <a:lnTo>
                  <a:pt x="42045" y="110188"/>
                </a:lnTo>
                <a:lnTo>
                  <a:pt x="72104" y="73199"/>
                </a:lnTo>
                <a:lnTo>
                  <a:pt x="108532" y="42681"/>
                </a:lnTo>
                <a:lnTo>
                  <a:pt x="150340" y="19639"/>
                </a:lnTo>
                <a:lnTo>
                  <a:pt x="196534" y="5077"/>
                </a:lnTo>
                <a:lnTo>
                  <a:pt x="246125" y="0"/>
                </a:lnTo>
                <a:lnTo>
                  <a:pt x="295717" y="5077"/>
                </a:lnTo>
                <a:lnTo>
                  <a:pt x="341911" y="19639"/>
                </a:lnTo>
                <a:lnTo>
                  <a:pt x="383719" y="42681"/>
                </a:lnTo>
                <a:lnTo>
                  <a:pt x="420147" y="73199"/>
                </a:lnTo>
                <a:lnTo>
                  <a:pt x="450206" y="110188"/>
                </a:lnTo>
                <a:lnTo>
                  <a:pt x="472904" y="152644"/>
                </a:lnTo>
                <a:lnTo>
                  <a:pt x="487249" y="199561"/>
                </a:lnTo>
                <a:lnTo>
                  <a:pt x="492251" y="249936"/>
                </a:lnTo>
                <a:lnTo>
                  <a:pt x="487249" y="300310"/>
                </a:lnTo>
                <a:lnTo>
                  <a:pt x="472904" y="347227"/>
                </a:lnTo>
                <a:lnTo>
                  <a:pt x="450206" y="389683"/>
                </a:lnTo>
                <a:lnTo>
                  <a:pt x="420147" y="426672"/>
                </a:lnTo>
                <a:lnTo>
                  <a:pt x="383719" y="457190"/>
                </a:lnTo>
                <a:lnTo>
                  <a:pt x="341911" y="480232"/>
                </a:lnTo>
                <a:lnTo>
                  <a:pt x="295717" y="494794"/>
                </a:lnTo>
                <a:lnTo>
                  <a:pt x="246125" y="499872"/>
                </a:lnTo>
                <a:lnTo>
                  <a:pt x="196534" y="494794"/>
                </a:lnTo>
                <a:lnTo>
                  <a:pt x="150340" y="480232"/>
                </a:lnTo>
                <a:lnTo>
                  <a:pt x="108532" y="457190"/>
                </a:lnTo>
                <a:lnTo>
                  <a:pt x="72104" y="426672"/>
                </a:lnTo>
                <a:lnTo>
                  <a:pt x="42045" y="389683"/>
                </a:lnTo>
                <a:lnTo>
                  <a:pt x="19347" y="347227"/>
                </a:lnTo>
                <a:lnTo>
                  <a:pt x="5002" y="300310"/>
                </a:lnTo>
                <a:lnTo>
                  <a:pt x="0" y="24993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94553" y="3627882"/>
            <a:ext cx="599440" cy="603885"/>
          </a:xfrm>
          <a:custGeom>
            <a:avLst/>
            <a:gdLst/>
            <a:ahLst/>
            <a:cxnLst/>
            <a:rect l="l" t="t" r="r" b="b"/>
            <a:pathLst>
              <a:path w="599439" h="603885">
                <a:moveTo>
                  <a:pt x="0" y="301752"/>
                </a:moveTo>
                <a:lnTo>
                  <a:pt x="3920" y="252813"/>
                </a:lnTo>
                <a:lnTo>
                  <a:pt x="15270" y="206386"/>
                </a:lnTo>
                <a:lnTo>
                  <a:pt x="33432" y="163092"/>
                </a:lnTo>
                <a:lnTo>
                  <a:pt x="57790" y="123553"/>
                </a:lnTo>
                <a:lnTo>
                  <a:pt x="87725" y="88392"/>
                </a:lnTo>
                <a:lnTo>
                  <a:pt x="122621" y="58228"/>
                </a:lnTo>
                <a:lnTo>
                  <a:pt x="161860" y="33686"/>
                </a:lnTo>
                <a:lnTo>
                  <a:pt x="204825" y="15386"/>
                </a:lnTo>
                <a:lnTo>
                  <a:pt x="250899" y="3950"/>
                </a:lnTo>
                <a:lnTo>
                  <a:pt x="299466" y="0"/>
                </a:lnTo>
                <a:lnTo>
                  <a:pt x="348032" y="3950"/>
                </a:lnTo>
                <a:lnTo>
                  <a:pt x="394106" y="15386"/>
                </a:lnTo>
                <a:lnTo>
                  <a:pt x="437071" y="33686"/>
                </a:lnTo>
                <a:lnTo>
                  <a:pt x="476310" y="58228"/>
                </a:lnTo>
                <a:lnTo>
                  <a:pt x="511206" y="88392"/>
                </a:lnTo>
                <a:lnTo>
                  <a:pt x="541141" y="123553"/>
                </a:lnTo>
                <a:lnTo>
                  <a:pt x="565499" y="163092"/>
                </a:lnTo>
                <a:lnTo>
                  <a:pt x="583661" y="206386"/>
                </a:lnTo>
                <a:lnTo>
                  <a:pt x="595011" y="252813"/>
                </a:lnTo>
                <a:lnTo>
                  <a:pt x="598932" y="301752"/>
                </a:lnTo>
                <a:lnTo>
                  <a:pt x="595011" y="350690"/>
                </a:lnTo>
                <a:lnTo>
                  <a:pt x="583661" y="397117"/>
                </a:lnTo>
                <a:lnTo>
                  <a:pt x="565499" y="440411"/>
                </a:lnTo>
                <a:lnTo>
                  <a:pt x="541141" y="479950"/>
                </a:lnTo>
                <a:lnTo>
                  <a:pt x="511206" y="515112"/>
                </a:lnTo>
                <a:lnTo>
                  <a:pt x="476310" y="545275"/>
                </a:lnTo>
                <a:lnTo>
                  <a:pt x="437071" y="569817"/>
                </a:lnTo>
                <a:lnTo>
                  <a:pt x="394106" y="588117"/>
                </a:lnTo>
                <a:lnTo>
                  <a:pt x="348032" y="599553"/>
                </a:lnTo>
                <a:lnTo>
                  <a:pt x="299466" y="603504"/>
                </a:lnTo>
                <a:lnTo>
                  <a:pt x="250899" y="599553"/>
                </a:lnTo>
                <a:lnTo>
                  <a:pt x="204825" y="588117"/>
                </a:lnTo>
                <a:lnTo>
                  <a:pt x="161860" y="569817"/>
                </a:lnTo>
                <a:lnTo>
                  <a:pt x="122621" y="545275"/>
                </a:lnTo>
                <a:lnTo>
                  <a:pt x="87725" y="515112"/>
                </a:lnTo>
                <a:lnTo>
                  <a:pt x="57790" y="479950"/>
                </a:lnTo>
                <a:lnTo>
                  <a:pt x="33432" y="440411"/>
                </a:lnTo>
                <a:lnTo>
                  <a:pt x="15270" y="397117"/>
                </a:lnTo>
                <a:lnTo>
                  <a:pt x="3920" y="350690"/>
                </a:lnTo>
                <a:lnTo>
                  <a:pt x="0" y="30175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64458" y="3934459"/>
            <a:ext cx="701675" cy="114300"/>
          </a:xfrm>
          <a:custGeom>
            <a:avLst/>
            <a:gdLst/>
            <a:ahLst/>
            <a:cxnLst/>
            <a:rect l="l" t="t" r="r" b="b"/>
            <a:pathLst>
              <a:path w="701675" h="114300">
                <a:moveTo>
                  <a:pt x="587120" y="0"/>
                </a:moveTo>
                <a:lnTo>
                  <a:pt x="586951" y="38142"/>
                </a:lnTo>
                <a:lnTo>
                  <a:pt x="606044" y="38226"/>
                </a:lnTo>
                <a:lnTo>
                  <a:pt x="605790" y="76326"/>
                </a:lnTo>
                <a:lnTo>
                  <a:pt x="586781" y="76326"/>
                </a:lnTo>
                <a:lnTo>
                  <a:pt x="586613" y="114300"/>
                </a:lnTo>
                <a:lnTo>
                  <a:pt x="663410" y="76326"/>
                </a:lnTo>
                <a:lnTo>
                  <a:pt x="605790" y="76326"/>
                </a:lnTo>
                <a:lnTo>
                  <a:pt x="663579" y="76243"/>
                </a:lnTo>
                <a:lnTo>
                  <a:pt x="701167" y="57657"/>
                </a:lnTo>
                <a:lnTo>
                  <a:pt x="587120" y="0"/>
                </a:lnTo>
                <a:close/>
              </a:path>
              <a:path w="701675" h="114300">
                <a:moveTo>
                  <a:pt x="586951" y="38142"/>
                </a:moveTo>
                <a:lnTo>
                  <a:pt x="586782" y="76243"/>
                </a:lnTo>
                <a:lnTo>
                  <a:pt x="605790" y="76326"/>
                </a:lnTo>
                <a:lnTo>
                  <a:pt x="606044" y="38226"/>
                </a:lnTo>
                <a:lnTo>
                  <a:pt x="586951" y="38142"/>
                </a:lnTo>
                <a:close/>
              </a:path>
              <a:path w="701675" h="114300">
                <a:moveTo>
                  <a:pt x="254" y="35559"/>
                </a:moveTo>
                <a:lnTo>
                  <a:pt x="0" y="73659"/>
                </a:lnTo>
                <a:lnTo>
                  <a:pt x="586782" y="76243"/>
                </a:lnTo>
                <a:lnTo>
                  <a:pt x="586951" y="38142"/>
                </a:lnTo>
                <a:lnTo>
                  <a:pt x="254" y="355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328795" y="3914775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29" h="114300">
                <a:moveTo>
                  <a:pt x="722756" y="0"/>
                </a:moveTo>
                <a:lnTo>
                  <a:pt x="722587" y="38031"/>
                </a:lnTo>
                <a:lnTo>
                  <a:pt x="741679" y="38100"/>
                </a:lnTo>
                <a:lnTo>
                  <a:pt x="741426" y="76200"/>
                </a:lnTo>
                <a:lnTo>
                  <a:pt x="722418" y="76200"/>
                </a:lnTo>
                <a:lnTo>
                  <a:pt x="722249" y="114300"/>
                </a:lnTo>
                <a:lnTo>
                  <a:pt x="799130" y="76200"/>
                </a:lnTo>
                <a:lnTo>
                  <a:pt x="741426" y="76200"/>
                </a:lnTo>
                <a:lnTo>
                  <a:pt x="799268" y="76131"/>
                </a:lnTo>
                <a:lnTo>
                  <a:pt x="836802" y="57531"/>
                </a:lnTo>
                <a:lnTo>
                  <a:pt x="722756" y="0"/>
                </a:lnTo>
                <a:close/>
              </a:path>
              <a:path w="836929" h="114300">
                <a:moveTo>
                  <a:pt x="722587" y="38031"/>
                </a:moveTo>
                <a:lnTo>
                  <a:pt x="722418" y="76131"/>
                </a:lnTo>
                <a:lnTo>
                  <a:pt x="741426" y="76200"/>
                </a:lnTo>
                <a:lnTo>
                  <a:pt x="741679" y="38100"/>
                </a:lnTo>
                <a:lnTo>
                  <a:pt x="722587" y="38031"/>
                </a:lnTo>
                <a:close/>
              </a:path>
              <a:path w="836929" h="114300">
                <a:moveTo>
                  <a:pt x="253" y="35432"/>
                </a:moveTo>
                <a:lnTo>
                  <a:pt x="0" y="73532"/>
                </a:lnTo>
                <a:lnTo>
                  <a:pt x="722418" y="76131"/>
                </a:lnTo>
                <a:lnTo>
                  <a:pt x="722587" y="38031"/>
                </a:lnTo>
                <a:lnTo>
                  <a:pt x="253" y="354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322065" y="3567506"/>
            <a:ext cx="2457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05121" y="3513531"/>
            <a:ext cx="7200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836670" y="3716273"/>
            <a:ext cx="492759" cy="498475"/>
          </a:xfrm>
          <a:custGeom>
            <a:avLst/>
            <a:gdLst/>
            <a:ahLst/>
            <a:cxnLst/>
            <a:rect l="l" t="t" r="r" b="b"/>
            <a:pathLst>
              <a:path w="492760" h="498475">
                <a:moveTo>
                  <a:pt x="246125" y="0"/>
                </a:moveTo>
                <a:lnTo>
                  <a:pt x="196534" y="5060"/>
                </a:lnTo>
                <a:lnTo>
                  <a:pt x="150340" y="19573"/>
                </a:lnTo>
                <a:lnTo>
                  <a:pt x="108532" y="42541"/>
                </a:lnTo>
                <a:lnTo>
                  <a:pt x="72104" y="72961"/>
                </a:lnTo>
                <a:lnTo>
                  <a:pt x="42045" y="109835"/>
                </a:lnTo>
                <a:lnTo>
                  <a:pt x="19347" y="152161"/>
                </a:lnTo>
                <a:lnTo>
                  <a:pt x="5002" y="198941"/>
                </a:lnTo>
                <a:lnTo>
                  <a:pt x="0" y="249174"/>
                </a:lnTo>
                <a:lnTo>
                  <a:pt x="5002" y="299406"/>
                </a:lnTo>
                <a:lnTo>
                  <a:pt x="19347" y="346186"/>
                </a:lnTo>
                <a:lnTo>
                  <a:pt x="42045" y="388512"/>
                </a:lnTo>
                <a:lnTo>
                  <a:pt x="72104" y="425386"/>
                </a:lnTo>
                <a:lnTo>
                  <a:pt x="108532" y="455806"/>
                </a:lnTo>
                <a:lnTo>
                  <a:pt x="150340" y="478774"/>
                </a:lnTo>
                <a:lnTo>
                  <a:pt x="196534" y="493287"/>
                </a:lnTo>
                <a:lnTo>
                  <a:pt x="246125" y="498348"/>
                </a:lnTo>
                <a:lnTo>
                  <a:pt x="295717" y="493287"/>
                </a:lnTo>
                <a:lnTo>
                  <a:pt x="341911" y="478774"/>
                </a:lnTo>
                <a:lnTo>
                  <a:pt x="383719" y="455806"/>
                </a:lnTo>
                <a:lnTo>
                  <a:pt x="420147" y="425386"/>
                </a:lnTo>
                <a:lnTo>
                  <a:pt x="450206" y="388512"/>
                </a:lnTo>
                <a:lnTo>
                  <a:pt x="472904" y="346186"/>
                </a:lnTo>
                <a:lnTo>
                  <a:pt x="487249" y="299406"/>
                </a:lnTo>
                <a:lnTo>
                  <a:pt x="492251" y="249174"/>
                </a:lnTo>
                <a:lnTo>
                  <a:pt x="487249" y="198941"/>
                </a:lnTo>
                <a:lnTo>
                  <a:pt x="472904" y="152161"/>
                </a:lnTo>
                <a:lnTo>
                  <a:pt x="450206" y="109835"/>
                </a:lnTo>
                <a:lnTo>
                  <a:pt x="420147" y="72961"/>
                </a:lnTo>
                <a:lnTo>
                  <a:pt x="383719" y="42541"/>
                </a:lnTo>
                <a:lnTo>
                  <a:pt x="341911" y="19573"/>
                </a:lnTo>
                <a:lnTo>
                  <a:pt x="295717" y="5060"/>
                </a:lnTo>
                <a:lnTo>
                  <a:pt x="246125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36670" y="3716273"/>
            <a:ext cx="492759" cy="498475"/>
          </a:xfrm>
          <a:custGeom>
            <a:avLst/>
            <a:gdLst/>
            <a:ahLst/>
            <a:cxnLst/>
            <a:rect l="l" t="t" r="r" b="b"/>
            <a:pathLst>
              <a:path w="492760" h="498475">
                <a:moveTo>
                  <a:pt x="0" y="249174"/>
                </a:moveTo>
                <a:lnTo>
                  <a:pt x="5002" y="198941"/>
                </a:lnTo>
                <a:lnTo>
                  <a:pt x="19347" y="152161"/>
                </a:lnTo>
                <a:lnTo>
                  <a:pt x="42045" y="109835"/>
                </a:lnTo>
                <a:lnTo>
                  <a:pt x="72104" y="72961"/>
                </a:lnTo>
                <a:lnTo>
                  <a:pt x="108532" y="42541"/>
                </a:lnTo>
                <a:lnTo>
                  <a:pt x="150340" y="19573"/>
                </a:lnTo>
                <a:lnTo>
                  <a:pt x="196534" y="5060"/>
                </a:lnTo>
                <a:lnTo>
                  <a:pt x="246125" y="0"/>
                </a:lnTo>
                <a:lnTo>
                  <a:pt x="295717" y="5060"/>
                </a:lnTo>
                <a:lnTo>
                  <a:pt x="341911" y="19573"/>
                </a:lnTo>
                <a:lnTo>
                  <a:pt x="383719" y="42541"/>
                </a:lnTo>
                <a:lnTo>
                  <a:pt x="420147" y="72961"/>
                </a:lnTo>
                <a:lnTo>
                  <a:pt x="450206" y="109835"/>
                </a:lnTo>
                <a:lnTo>
                  <a:pt x="472904" y="152161"/>
                </a:lnTo>
                <a:lnTo>
                  <a:pt x="487249" y="198941"/>
                </a:lnTo>
                <a:lnTo>
                  <a:pt x="492251" y="249174"/>
                </a:lnTo>
                <a:lnTo>
                  <a:pt x="487249" y="299406"/>
                </a:lnTo>
                <a:lnTo>
                  <a:pt x="472904" y="346186"/>
                </a:lnTo>
                <a:lnTo>
                  <a:pt x="450206" y="388512"/>
                </a:lnTo>
                <a:lnTo>
                  <a:pt x="420147" y="425386"/>
                </a:lnTo>
                <a:lnTo>
                  <a:pt x="383719" y="455806"/>
                </a:lnTo>
                <a:lnTo>
                  <a:pt x="341911" y="478774"/>
                </a:lnTo>
                <a:lnTo>
                  <a:pt x="295717" y="493287"/>
                </a:lnTo>
                <a:lnTo>
                  <a:pt x="246125" y="498348"/>
                </a:lnTo>
                <a:lnTo>
                  <a:pt x="196534" y="493287"/>
                </a:lnTo>
                <a:lnTo>
                  <a:pt x="150340" y="478774"/>
                </a:lnTo>
                <a:lnTo>
                  <a:pt x="108532" y="455806"/>
                </a:lnTo>
                <a:lnTo>
                  <a:pt x="72104" y="425386"/>
                </a:lnTo>
                <a:lnTo>
                  <a:pt x="42045" y="388512"/>
                </a:lnTo>
                <a:lnTo>
                  <a:pt x="19347" y="346186"/>
                </a:lnTo>
                <a:lnTo>
                  <a:pt x="5002" y="299406"/>
                </a:lnTo>
                <a:lnTo>
                  <a:pt x="0" y="2491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956684" y="376377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39460" y="3502609"/>
            <a:ext cx="6731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30530" algn="l"/>
              </a:tabLst>
            </a:pPr>
            <a:r>
              <a:rPr dirty="0" baseline="-26785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2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95317" y="4256608"/>
            <a:ext cx="2457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39013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22017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60440" y="26923"/>
            <a:ext cx="2645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989832" y="1958339"/>
            <a:ext cx="429259" cy="312420"/>
          </a:xfrm>
          <a:custGeom>
            <a:avLst/>
            <a:gdLst/>
            <a:ahLst/>
            <a:cxnLst/>
            <a:rect l="l" t="t" r="r" b="b"/>
            <a:pathLst>
              <a:path w="429260" h="312419">
                <a:moveTo>
                  <a:pt x="38100" y="0"/>
                </a:moveTo>
                <a:lnTo>
                  <a:pt x="0" y="1524"/>
                </a:lnTo>
                <a:lnTo>
                  <a:pt x="1015" y="28829"/>
                </a:lnTo>
                <a:lnTo>
                  <a:pt x="4317" y="57404"/>
                </a:lnTo>
                <a:lnTo>
                  <a:pt x="16637" y="112902"/>
                </a:lnTo>
                <a:lnTo>
                  <a:pt x="35687" y="164719"/>
                </a:lnTo>
                <a:lnTo>
                  <a:pt x="60578" y="211200"/>
                </a:lnTo>
                <a:lnTo>
                  <a:pt x="90550" y="251206"/>
                </a:lnTo>
                <a:lnTo>
                  <a:pt x="124967" y="282829"/>
                </a:lnTo>
                <a:lnTo>
                  <a:pt x="162687" y="303911"/>
                </a:lnTo>
                <a:lnTo>
                  <a:pt x="203962" y="312038"/>
                </a:lnTo>
                <a:lnTo>
                  <a:pt x="214248" y="311658"/>
                </a:lnTo>
                <a:lnTo>
                  <a:pt x="255269" y="300482"/>
                </a:lnTo>
                <a:lnTo>
                  <a:pt x="292734" y="276733"/>
                </a:lnTo>
                <a:lnTo>
                  <a:pt x="296002" y="273938"/>
                </a:lnTo>
                <a:lnTo>
                  <a:pt x="205612" y="273938"/>
                </a:lnTo>
                <a:lnTo>
                  <a:pt x="199008" y="273812"/>
                </a:lnTo>
                <a:lnTo>
                  <a:pt x="155701" y="257937"/>
                </a:lnTo>
                <a:lnTo>
                  <a:pt x="120014" y="226949"/>
                </a:lnTo>
                <a:lnTo>
                  <a:pt x="93471" y="192024"/>
                </a:lnTo>
                <a:lnTo>
                  <a:pt x="70992" y="150240"/>
                </a:lnTo>
                <a:lnTo>
                  <a:pt x="53466" y="103250"/>
                </a:lnTo>
                <a:lnTo>
                  <a:pt x="42163" y="53086"/>
                </a:lnTo>
                <a:lnTo>
                  <a:pt x="39115" y="27432"/>
                </a:lnTo>
                <a:lnTo>
                  <a:pt x="38100" y="0"/>
                </a:lnTo>
                <a:close/>
              </a:path>
              <a:path w="429260" h="312419">
                <a:moveTo>
                  <a:pt x="347920" y="128373"/>
                </a:moveTo>
                <a:lnTo>
                  <a:pt x="328548" y="171323"/>
                </a:lnTo>
                <a:lnTo>
                  <a:pt x="304164" y="209550"/>
                </a:lnTo>
                <a:lnTo>
                  <a:pt x="276478" y="240537"/>
                </a:lnTo>
                <a:lnTo>
                  <a:pt x="240664" y="265302"/>
                </a:lnTo>
                <a:lnTo>
                  <a:pt x="205612" y="273938"/>
                </a:lnTo>
                <a:lnTo>
                  <a:pt x="296002" y="273938"/>
                </a:lnTo>
                <a:lnTo>
                  <a:pt x="333628" y="233934"/>
                </a:lnTo>
                <a:lnTo>
                  <a:pt x="361441" y="190626"/>
                </a:lnTo>
                <a:lnTo>
                  <a:pt x="383793" y="141477"/>
                </a:lnTo>
                <a:lnTo>
                  <a:pt x="384047" y="140588"/>
                </a:lnTo>
                <a:lnTo>
                  <a:pt x="384428" y="139700"/>
                </a:lnTo>
                <a:lnTo>
                  <a:pt x="384682" y="138811"/>
                </a:lnTo>
                <a:lnTo>
                  <a:pt x="386922" y="129667"/>
                </a:lnTo>
                <a:lnTo>
                  <a:pt x="347598" y="129667"/>
                </a:lnTo>
                <a:lnTo>
                  <a:pt x="347920" y="128373"/>
                </a:lnTo>
                <a:close/>
              </a:path>
              <a:path w="429260" h="312419">
                <a:moveTo>
                  <a:pt x="348488" y="127000"/>
                </a:moveTo>
                <a:lnTo>
                  <a:pt x="347920" y="128373"/>
                </a:lnTo>
                <a:lnTo>
                  <a:pt x="347598" y="129667"/>
                </a:lnTo>
                <a:lnTo>
                  <a:pt x="348488" y="127000"/>
                </a:lnTo>
                <a:close/>
              </a:path>
              <a:path w="429260" h="312419">
                <a:moveTo>
                  <a:pt x="387576" y="127000"/>
                </a:moveTo>
                <a:lnTo>
                  <a:pt x="348488" y="127000"/>
                </a:lnTo>
                <a:lnTo>
                  <a:pt x="347598" y="129667"/>
                </a:lnTo>
                <a:lnTo>
                  <a:pt x="386922" y="129667"/>
                </a:lnTo>
                <a:lnTo>
                  <a:pt x="387576" y="127000"/>
                </a:lnTo>
                <a:close/>
              </a:path>
              <a:path w="429260" h="312419">
                <a:moveTo>
                  <a:pt x="352007" y="111913"/>
                </a:moveTo>
                <a:lnTo>
                  <a:pt x="347920" y="128373"/>
                </a:lnTo>
                <a:lnTo>
                  <a:pt x="348488" y="127000"/>
                </a:lnTo>
                <a:lnTo>
                  <a:pt x="387576" y="127000"/>
                </a:lnTo>
                <a:lnTo>
                  <a:pt x="389791" y="117955"/>
                </a:lnTo>
                <a:lnTo>
                  <a:pt x="352007" y="111913"/>
                </a:lnTo>
                <a:close/>
              </a:path>
              <a:path w="429260" h="312419">
                <a:moveTo>
                  <a:pt x="418680" y="91821"/>
                </a:moveTo>
                <a:lnTo>
                  <a:pt x="356996" y="91821"/>
                </a:lnTo>
                <a:lnTo>
                  <a:pt x="393953" y="100964"/>
                </a:lnTo>
                <a:lnTo>
                  <a:pt x="389791" y="117955"/>
                </a:lnTo>
                <a:lnTo>
                  <a:pt x="428878" y="124206"/>
                </a:lnTo>
                <a:lnTo>
                  <a:pt x="418680" y="91821"/>
                </a:lnTo>
                <a:close/>
              </a:path>
              <a:path w="429260" h="312419">
                <a:moveTo>
                  <a:pt x="356996" y="91821"/>
                </a:moveTo>
                <a:lnTo>
                  <a:pt x="352007" y="111913"/>
                </a:lnTo>
                <a:lnTo>
                  <a:pt x="389791" y="117955"/>
                </a:lnTo>
                <a:lnTo>
                  <a:pt x="393953" y="100964"/>
                </a:lnTo>
                <a:lnTo>
                  <a:pt x="356996" y="91821"/>
                </a:lnTo>
                <a:close/>
              </a:path>
              <a:path w="429260" h="312419">
                <a:moveTo>
                  <a:pt x="390525" y="2412"/>
                </a:moveTo>
                <a:lnTo>
                  <a:pt x="316102" y="106172"/>
                </a:lnTo>
                <a:lnTo>
                  <a:pt x="352007" y="111913"/>
                </a:lnTo>
                <a:lnTo>
                  <a:pt x="356996" y="91821"/>
                </a:lnTo>
                <a:lnTo>
                  <a:pt x="418680" y="91821"/>
                </a:lnTo>
                <a:lnTo>
                  <a:pt x="390525" y="24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889247" y="4158996"/>
            <a:ext cx="407034" cy="302895"/>
          </a:xfrm>
          <a:custGeom>
            <a:avLst/>
            <a:gdLst/>
            <a:ahLst/>
            <a:cxnLst/>
            <a:rect l="l" t="t" r="r" b="b"/>
            <a:pathLst>
              <a:path w="407035" h="302895">
                <a:moveTo>
                  <a:pt x="38100" y="0"/>
                </a:moveTo>
                <a:lnTo>
                  <a:pt x="0" y="1523"/>
                </a:lnTo>
                <a:lnTo>
                  <a:pt x="1015" y="27939"/>
                </a:lnTo>
                <a:lnTo>
                  <a:pt x="4063" y="55625"/>
                </a:lnTo>
                <a:lnTo>
                  <a:pt x="15621" y="109219"/>
                </a:lnTo>
                <a:lnTo>
                  <a:pt x="33654" y="159384"/>
                </a:lnTo>
                <a:lnTo>
                  <a:pt x="57023" y="204469"/>
                </a:lnTo>
                <a:lnTo>
                  <a:pt x="85216" y="243204"/>
                </a:lnTo>
                <a:lnTo>
                  <a:pt x="117728" y="274065"/>
                </a:lnTo>
                <a:lnTo>
                  <a:pt x="153669" y="294639"/>
                </a:lnTo>
                <a:lnTo>
                  <a:pt x="192912" y="302513"/>
                </a:lnTo>
                <a:lnTo>
                  <a:pt x="202818" y="302132"/>
                </a:lnTo>
                <a:lnTo>
                  <a:pt x="241807" y="291210"/>
                </a:lnTo>
                <a:lnTo>
                  <a:pt x="277240" y="268223"/>
                </a:lnTo>
                <a:lnTo>
                  <a:pt x="281503" y="264413"/>
                </a:lnTo>
                <a:lnTo>
                  <a:pt x="194563" y="264413"/>
                </a:lnTo>
                <a:lnTo>
                  <a:pt x="188340" y="264286"/>
                </a:lnTo>
                <a:lnTo>
                  <a:pt x="148336" y="249046"/>
                </a:lnTo>
                <a:lnTo>
                  <a:pt x="114935" y="219328"/>
                </a:lnTo>
                <a:lnTo>
                  <a:pt x="90169" y="185800"/>
                </a:lnTo>
                <a:lnTo>
                  <a:pt x="69087" y="145287"/>
                </a:lnTo>
                <a:lnTo>
                  <a:pt x="52577" y="99948"/>
                </a:lnTo>
                <a:lnTo>
                  <a:pt x="41910" y="51434"/>
                </a:lnTo>
                <a:lnTo>
                  <a:pt x="39115" y="26542"/>
                </a:lnTo>
                <a:lnTo>
                  <a:pt x="38100" y="0"/>
                </a:lnTo>
                <a:close/>
              </a:path>
              <a:path w="407035" h="302895">
                <a:moveTo>
                  <a:pt x="327009" y="124463"/>
                </a:moveTo>
                <a:lnTo>
                  <a:pt x="308863" y="165607"/>
                </a:lnTo>
                <a:lnTo>
                  <a:pt x="286130" y="202564"/>
                </a:lnTo>
                <a:lnTo>
                  <a:pt x="260223" y="232409"/>
                </a:lnTo>
                <a:lnTo>
                  <a:pt x="226822" y="256285"/>
                </a:lnTo>
                <a:lnTo>
                  <a:pt x="194563" y="264413"/>
                </a:lnTo>
                <a:lnTo>
                  <a:pt x="281503" y="264413"/>
                </a:lnTo>
                <a:lnTo>
                  <a:pt x="315849" y="226440"/>
                </a:lnTo>
                <a:lnTo>
                  <a:pt x="342011" y="184530"/>
                </a:lnTo>
                <a:lnTo>
                  <a:pt x="363092" y="136905"/>
                </a:lnTo>
                <a:lnTo>
                  <a:pt x="363474" y="136016"/>
                </a:lnTo>
                <a:lnTo>
                  <a:pt x="363981" y="134111"/>
                </a:lnTo>
                <a:lnTo>
                  <a:pt x="365985" y="125475"/>
                </a:lnTo>
                <a:lnTo>
                  <a:pt x="326771" y="125475"/>
                </a:lnTo>
                <a:lnTo>
                  <a:pt x="327009" y="124463"/>
                </a:lnTo>
                <a:close/>
              </a:path>
              <a:path w="407035" h="302895">
                <a:moveTo>
                  <a:pt x="327660" y="122808"/>
                </a:moveTo>
                <a:lnTo>
                  <a:pt x="327009" y="124463"/>
                </a:lnTo>
                <a:lnTo>
                  <a:pt x="326771" y="125475"/>
                </a:lnTo>
                <a:lnTo>
                  <a:pt x="327660" y="122808"/>
                </a:lnTo>
                <a:close/>
              </a:path>
              <a:path w="407035" h="302895">
                <a:moveTo>
                  <a:pt x="366603" y="122808"/>
                </a:moveTo>
                <a:lnTo>
                  <a:pt x="327660" y="122808"/>
                </a:lnTo>
                <a:lnTo>
                  <a:pt x="326771" y="125475"/>
                </a:lnTo>
                <a:lnTo>
                  <a:pt x="365985" y="125475"/>
                </a:lnTo>
                <a:lnTo>
                  <a:pt x="366603" y="122808"/>
                </a:lnTo>
                <a:close/>
              </a:path>
              <a:path w="407035" h="302895">
                <a:moveTo>
                  <a:pt x="329947" y="112000"/>
                </a:moveTo>
                <a:lnTo>
                  <a:pt x="327009" y="124463"/>
                </a:lnTo>
                <a:lnTo>
                  <a:pt x="327660" y="122808"/>
                </a:lnTo>
                <a:lnTo>
                  <a:pt x="366603" y="122808"/>
                </a:lnTo>
                <a:lnTo>
                  <a:pt x="367700" y="118080"/>
                </a:lnTo>
                <a:lnTo>
                  <a:pt x="329947" y="112000"/>
                </a:lnTo>
                <a:close/>
              </a:path>
              <a:path w="407035" h="302895">
                <a:moveTo>
                  <a:pt x="396412" y="92074"/>
                </a:moveTo>
                <a:lnTo>
                  <a:pt x="334644" y="92074"/>
                </a:lnTo>
                <a:lnTo>
                  <a:pt x="371728" y="100710"/>
                </a:lnTo>
                <a:lnTo>
                  <a:pt x="367700" y="118080"/>
                </a:lnTo>
                <a:lnTo>
                  <a:pt x="406526" y="124332"/>
                </a:lnTo>
                <a:lnTo>
                  <a:pt x="396412" y="92074"/>
                </a:lnTo>
                <a:close/>
              </a:path>
              <a:path w="407035" h="302895">
                <a:moveTo>
                  <a:pt x="334644" y="92074"/>
                </a:moveTo>
                <a:lnTo>
                  <a:pt x="329947" y="112000"/>
                </a:lnTo>
                <a:lnTo>
                  <a:pt x="367700" y="118080"/>
                </a:lnTo>
                <a:lnTo>
                  <a:pt x="371728" y="100710"/>
                </a:lnTo>
                <a:lnTo>
                  <a:pt x="334644" y="92074"/>
                </a:lnTo>
                <a:close/>
              </a:path>
              <a:path w="407035" h="302895">
                <a:moveTo>
                  <a:pt x="368300" y="2412"/>
                </a:moveTo>
                <a:lnTo>
                  <a:pt x="293750" y="106171"/>
                </a:lnTo>
                <a:lnTo>
                  <a:pt x="329947" y="112000"/>
                </a:lnTo>
                <a:lnTo>
                  <a:pt x="334644" y="92074"/>
                </a:lnTo>
                <a:lnTo>
                  <a:pt x="396412" y="92074"/>
                </a:lnTo>
                <a:lnTo>
                  <a:pt x="368300" y="24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677161" y="3554729"/>
            <a:ext cx="1458595" cy="853440"/>
          </a:xfrm>
          <a:custGeom>
            <a:avLst/>
            <a:gdLst/>
            <a:ahLst/>
            <a:cxnLst/>
            <a:rect l="l" t="t" r="r" b="b"/>
            <a:pathLst>
              <a:path w="1458595" h="853439">
                <a:moveTo>
                  <a:pt x="0" y="853440"/>
                </a:moveTo>
                <a:lnTo>
                  <a:pt x="1458468" y="853440"/>
                </a:lnTo>
                <a:lnTo>
                  <a:pt x="1458468" y="0"/>
                </a:lnTo>
                <a:lnTo>
                  <a:pt x="0" y="0"/>
                </a:lnTo>
                <a:lnTo>
                  <a:pt x="0" y="85344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77161" y="3554729"/>
            <a:ext cx="1458595" cy="853440"/>
          </a:xfrm>
          <a:custGeom>
            <a:avLst/>
            <a:gdLst/>
            <a:ahLst/>
            <a:cxnLst/>
            <a:rect l="l" t="t" r="r" b="b"/>
            <a:pathLst>
              <a:path w="1458595" h="853439">
                <a:moveTo>
                  <a:pt x="0" y="853440"/>
                </a:moveTo>
                <a:lnTo>
                  <a:pt x="1458468" y="853440"/>
                </a:lnTo>
                <a:lnTo>
                  <a:pt x="1458468" y="0"/>
                </a:lnTo>
                <a:lnTo>
                  <a:pt x="0" y="0"/>
                </a:lnTo>
                <a:lnTo>
                  <a:pt x="0" y="853440"/>
                </a:lnTo>
                <a:close/>
              </a:path>
            </a:pathLst>
          </a:custGeom>
          <a:ln w="38100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895600" y="2033016"/>
            <a:ext cx="268605" cy="1935480"/>
          </a:xfrm>
          <a:custGeom>
            <a:avLst/>
            <a:gdLst/>
            <a:ahLst/>
            <a:cxnLst/>
            <a:rect l="l" t="t" r="r" b="b"/>
            <a:pathLst>
              <a:path w="268605" h="1935479">
                <a:moveTo>
                  <a:pt x="0" y="0"/>
                </a:moveTo>
                <a:lnTo>
                  <a:pt x="2311" y="40855"/>
                </a:lnTo>
                <a:lnTo>
                  <a:pt x="4347" y="86644"/>
                </a:lnTo>
                <a:lnTo>
                  <a:pt x="6126" y="136823"/>
                </a:lnTo>
                <a:lnTo>
                  <a:pt x="7661" y="190845"/>
                </a:lnTo>
                <a:lnTo>
                  <a:pt x="8969" y="248166"/>
                </a:lnTo>
                <a:lnTo>
                  <a:pt x="10065" y="308240"/>
                </a:lnTo>
                <a:lnTo>
                  <a:pt x="10966" y="370523"/>
                </a:lnTo>
                <a:lnTo>
                  <a:pt x="11687" y="434470"/>
                </a:lnTo>
                <a:lnTo>
                  <a:pt x="12244" y="499535"/>
                </a:lnTo>
                <a:lnTo>
                  <a:pt x="12653" y="565174"/>
                </a:lnTo>
                <a:lnTo>
                  <a:pt x="12929" y="630841"/>
                </a:lnTo>
                <a:lnTo>
                  <a:pt x="13088" y="695991"/>
                </a:lnTo>
                <a:lnTo>
                  <a:pt x="13145" y="760079"/>
                </a:lnTo>
                <a:lnTo>
                  <a:pt x="13118" y="822560"/>
                </a:lnTo>
                <a:lnTo>
                  <a:pt x="13021" y="882889"/>
                </a:lnTo>
                <a:lnTo>
                  <a:pt x="12869" y="940521"/>
                </a:lnTo>
                <a:lnTo>
                  <a:pt x="12680" y="994911"/>
                </a:lnTo>
                <a:lnTo>
                  <a:pt x="12469" y="1045514"/>
                </a:lnTo>
                <a:lnTo>
                  <a:pt x="12250" y="1091784"/>
                </a:lnTo>
                <a:lnTo>
                  <a:pt x="12041" y="1133177"/>
                </a:lnTo>
                <a:lnTo>
                  <a:pt x="11857" y="1169147"/>
                </a:lnTo>
                <a:lnTo>
                  <a:pt x="11713" y="1199150"/>
                </a:lnTo>
                <a:lnTo>
                  <a:pt x="11626" y="1222640"/>
                </a:lnTo>
                <a:lnTo>
                  <a:pt x="11611" y="1239072"/>
                </a:lnTo>
                <a:lnTo>
                  <a:pt x="11683" y="1247902"/>
                </a:lnTo>
                <a:lnTo>
                  <a:pt x="13058" y="1301749"/>
                </a:lnTo>
                <a:lnTo>
                  <a:pt x="15104" y="1358107"/>
                </a:lnTo>
                <a:lnTo>
                  <a:pt x="18137" y="1415791"/>
                </a:lnTo>
                <a:lnTo>
                  <a:pt x="22469" y="1473616"/>
                </a:lnTo>
                <a:lnTo>
                  <a:pt x="28416" y="1530397"/>
                </a:lnTo>
                <a:lnTo>
                  <a:pt x="36290" y="1584949"/>
                </a:lnTo>
                <a:lnTo>
                  <a:pt x="46406" y="1636088"/>
                </a:lnTo>
                <a:lnTo>
                  <a:pt x="59078" y="1682628"/>
                </a:lnTo>
                <a:lnTo>
                  <a:pt x="74619" y="1723384"/>
                </a:lnTo>
                <a:lnTo>
                  <a:pt x="93344" y="1757172"/>
                </a:lnTo>
                <a:lnTo>
                  <a:pt x="95543" y="1777190"/>
                </a:lnTo>
                <a:lnTo>
                  <a:pt x="99988" y="1817179"/>
                </a:lnTo>
                <a:lnTo>
                  <a:pt x="121713" y="1848707"/>
                </a:lnTo>
                <a:lnTo>
                  <a:pt x="131208" y="1852378"/>
                </a:lnTo>
                <a:lnTo>
                  <a:pt x="139954" y="1859026"/>
                </a:lnTo>
                <a:lnTo>
                  <a:pt x="171586" y="1894278"/>
                </a:lnTo>
                <a:lnTo>
                  <a:pt x="196421" y="1917969"/>
                </a:lnTo>
                <a:lnTo>
                  <a:pt x="225089" y="1931302"/>
                </a:lnTo>
                <a:lnTo>
                  <a:pt x="268224" y="193548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8609" y="3937508"/>
            <a:ext cx="3180588" cy="23497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8609" y="3937508"/>
            <a:ext cx="3180715" cy="2350135"/>
          </a:xfrm>
          <a:custGeom>
            <a:avLst/>
            <a:gdLst/>
            <a:ahLst/>
            <a:cxnLst/>
            <a:rect l="l" t="t" r="r" b="b"/>
            <a:pathLst>
              <a:path w="3180715" h="2350135">
                <a:moveTo>
                  <a:pt x="3180588" y="2195322"/>
                </a:moveTo>
                <a:lnTo>
                  <a:pt x="3172720" y="2244135"/>
                </a:lnTo>
                <a:lnTo>
                  <a:pt x="3150807" y="2286528"/>
                </a:lnTo>
                <a:lnTo>
                  <a:pt x="3117384" y="2319958"/>
                </a:lnTo>
                <a:lnTo>
                  <a:pt x="3074989" y="2341881"/>
                </a:lnTo>
                <a:lnTo>
                  <a:pt x="3026155" y="2349754"/>
                </a:lnTo>
                <a:lnTo>
                  <a:pt x="2650490" y="2349754"/>
                </a:lnTo>
                <a:lnTo>
                  <a:pt x="1855342" y="2349754"/>
                </a:lnTo>
                <a:lnTo>
                  <a:pt x="154432" y="2349754"/>
                </a:lnTo>
                <a:lnTo>
                  <a:pt x="105618" y="2341881"/>
                </a:lnTo>
                <a:lnTo>
                  <a:pt x="63225" y="2319958"/>
                </a:lnTo>
                <a:lnTo>
                  <a:pt x="29795" y="2286528"/>
                </a:lnTo>
                <a:lnTo>
                  <a:pt x="7872" y="2244135"/>
                </a:lnTo>
                <a:lnTo>
                  <a:pt x="0" y="2195322"/>
                </a:lnTo>
                <a:lnTo>
                  <a:pt x="0" y="1809242"/>
                </a:lnTo>
                <a:lnTo>
                  <a:pt x="0" y="1577594"/>
                </a:lnTo>
                <a:lnTo>
                  <a:pt x="7872" y="1528760"/>
                </a:lnTo>
                <a:lnTo>
                  <a:pt x="29795" y="1486365"/>
                </a:lnTo>
                <a:lnTo>
                  <a:pt x="63225" y="1452942"/>
                </a:lnTo>
                <a:lnTo>
                  <a:pt x="105618" y="1431029"/>
                </a:lnTo>
                <a:lnTo>
                  <a:pt x="154432" y="1423162"/>
                </a:lnTo>
                <a:lnTo>
                  <a:pt x="1855342" y="1423162"/>
                </a:lnTo>
                <a:lnTo>
                  <a:pt x="2737612" y="0"/>
                </a:lnTo>
                <a:lnTo>
                  <a:pt x="2650490" y="1423162"/>
                </a:lnTo>
                <a:lnTo>
                  <a:pt x="3026155" y="1423162"/>
                </a:lnTo>
                <a:lnTo>
                  <a:pt x="3074989" y="1431029"/>
                </a:lnTo>
                <a:lnTo>
                  <a:pt x="3117384" y="1452942"/>
                </a:lnTo>
                <a:lnTo>
                  <a:pt x="3150807" y="1486365"/>
                </a:lnTo>
                <a:lnTo>
                  <a:pt x="3172720" y="1528760"/>
                </a:lnTo>
                <a:lnTo>
                  <a:pt x="3180588" y="1577594"/>
                </a:lnTo>
                <a:lnTo>
                  <a:pt x="3180588" y="1809242"/>
                </a:lnTo>
                <a:lnTo>
                  <a:pt x="3180588" y="2195322"/>
                </a:lnTo>
                <a:close/>
              </a:path>
            </a:pathLst>
          </a:custGeom>
          <a:ln w="38100">
            <a:solidFill>
              <a:srgbClr val="CC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53669" y="5454497"/>
            <a:ext cx="3088640" cy="742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820"/>
              </a:lnSpc>
              <a:spcBef>
                <a:spcPts val="100"/>
              </a:spcBef>
            </a:pPr>
            <a:r>
              <a:rPr dirty="0" sz="2400" spc="-5" b="1">
                <a:latin typeface="宋体"/>
                <a:cs typeface="宋体"/>
              </a:rPr>
              <a:t>合并为一个识别该语言</a:t>
            </a:r>
            <a:endParaRPr sz="2400">
              <a:latin typeface="宋体"/>
              <a:cs typeface="宋体"/>
            </a:endParaRPr>
          </a:p>
          <a:p>
            <a:pPr algn="ctr" marL="635">
              <a:lnSpc>
                <a:spcPts val="2820"/>
              </a:lnSpc>
            </a:pPr>
            <a:r>
              <a:rPr dirty="0" sz="2400" b="1">
                <a:latin typeface="宋体"/>
                <a:cs typeface="宋体"/>
              </a:rPr>
              <a:t>所有单词的</a:t>
            </a:r>
            <a:r>
              <a:rPr dirty="0" sz="2400" spc="-65" b="1">
                <a:latin typeface="Times New Roman"/>
                <a:cs typeface="Times New Roman"/>
              </a:rPr>
              <a:t>NFA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257294" y="4048505"/>
            <a:ext cx="746760" cy="1312545"/>
          </a:xfrm>
          <a:custGeom>
            <a:avLst/>
            <a:gdLst/>
            <a:ahLst/>
            <a:cxnLst/>
            <a:rect l="l" t="t" r="r" b="b"/>
            <a:pathLst>
              <a:path w="746760" h="1312545">
                <a:moveTo>
                  <a:pt x="0" y="0"/>
                </a:moveTo>
                <a:lnTo>
                  <a:pt x="746759" y="1312164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380738" y="1986533"/>
            <a:ext cx="623570" cy="3374390"/>
          </a:xfrm>
          <a:custGeom>
            <a:avLst/>
            <a:gdLst/>
            <a:ahLst/>
            <a:cxnLst/>
            <a:rect l="l" t="t" r="r" b="b"/>
            <a:pathLst>
              <a:path w="623570" h="3374390">
                <a:moveTo>
                  <a:pt x="0" y="0"/>
                </a:moveTo>
                <a:lnTo>
                  <a:pt x="623315" y="3374135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589270" y="4174997"/>
            <a:ext cx="459105" cy="1186180"/>
          </a:xfrm>
          <a:custGeom>
            <a:avLst/>
            <a:gdLst/>
            <a:ahLst/>
            <a:cxnLst/>
            <a:rect l="l" t="t" r="r" b="b"/>
            <a:pathLst>
              <a:path w="459104" h="1186179">
                <a:moveTo>
                  <a:pt x="0" y="0"/>
                </a:moveTo>
                <a:lnTo>
                  <a:pt x="458724" y="1185671"/>
                </a:lnTo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987034" y="1959101"/>
            <a:ext cx="60960" cy="3401695"/>
          </a:xfrm>
          <a:custGeom>
            <a:avLst/>
            <a:gdLst/>
            <a:ahLst/>
            <a:cxnLst/>
            <a:rect l="l" t="t" r="r" b="b"/>
            <a:pathLst>
              <a:path w="60960" h="3401695">
                <a:moveTo>
                  <a:pt x="0" y="0"/>
                </a:moveTo>
                <a:lnTo>
                  <a:pt x="60960" y="3401568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693920" y="5359908"/>
            <a:ext cx="2819400" cy="518159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8100" rIns="0" bIns="0" rtlCol="0" vert="horz">
            <a:spAutoFit/>
          </a:bodyPr>
          <a:lstStyle/>
          <a:p>
            <a:pPr marL="339725">
              <a:lnSpc>
                <a:spcPct val="100000"/>
              </a:lnSpc>
              <a:spcBef>
                <a:spcPts val="300"/>
              </a:spcBef>
            </a:pPr>
            <a:r>
              <a:rPr dirty="0" sz="2800" spc="-5" b="1">
                <a:latin typeface="宋体"/>
                <a:cs typeface="宋体"/>
              </a:rPr>
              <a:t>调整冲突编号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0314" y="1567433"/>
            <a:ext cx="523240" cy="523240"/>
          </a:xfrm>
          <a:custGeom>
            <a:avLst/>
            <a:gdLst/>
            <a:ahLst/>
            <a:cxnLst/>
            <a:rect l="l" t="t" r="r" b="b"/>
            <a:pathLst>
              <a:path w="523239" h="523239">
                <a:moveTo>
                  <a:pt x="0" y="261365"/>
                </a:moveTo>
                <a:lnTo>
                  <a:pt x="4209" y="214371"/>
                </a:lnTo>
                <a:lnTo>
                  <a:pt x="16345" y="170146"/>
                </a:lnTo>
                <a:lnTo>
                  <a:pt x="35672" y="129427"/>
                </a:lnTo>
                <a:lnTo>
                  <a:pt x="61453" y="92950"/>
                </a:lnTo>
                <a:lnTo>
                  <a:pt x="92950" y="61453"/>
                </a:lnTo>
                <a:lnTo>
                  <a:pt x="129427" y="35672"/>
                </a:lnTo>
                <a:lnTo>
                  <a:pt x="170146" y="16345"/>
                </a:lnTo>
                <a:lnTo>
                  <a:pt x="214371" y="4209"/>
                </a:lnTo>
                <a:lnTo>
                  <a:pt x="261365" y="0"/>
                </a:lnTo>
                <a:lnTo>
                  <a:pt x="308360" y="4209"/>
                </a:lnTo>
                <a:lnTo>
                  <a:pt x="352585" y="16345"/>
                </a:lnTo>
                <a:lnTo>
                  <a:pt x="393304" y="35672"/>
                </a:lnTo>
                <a:lnTo>
                  <a:pt x="429781" y="61453"/>
                </a:lnTo>
                <a:lnTo>
                  <a:pt x="461278" y="92950"/>
                </a:lnTo>
                <a:lnTo>
                  <a:pt x="487059" y="129427"/>
                </a:lnTo>
                <a:lnTo>
                  <a:pt x="506386" y="170146"/>
                </a:lnTo>
                <a:lnTo>
                  <a:pt x="518522" y="214371"/>
                </a:lnTo>
                <a:lnTo>
                  <a:pt x="522732" y="261365"/>
                </a:lnTo>
                <a:lnTo>
                  <a:pt x="518522" y="308360"/>
                </a:lnTo>
                <a:lnTo>
                  <a:pt x="506386" y="352585"/>
                </a:lnTo>
                <a:lnTo>
                  <a:pt x="487059" y="393304"/>
                </a:lnTo>
                <a:lnTo>
                  <a:pt x="461278" y="429781"/>
                </a:lnTo>
                <a:lnTo>
                  <a:pt x="429781" y="461278"/>
                </a:lnTo>
                <a:lnTo>
                  <a:pt x="393304" y="487059"/>
                </a:lnTo>
                <a:lnTo>
                  <a:pt x="352585" y="506386"/>
                </a:lnTo>
                <a:lnTo>
                  <a:pt x="308360" y="518522"/>
                </a:lnTo>
                <a:lnTo>
                  <a:pt x="261365" y="522731"/>
                </a:lnTo>
                <a:lnTo>
                  <a:pt x="214371" y="518522"/>
                </a:lnTo>
                <a:lnTo>
                  <a:pt x="170146" y="506386"/>
                </a:lnTo>
                <a:lnTo>
                  <a:pt x="129427" y="487059"/>
                </a:lnTo>
                <a:lnTo>
                  <a:pt x="92950" y="461278"/>
                </a:lnTo>
                <a:lnTo>
                  <a:pt x="61453" y="429781"/>
                </a:lnTo>
                <a:lnTo>
                  <a:pt x="35672" y="393304"/>
                </a:lnTo>
                <a:lnTo>
                  <a:pt x="16345" y="352585"/>
                </a:lnTo>
                <a:lnTo>
                  <a:pt x="4209" y="308360"/>
                </a:lnTo>
                <a:lnTo>
                  <a:pt x="0" y="26136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685282" y="161886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6044" y="2157425"/>
            <a:ext cx="9652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L|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D |</a:t>
            </a:r>
            <a:r>
              <a:rPr dirty="0" sz="24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_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42101" y="137693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96717" y="1576577"/>
            <a:ext cx="528955" cy="558165"/>
          </a:xfrm>
          <a:custGeom>
            <a:avLst/>
            <a:gdLst/>
            <a:ahLst/>
            <a:cxnLst/>
            <a:rect l="l" t="t" r="r" b="b"/>
            <a:pathLst>
              <a:path w="528955" h="558164">
                <a:moveTo>
                  <a:pt x="0" y="278892"/>
                </a:moveTo>
                <a:lnTo>
                  <a:pt x="4259" y="228754"/>
                </a:lnTo>
                <a:lnTo>
                  <a:pt x="16540" y="181568"/>
                </a:lnTo>
                <a:lnTo>
                  <a:pt x="36096" y="138119"/>
                </a:lnTo>
                <a:lnTo>
                  <a:pt x="62180" y="99195"/>
                </a:lnTo>
                <a:lnTo>
                  <a:pt x="94047" y="65584"/>
                </a:lnTo>
                <a:lnTo>
                  <a:pt x="130951" y="38071"/>
                </a:lnTo>
                <a:lnTo>
                  <a:pt x="172144" y="17445"/>
                </a:lnTo>
                <a:lnTo>
                  <a:pt x="216880" y="4492"/>
                </a:lnTo>
                <a:lnTo>
                  <a:pt x="264413" y="0"/>
                </a:lnTo>
                <a:lnTo>
                  <a:pt x="311947" y="4492"/>
                </a:lnTo>
                <a:lnTo>
                  <a:pt x="356683" y="17445"/>
                </a:lnTo>
                <a:lnTo>
                  <a:pt x="397876" y="38071"/>
                </a:lnTo>
                <a:lnTo>
                  <a:pt x="434780" y="65584"/>
                </a:lnTo>
                <a:lnTo>
                  <a:pt x="466647" y="99195"/>
                </a:lnTo>
                <a:lnTo>
                  <a:pt x="492731" y="138119"/>
                </a:lnTo>
                <a:lnTo>
                  <a:pt x="512287" y="181568"/>
                </a:lnTo>
                <a:lnTo>
                  <a:pt x="524568" y="228754"/>
                </a:lnTo>
                <a:lnTo>
                  <a:pt x="528827" y="278892"/>
                </a:lnTo>
                <a:lnTo>
                  <a:pt x="524568" y="329029"/>
                </a:lnTo>
                <a:lnTo>
                  <a:pt x="512287" y="376215"/>
                </a:lnTo>
                <a:lnTo>
                  <a:pt x="492731" y="419664"/>
                </a:lnTo>
                <a:lnTo>
                  <a:pt x="466647" y="458588"/>
                </a:lnTo>
                <a:lnTo>
                  <a:pt x="434780" y="492199"/>
                </a:lnTo>
                <a:lnTo>
                  <a:pt x="397876" y="519712"/>
                </a:lnTo>
                <a:lnTo>
                  <a:pt x="356683" y="540338"/>
                </a:lnTo>
                <a:lnTo>
                  <a:pt x="311947" y="553291"/>
                </a:lnTo>
                <a:lnTo>
                  <a:pt x="264413" y="557784"/>
                </a:lnTo>
                <a:lnTo>
                  <a:pt x="216880" y="553291"/>
                </a:lnTo>
                <a:lnTo>
                  <a:pt x="172144" y="540338"/>
                </a:lnTo>
                <a:lnTo>
                  <a:pt x="130951" y="519712"/>
                </a:lnTo>
                <a:lnTo>
                  <a:pt x="94047" y="492199"/>
                </a:lnTo>
                <a:lnTo>
                  <a:pt x="62180" y="458588"/>
                </a:lnTo>
                <a:lnTo>
                  <a:pt x="36096" y="419664"/>
                </a:lnTo>
                <a:lnTo>
                  <a:pt x="16540" y="376215"/>
                </a:lnTo>
                <a:lnTo>
                  <a:pt x="4259" y="329029"/>
                </a:lnTo>
                <a:lnTo>
                  <a:pt x="0" y="27889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57880" y="163347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21073" y="1578102"/>
            <a:ext cx="525780" cy="559435"/>
          </a:xfrm>
          <a:custGeom>
            <a:avLst/>
            <a:gdLst/>
            <a:ahLst/>
            <a:cxnLst/>
            <a:rect l="l" t="t" r="r" b="b"/>
            <a:pathLst>
              <a:path w="525779" h="559435">
                <a:moveTo>
                  <a:pt x="262889" y="0"/>
                </a:moveTo>
                <a:lnTo>
                  <a:pt x="215642" y="4506"/>
                </a:lnTo>
                <a:lnTo>
                  <a:pt x="171170" y="17497"/>
                </a:lnTo>
                <a:lnTo>
                  <a:pt x="130217" y="38184"/>
                </a:lnTo>
                <a:lnTo>
                  <a:pt x="93525" y="65776"/>
                </a:lnTo>
                <a:lnTo>
                  <a:pt x="61838" y="99483"/>
                </a:lnTo>
                <a:lnTo>
                  <a:pt x="35898" y="138514"/>
                </a:lnTo>
                <a:lnTo>
                  <a:pt x="16450" y="182080"/>
                </a:lnTo>
                <a:lnTo>
                  <a:pt x="4236" y="229390"/>
                </a:lnTo>
                <a:lnTo>
                  <a:pt x="0" y="279653"/>
                </a:lnTo>
                <a:lnTo>
                  <a:pt x="4236" y="329917"/>
                </a:lnTo>
                <a:lnTo>
                  <a:pt x="16450" y="377227"/>
                </a:lnTo>
                <a:lnTo>
                  <a:pt x="35898" y="420793"/>
                </a:lnTo>
                <a:lnTo>
                  <a:pt x="61838" y="459824"/>
                </a:lnTo>
                <a:lnTo>
                  <a:pt x="93525" y="493531"/>
                </a:lnTo>
                <a:lnTo>
                  <a:pt x="130217" y="521123"/>
                </a:lnTo>
                <a:lnTo>
                  <a:pt x="171170" y="541810"/>
                </a:lnTo>
                <a:lnTo>
                  <a:pt x="215642" y="554801"/>
                </a:lnTo>
                <a:lnTo>
                  <a:pt x="262889" y="559308"/>
                </a:lnTo>
                <a:lnTo>
                  <a:pt x="310137" y="554801"/>
                </a:lnTo>
                <a:lnTo>
                  <a:pt x="354609" y="541810"/>
                </a:lnTo>
                <a:lnTo>
                  <a:pt x="395562" y="521123"/>
                </a:lnTo>
                <a:lnTo>
                  <a:pt x="432254" y="493531"/>
                </a:lnTo>
                <a:lnTo>
                  <a:pt x="463941" y="459824"/>
                </a:lnTo>
                <a:lnTo>
                  <a:pt x="489881" y="420793"/>
                </a:lnTo>
                <a:lnTo>
                  <a:pt x="509329" y="377227"/>
                </a:lnTo>
                <a:lnTo>
                  <a:pt x="521543" y="329917"/>
                </a:lnTo>
                <a:lnTo>
                  <a:pt x="525779" y="279653"/>
                </a:lnTo>
                <a:lnTo>
                  <a:pt x="521543" y="229390"/>
                </a:lnTo>
                <a:lnTo>
                  <a:pt x="509329" y="182080"/>
                </a:lnTo>
                <a:lnTo>
                  <a:pt x="489881" y="138514"/>
                </a:lnTo>
                <a:lnTo>
                  <a:pt x="463941" y="99483"/>
                </a:lnTo>
                <a:lnTo>
                  <a:pt x="432254" y="65776"/>
                </a:lnTo>
                <a:lnTo>
                  <a:pt x="395562" y="38184"/>
                </a:lnTo>
                <a:lnTo>
                  <a:pt x="354609" y="17497"/>
                </a:lnTo>
                <a:lnTo>
                  <a:pt x="310137" y="4506"/>
                </a:lnTo>
                <a:lnTo>
                  <a:pt x="26288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21073" y="1578102"/>
            <a:ext cx="525780" cy="559435"/>
          </a:xfrm>
          <a:custGeom>
            <a:avLst/>
            <a:gdLst/>
            <a:ahLst/>
            <a:cxnLst/>
            <a:rect l="l" t="t" r="r" b="b"/>
            <a:pathLst>
              <a:path w="525779" h="559435">
                <a:moveTo>
                  <a:pt x="0" y="279653"/>
                </a:moveTo>
                <a:lnTo>
                  <a:pt x="4236" y="229390"/>
                </a:lnTo>
                <a:lnTo>
                  <a:pt x="16450" y="182080"/>
                </a:lnTo>
                <a:lnTo>
                  <a:pt x="35898" y="138514"/>
                </a:lnTo>
                <a:lnTo>
                  <a:pt x="61838" y="99483"/>
                </a:lnTo>
                <a:lnTo>
                  <a:pt x="93525" y="65776"/>
                </a:lnTo>
                <a:lnTo>
                  <a:pt x="130217" y="38184"/>
                </a:lnTo>
                <a:lnTo>
                  <a:pt x="171170" y="17497"/>
                </a:lnTo>
                <a:lnTo>
                  <a:pt x="215642" y="4506"/>
                </a:lnTo>
                <a:lnTo>
                  <a:pt x="262889" y="0"/>
                </a:lnTo>
                <a:lnTo>
                  <a:pt x="310137" y="4506"/>
                </a:lnTo>
                <a:lnTo>
                  <a:pt x="354609" y="17497"/>
                </a:lnTo>
                <a:lnTo>
                  <a:pt x="395562" y="38184"/>
                </a:lnTo>
                <a:lnTo>
                  <a:pt x="432254" y="65776"/>
                </a:lnTo>
                <a:lnTo>
                  <a:pt x="463941" y="99483"/>
                </a:lnTo>
                <a:lnTo>
                  <a:pt x="489881" y="138514"/>
                </a:lnTo>
                <a:lnTo>
                  <a:pt x="509329" y="182080"/>
                </a:lnTo>
                <a:lnTo>
                  <a:pt x="521543" y="229390"/>
                </a:lnTo>
                <a:lnTo>
                  <a:pt x="525779" y="279653"/>
                </a:lnTo>
                <a:lnTo>
                  <a:pt x="521543" y="329917"/>
                </a:lnTo>
                <a:lnTo>
                  <a:pt x="509329" y="377227"/>
                </a:lnTo>
                <a:lnTo>
                  <a:pt x="489881" y="420793"/>
                </a:lnTo>
                <a:lnTo>
                  <a:pt x="463941" y="459824"/>
                </a:lnTo>
                <a:lnTo>
                  <a:pt x="432254" y="493531"/>
                </a:lnTo>
                <a:lnTo>
                  <a:pt x="395562" y="521123"/>
                </a:lnTo>
                <a:lnTo>
                  <a:pt x="354609" y="541810"/>
                </a:lnTo>
                <a:lnTo>
                  <a:pt x="310137" y="554801"/>
                </a:lnTo>
                <a:lnTo>
                  <a:pt x="262889" y="559308"/>
                </a:lnTo>
                <a:lnTo>
                  <a:pt x="215642" y="554801"/>
                </a:lnTo>
                <a:lnTo>
                  <a:pt x="171170" y="541810"/>
                </a:lnTo>
                <a:lnTo>
                  <a:pt x="130217" y="521123"/>
                </a:lnTo>
                <a:lnTo>
                  <a:pt x="93525" y="493531"/>
                </a:lnTo>
                <a:lnTo>
                  <a:pt x="61838" y="459824"/>
                </a:lnTo>
                <a:lnTo>
                  <a:pt x="35898" y="420793"/>
                </a:lnTo>
                <a:lnTo>
                  <a:pt x="16450" y="377227"/>
                </a:lnTo>
                <a:lnTo>
                  <a:pt x="4236" y="329917"/>
                </a:lnTo>
                <a:lnTo>
                  <a:pt x="0" y="27965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81983" y="163537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94782" y="1501902"/>
            <a:ext cx="641985" cy="678180"/>
          </a:xfrm>
          <a:custGeom>
            <a:avLst/>
            <a:gdLst/>
            <a:ahLst/>
            <a:cxnLst/>
            <a:rect l="l" t="t" r="r" b="b"/>
            <a:pathLst>
              <a:path w="641985" h="678180">
                <a:moveTo>
                  <a:pt x="0" y="339089"/>
                </a:moveTo>
                <a:lnTo>
                  <a:pt x="3478" y="288970"/>
                </a:lnTo>
                <a:lnTo>
                  <a:pt x="13583" y="241137"/>
                </a:lnTo>
                <a:lnTo>
                  <a:pt x="29817" y="196116"/>
                </a:lnTo>
                <a:lnTo>
                  <a:pt x="51685" y="154429"/>
                </a:lnTo>
                <a:lnTo>
                  <a:pt x="78690" y="116601"/>
                </a:lnTo>
                <a:lnTo>
                  <a:pt x="110335" y="83155"/>
                </a:lnTo>
                <a:lnTo>
                  <a:pt x="146125" y="54616"/>
                </a:lnTo>
                <a:lnTo>
                  <a:pt x="185563" y="31507"/>
                </a:lnTo>
                <a:lnTo>
                  <a:pt x="228153" y="14352"/>
                </a:lnTo>
                <a:lnTo>
                  <a:pt x="273398" y="3675"/>
                </a:lnTo>
                <a:lnTo>
                  <a:pt x="320801" y="0"/>
                </a:lnTo>
                <a:lnTo>
                  <a:pt x="368205" y="3675"/>
                </a:lnTo>
                <a:lnTo>
                  <a:pt x="413450" y="14352"/>
                </a:lnTo>
                <a:lnTo>
                  <a:pt x="456040" y="31507"/>
                </a:lnTo>
                <a:lnTo>
                  <a:pt x="495478" y="54616"/>
                </a:lnTo>
                <a:lnTo>
                  <a:pt x="531268" y="83155"/>
                </a:lnTo>
                <a:lnTo>
                  <a:pt x="562913" y="116601"/>
                </a:lnTo>
                <a:lnTo>
                  <a:pt x="589918" y="154429"/>
                </a:lnTo>
                <a:lnTo>
                  <a:pt x="611786" y="196116"/>
                </a:lnTo>
                <a:lnTo>
                  <a:pt x="628020" y="241137"/>
                </a:lnTo>
                <a:lnTo>
                  <a:pt x="638125" y="288970"/>
                </a:lnTo>
                <a:lnTo>
                  <a:pt x="641603" y="339089"/>
                </a:lnTo>
                <a:lnTo>
                  <a:pt x="638125" y="389209"/>
                </a:lnTo>
                <a:lnTo>
                  <a:pt x="628020" y="437042"/>
                </a:lnTo>
                <a:lnTo>
                  <a:pt x="611786" y="482063"/>
                </a:lnTo>
                <a:lnTo>
                  <a:pt x="589918" y="523750"/>
                </a:lnTo>
                <a:lnTo>
                  <a:pt x="562913" y="561578"/>
                </a:lnTo>
                <a:lnTo>
                  <a:pt x="531268" y="595024"/>
                </a:lnTo>
                <a:lnTo>
                  <a:pt x="495478" y="623563"/>
                </a:lnTo>
                <a:lnTo>
                  <a:pt x="456040" y="646672"/>
                </a:lnTo>
                <a:lnTo>
                  <a:pt x="413450" y="663827"/>
                </a:lnTo>
                <a:lnTo>
                  <a:pt x="368205" y="674504"/>
                </a:lnTo>
                <a:lnTo>
                  <a:pt x="320801" y="678180"/>
                </a:lnTo>
                <a:lnTo>
                  <a:pt x="273398" y="674504"/>
                </a:lnTo>
                <a:lnTo>
                  <a:pt x="228153" y="663827"/>
                </a:lnTo>
                <a:lnTo>
                  <a:pt x="185563" y="646672"/>
                </a:lnTo>
                <a:lnTo>
                  <a:pt x="146125" y="623563"/>
                </a:lnTo>
                <a:lnTo>
                  <a:pt x="110335" y="595024"/>
                </a:lnTo>
                <a:lnTo>
                  <a:pt x="78690" y="561578"/>
                </a:lnTo>
                <a:lnTo>
                  <a:pt x="51685" y="523750"/>
                </a:lnTo>
                <a:lnTo>
                  <a:pt x="29817" y="482063"/>
                </a:lnTo>
                <a:lnTo>
                  <a:pt x="13583" y="437042"/>
                </a:lnTo>
                <a:lnTo>
                  <a:pt x="3478" y="389209"/>
                </a:lnTo>
                <a:lnTo>
                  <a:pt x="0" y="33908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66722" y="1801367"/>
            <a:ext cx="749935" cy="114300"/>
          </a:xfrm>
          <a:custGeom>
            <a:avLst/>
            <a:gdLst/>
            <a:ahLst/>
            <a:cxnLst/>
            <a:rect l="l" t="t" r="r" b="b"/>
            <a:pathLst>
              <a:path w="749935" h="114300">
                <a:moveTo>
                  <a:pt x="635507" y="0"/>
                </a:moveTo>
                <a:lnTo>
                  <a:pt x="635507" y="114300"/>
                </a:lnTo>
                <a:lnTo>
                  <a:pt x="711707" y="76200"/>
                </a:lnTo>
                <a:lnTo>
                  <a:pt x="654557" y="76200"/>
                </a:lnTo>
                <a:lnTo>
                  <a:pt x="654557" y="38100"/>
                </a:lnTo>
                <a:lnTo>
                  <a:pt x="711707" y="38100"/>
                </a:lnTo>
                <a:lnTo>
                  <a:pt x="635507" y="0"/>
                </a:lnTo>
                <a:close/>
              </a:path>
              <a:path w="749935" h="114300">
                <a:moveTo>
                  <a:pt x="63550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35507" y="76200"/>
                </a:lnTo>
                <a:lnTo>
                  <a:pt x="635507" y="38100"/>
                </a:lnTo>
                <a:close/>
              </a:path>
              <a:path w="749935" h="114300">
                <a:moveTo>
                  <a:pt x="711707" y="38100"/>
                </a:moveTo>
                <a:lnTo>
                  <a:pt x="654557" y="38100"/>
                </a:lnTo>
                <a:lnTo>
                  <a:pt x="654557" y="76200"/>
                </a:lnTo>
                <a:lnTo>
                  <a:pt x="711707" y="76200"/>
                </a:lnTo>
                <a:lnTo>
                  <a:pt x="749807" y="57150"/>
                </a:lnTo>
                <a:lnTo>
                  <a:pt x="71170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650994" y="1378458"/>
            <a:ext cx="719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04691" y="1413128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43833" y="1804416"/>
            <a:ext cx="759460" cy="114300"/>
          </a:xfrm>
          <a:custGeom>
            <a:avLst/>
            <a:gdLst/>
            <a:ahLst/>
            <a:cxnLst/>
            <a:rect l="l" t="t" r="r" b="b"/>
            <a:pathLst>
              <a:path w="759460" h="114300">
                <a:moveTo>
                  <a:pt x="644652" y="0"/>
                </a:moveTo>
                <a:lnTo>
                  <a:pt x="644652" y="114300"/>
                </a:lnTo>
                <a:lnTo>
                  <a:pt x="720852" y="76200"/>
                </a:lnTo>
                <a:lnTo>
                  <a:pt x="663702" y="76200"/>
                </a:lnTo>
                <a:lnTo>
                  <a:pt x="663702" y="38100"/>
                </a:lnTo>
                <a:lnTo>
                  <a:pt x="720852" y="38100"/>
                </a:lnTo>
                <a:lnTo>
                  <a:pt x="644652" y="0"/>
                </a:lnTo>
                <a:close/>
              </a:path>
              <a:path w="759460" h="114300">
                <a:moveTo>
                  <a:pt x="64465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4652" y="76200"/>
                </a:lnTo>
                <a:lnTo>
                  <a:pt x="644652" y="38100"/>
                </a:lnTo>
                <a:close/>
              </a:path>
              <a:path w="759460" h="114300">
                <a:moveTo>
                  <a:pt x="720852" y="38100"/>
                </a:moveTo>
                <a:lnTo>
                  <a:pt x="663702" y="38100"/>
                </a:lnTo>
                <a:lnTo>
                  <a:pt x="663702" y="76200"/>
                </a:lnTo>
                <a:lnTo>
                  <a:pt x="720852" y="76200"/>
                </a:lnTo>
                <a:lnTo>
                  <a:pt x="758952" y="57150"/>
                </a:lnTo>
                <a:lnTo>
                  <a:pt x="7208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69714" y="1808988"/>
            <a:ext cx="925194" cy="114300"/>
          </a:xfrm>
          <a:custGeom>
            <a:avLst/>
            <a:gdLst/>
            <a:ahLst/>
            <a:cxnLst/>
            <a:rect l="l" t="t" r="r" b="b"/>
            <a:pathLst>
              <a:path w="925195" h="114300">
                <a:moveTo>
                  <a:pt x="810768" y="0"/>
                </a:moveTo>
                <a:lnTo>
                  <a:pt x="810768" y="114300"/>
                </a:lnTo>
                <a:lnTo>
                  <a:pt x="886968" y="76200"/>
                </a:lnTo>
                <a:lnTo>
                  <a:pt x="829818" y="76200"/>
                </a:lnTo>
                <a:lnTo>
                  <a:pt x="829818" y="38100"/>
                </a:lnTo>
                <a:lnTo>
                  <a:pt x="886968" y="38100"/>
                </a:lnTo>
                <a:lnTo>
                  <a:pt x="810768" y="0"/>
                </a:lnTo>
                <a:close/>
              </a:path>
              <a:path w="925195" h="114300">
                <a:moveTo>
                  <a:pt x="81076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10768" y="76200"/>
                </a:lnTo>
                <a:lnTo>
                  <a:pt x="810768" y="38100"/>
                </a:lnTo>
                <a:close/>
              </a:path>
              <a:path w="925195" h="114300">
                <a:moveTo>
                  <a:pt x="886968" y="38100"/>
                </a:moveTo>
                <a:lnTo>
                  <a:pt x="829818" y="38100"/>
                </a:lnTo>
                <a:lnTo>
                  <a:pt x="829818" y="76200"/>
                </a:lnTo>
                <a:lnTo>
                  <a:pt x="886968" y="76200"/>
                </a:lnTo>
                <a:lnTo>
                  <a:pt x="925068" y="57150"/>
                </a:lnTo>
                <a:lnTo>
                  <a:pt x="88696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35346" y="3281934"/>
            <a:ext cx="492759" cy="498475"/>
          </a:xfrm>
          <a:custGeom>
            <a:avLst/>
            <a:gdLst/>
            <a:ahLst/>
            <a:cxnLst/>
            <a:rect l="l" t="t" r="r" b="b"/>
            <a:pathLst>
              <a:path w="492760" h="498475">
                <a:moveTo>
                  <a:pt x="0" y="249174"/>
                </a:moveTo>
                <a:lnTo>
                  <a:pt x="5002" y="198941"/>
                </a:lnTo>
                <a:lnTo>
                  <a:pt x="19347" y="152161"/>
                </a:lnTo>
                <a:lnTo>
                  <a:pt x="42045" y="109835"/>
                </a:lnTo>
                <a:lnTo>
                  <a:pt x="72104" y="72961"/>
                </a:lnTo>
                <a:lnTo>
                  <a:pt x="108532" y="42541"/>
                </a:lnTo>
                <a:lnTo>
                  <a:pt x="150340" y="19573"/>
                </a:lnTo>
                <a:lnTo>
                  <a:pt x="196534" y="5060"/>
                </a:lnTo>
                <a:lnTo>
                  <a:pt x="246125" y="0"/>
                </a:lnTo>
                <a:lnTo>
                  <a:pt x="295717" y="5060"/>
                </a:lnTo>
                <a:lnTo>
                  <a:pt x="341911" y="19573"/>
                </a:lnTo>
                <a:lnTo>
                  <a:pt x="383719" y="42541"/>
                </a:lnTo>
                <a:lnTo>
                  <a:pt x="420147" y="72961"/>
                </a:lnTo>
                <a:lnTo>
                  <a:pt x="450206" y="109835"/>
                </a:lnTo>
                <a:lnTo>
                  <a:pt x="472904" y="152161"/>
                </a:lnTo>
                <a:lnTo>
                  <a:pt x="487249" y="198941"/>
                </a:lnTo>
                <a:lnTo>
                  <a:pt x="492251" y="249174"/>
                </a:lnTo>
                <a:lnTo>
                  <a:pt x="487249" y="299406"/>
                </a:lnTo>
                <a:lnTo>
                  <a:pt x="472904" y="346186"/>
                </a:lnTo>
                <a:lnTo>
                  <a:pt x="450206" y="388512"/>
                </a:lnTo>
                <a:lnTo>
                  <a:pt x="420147" y="425386"/>
                </a:lnTo>
                <a:lnTo>
                  <a:pt x="383719" y="455806"/>
                </a:lnTo>
                <a:lnTo>
                  <a:pt x="341911" y="478774"/>
                </a:lnTo>
                <a:lnTo>
                  <a:pt x="295717" y="493287"/>
                </a:lnTo>
                <a:lnTo>
                  <a:pt x="246125" y="498347"/>
                </a:lnTo>
                <a:lnTo>
                  <a:pt x="196534" y="493287"/>
                </a:lnTo>
                <a:lnTo>
                  <a:pt x="150340" y="478774"/>
                </a:lnTo>
                <a:lnTo>
                  <a:pt x="108532" y="455806"/>
                </a:lnTo>
                <a:lnTo>
                  <a:pt x="72104" y="425386"/>
                </a:lnTo>
                <a:lnTo>
                  <a:pt x="42045" y="388512"/>
                </a:lnTo>
                <a:lnTo>
                  <a:pt x="19347" y="346186"/>
                </a:lnTo>
                <a:lnTo>
                  <a:pt x="5002" y="299406"/>
                </a:lnTo>
                <a:lnTo>
                  <a:pt x="0" y="2491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85053" y="3234689"/>
            <a:ext cx="599440" cy="603885"/>
          </a:xfrm>
          <a:custGeom>
            <a:avLst/>
            <a:gdLst/>
            <a:ahLst/>
            <a:cxnLst/>
            <a:rect l="l" t="t" r="r" b="b"/>
            <a:pathLst>
              <a:path w="599439" h="603885">
                <a:moveTo>
                  <a:pt x="0" y="301751"/>
                </a:moveTo>
                <a:lnTo>
                  <a:pt x="3920" y="252813"/>
                </a:lnTo>
                <a:lnTo>
                  <a:pt x="15270" y="206386"/>
                </a:lnTo>
                <a:lnTo>
                  <a:pt x="33432" y="163092"/>
                </a:lnTo>
                <a:lnTo>
                  <a:pt x="57790" y="123553"/>
                </a:lnTo>
                <a:lnTo>
                  <a:pt x="87725" y="88392"/>
                </a:lnTo>
                <a:lnTo>
                  <a:pt x="122621" y="58228"/>
                </a:lnTo>
                <a:lnTo>
                  <a:pt x="161860" y="33686"/>
                </a:lnTo>
                <a:lnTo>
                  <a:pt x="204825" y="15386"/>
                </a:lnTo>
                <a:lnTo>
                  <a:pt x="250899" y="3950"/>
                </a:lnTo>
                <a:lnTo>
                  <a:pt x="299466" y="0"/>
                </a:lnTo>
                <a:lnTo>
                  <a:pt x="348032" y="3950"/>
                </a:lnTo>
                <a:lnTo>
                  <a:pt x="394106" y="15386"/>
                </a:lnTo>
                <a:lnTo>
                  <a:pt x="437071" y="33686"/>
                </a:lnTo>
                <a:lnTo>
                  <a:pt x="476310" y="58228"/>
                </a:lnTo>
                <a:lnTo>
                  <a:pt x="511206" y="88392"/>
                </a:lnTo>
                <a:lnTo>
                  <a:pt x="541141" y="123553"/>
                </a:lnTo>
                <a:lnTo>
                  <a:pt x="565499" y="163092"/>
                </a:lnTo>
                <a:lnTo>
                  <a:pt x="583661" y="206386"/>
                </a:lnTo>
                <a:lnTo>
                  <a:pt x="595011" y="252813"/>
                </a:lnTo>
                <a:lnTo>
                  <a:pt x="598932" y="301751"/>
                </a:lnTo>
                <a:lnTo>
                  <a:pt x="595011" y="350690"/>
                </a:lnTo>
                <a:lnTo>
                  <a:pt x="583661" y="397117"/>
                </a:lnTo>
                <a:lnTo>
                  <a:pt x="565499" y="440411"/>
                </a:lnTo>
                <a:lnTo>
                  <a:pt x="541141" y="479950"/>
                </a:lnTo>
                <a:lnTo>
                  <a:pt x="511206" y="515112"/>
                </a:lnTo>
                <a:lnTo>
                  <a:pt x="476310" y="545275"/>
                </a:lnTo>
                <a:lnTo>
                  <a:pt x="437071" y="569817"/>
                </a:lnTo>
                <a:lnTo>
                  <a:pt x="394106" y="588117"/>
                </a:lnTo>
                <a:lnTo>
                  <a:pt x="348032" y="599553"/>
                </a:lnTo>
                <a:lnTo>
                  <a:pt x="299466" y="603504"/>
                </a:lnTo>
                <a:lnTo>
                  <a:pt x="250899" y="599553"/>
                </a:lnTo>
                <a:lnTo>
                  <a:pt x="204825" y="588117"/>
                </a:lnTo>
                <a:lnTo>
                  <a:pt x="161860" y="569817"/>
                </a:lnTo>
                <a:lnTo>
                  <a:pt x="122621" y="545275"/>
                </a:lnTo>
                <a:lnTo>
                  <a:pt x="87725" y="515112"/>
                </a:lnTo>
                <a:lnTo>
                  <a:pt x="57790" y="479950"/>
                </a:lnTo>
                <a:lnTo>
                  <a:pt x="33432" y="440411"/>
                </a:lnTo>
                <a:lnTo>
                  <a:pt x="15270" y="397117"/>
                </a:lnTo>
                <a:lnTo>
                  <a:pt x="3920" y="350690"/>
                </a:lnTo>
                <a:lnTo>
                  <a:pt x="0" y="30175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54959" y="3539744"/>
            <a:ext cx="701675" cy="114300"/>
          </a:xfrm>
          <a:custGeom>
            <a:avLst/>
            <a:gdLst/>
            <a:ahLst/>
            <a:cxnLst/>
            <a:rect l="l" t="t" r="r" b="b"/>
            <a:pathLst>
              <a:path w="701675" h="114300">
                <a:moveTo>
                  <a:pt x="587120" y="0"/>
                </a:moveTo>
                <a:lnTo>
                  <a:pt x="586951" y="38142"/>
                </a:lnTo>
                <a:lnTo>
                  <a:pt x="606043" y="38226"/>
                </a:lnTo>
                <a:lnTo>
                  <a:pt x="605789" y="76326"/>
                </a:lnTo>
                <a:lnTo>
                  <a:pt x="586781" y="76326"/>
                </a:lnTo>
                <a:lnTo>
                  <a:pt x="586613" y="114299"/>
                </a:lnTo>
                <a:lnTo>
                  <a:pt x="663410" y="76326"/>
                </a:lnTo>
                <a:lnTo>
                  <a:pt x="605789" y="76326"/>
                </a:lnTo>
                <a:lnTo>
                  <a:pt x="663579" y="76243"/>
                </a:lnTo>
                <a:lnTo>
                  <a:pt x="701166" y="57657"/>
                </a:lnTo>
                <a:lnTo>
                  <a:pt x="587120" y="0"/>
                </a:lnTo>
                <a:close/>
              </a:path>
              <a:path w="701675" h="114300">
                <a:moveTo>
                  <a:pt x="586951" y="38142"/>
                </a:moveTo>
                <a:lnTo>
                  <a:pt x="586782" y="76243"/>
                </a:lnTo>
                <a:lnTo>
                  <a:pt x="605789" y="76326"/>
                </a:lnTo>
                <a:lnTo>
                  <a:pt x="606043" y="38226"/>
                </a:lnTo>
                <a:lnTo>
                  <a:pt x="586951" y="38142"/>
                </a:lnTo>
                <a:close/>
              </a:path>
              <a:path w="701675" h="114300">
                <a:moveTo>
                  <a:pt x="253" y="35559"/>
                </a:moveTo>
                <a:lnTo>
                  <a:pt x="0" y="73659"/>
                </a:lnTo>
                <a:lnTo>
                  <a:pt x="586782" y="76243"/>
                </a:lnTo>
                <a:lnTo>
                  <a:pt x="586951" y="38142"/>
                </a:lnTo>
                <a:lnTo>
                  <a:pt x="253" y="355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19295" y="3521583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29" h="114300">
                <a:moveTo>
                  <a:pt x="722756" y="0"/>
                </a:moveTo>
                <a:lnTo>
                  <a:pt x="722587" y="38031"/>
                </a:lnTo>
                <a:lnTo>
                  <a:pt x="741679" y="38100"/>
                </a:lnTo>
                <a:lnTo>
                  <a:pt x="741426" y="76200"/>
                </a:lnTo>
                <a:lnTo>
                  <a:pt x="722418" y="76200"/>
                </a:lnTo>
                <a:lnTo>
                  <a:pt x="722249" y="114299"/>
                </a:lnTo>
                <a:lnTo>
                  <a:pt x="799130" y="76200"/>
                </a:lnTo>
                <a:lnTo>
                  <a:pt x="741426" y="76200"/>
                </a:lnTo>
                <a:lnTo>
                  <a:pt x="799268" y="76131"/>
                </a:lnTo>
                <a:lnTo>
                  <a:pt x="836802" y="57530"/>
                </a:lnTo>
                <a:lnTo>
                  <a:pt x="722756" y="0"/>
                </a:lnTo>
                <a:close/>
              </a:path>
              <a:path w="836929" h="114300">
                <a:moveTo>
                  <a:pt x="722587" y="38031"/>
                </a:moveTo>
                <a:lnTo>
                  <a:pt x="722418" y="76131"/>
                </a:lnTo>
                <a:lnTo>
                  <a:pt x="741426" y="76200"/>
                </a:lnTo>
                <a:lnTo>
                  <a:pt x="741679" y="38100"/>
                </a:lnTo>
                <a:lnTo>
                  <a:pt x="722587" y="38031"/>
                </a:lnTo>
                <a:close/>
              </a:path>
              <a:path w="836929" h="114300">
                <a:moveTo>
                  <a:pt x="253" y="35432"/>
                </a:moveTo>
                <a:lnTo>
                  <a:pt x="0" y="73532"/>
                </a:lnTo>
                <a:lnTo>
                  <a:pt x="722418" y="76131"/>
                </a:lnTo>
                <a:lnTo>
                  <a:pt x="722587" y="38031"/>
                </a:lnTo>
                <a:lnTo>
                  <a:pt x="253" y="354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512565" y="3174238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95621" y="3119704"/>
            <a:ext cx="7200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027170" y="3321558"/>
            <a:ext cx="492759" cy="498475"/>
          </a:xfrm>
          <a:custGeom>
            <a:avLst/>
            <a:gdLst/>
            <a:ahLst/>
            <a:cxnLst/>
            <a:rect l="l" t="t" r="r" b="b"/>
            <a:pathLst>
              <a:path w="492760" h="498475">
                <a:moveTo>
                  <a:pt x="246125" y="0"/>
                </a:moveTo>
                <a:lnTo>
                  <a:pt x="196534" y="5060"/>
                </a:lnTo>
                <a:lnTo>
                  <a:pt x="150340" y="19573"/>
                </a:lnTo>
                <a:lnTo>
                  <a:pt x="108532" y="42541"/>
                </a:lnTo>
                <a:lnTo>
                  <a:pt x="72104" y="72961"/>
                </a:lnTo>
                <a:lnTo>
                  <a:pt x="42045" y="109835"/>
                </a:lnTo>
                <a:lnTo>
                  <a:pt x="19347" y="152161"/>
                </a:lnTo>
                <a:lnTo>
                  <a:pt x="5002" y="198941"/>
                </a:lnTo>
                <a:lnTo>
                  <a:pt x="0" y="249174"/>
                </a:lnTo>
                <a:lnTo>
                  <a:pt x="5002" y="299406"/>
                </a:lnTo>
                <a:lnTo>
                  <a:pt x="19347" y="346186"/>
                </a:lnTo>
                <a:lnTo>
                  <a:pt x="42045" y="388512"/>
                </a:lnTo>
                <a:lnTo>
                  <a:pt x="72104" y="425386"/>
                </a:lnTo>
                <a:lnTo>
                  <a:pt x="108532" y="455806"/>
                </a:lnTo>
                <a:lnTo>
                  <a:pt x="150340" y="478774"/>
                </a:lnTo>
                <a:lnTo>
                  <a:pt x="196534" y="493287"/>
                </a:lnTo>
                <a:lnTo>
                  <a:pt x="246125" y="498347"/>
                </a:lnTo>
                <a:lnTo>
                  <a:pt x="295717" y="493287"/>
                </a:lnTo>
                <a:lnTo>
                  <a:pt x="341911" y="478774"/>
                </a:lnTo>
                <a:lnTo>
                  <a:pt x="383719" y="455806"/>
                </a:lnTo>
                <a:lnTo>
                  <a:pt x="420147" y="425386"/>
                </a:lnTo>
                <a:lnTo>
                  <a:pt x="450206" y="388512"/>
                </a:lnTo>
                <a:lnTo>
                  <a:pt x="472904" y="346186"/>
                </a:lnTo>
                <a:lnTo>
                  <a:pt x="487249" y="299406"/>
                </a:lnTo>
                <a:lnTo>
                  <a:pt x="492251" y="249174"/>
                </a:lnTo>
                <a:lnTo>
                  <a:pt x="487249" y="198941"/>
                </a:lnTo>
                <a:lnTo>
                  <a:pt x="472904" y="152161"/>
                </a:lnTo>
                <a:lnTo>
                  <a:pt x="450206" y="109835"/>
                </a:lnTo>
                <a:lnTo>
                  <a:pt x="420147" y="72961"/>
                </a:lnTo>
                <a:lnTo>
                  <a:pt x="383719" y="42541"/>
                </a:lnTo>
                <a:lnTo>
                  <a:pt x="341911" y="19573"/>
                </a:lnTo>
                <a:lnTo>
                  <a:pt x="295717" y="5060"/>
                </a:lnTo>
                <a:lnTo>
                  <a:pt x="246125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27170" y="3321558"/>
            <a:ext cx="492759" cy="498475"/>
          </a:xfrm>
          <a:custGeom>
            <a:avLst/>
            <a:gdLst/>
            <a:ahLst/>
            <a:cxnLst/>
            <a:rect l="l" t="t" r="r" b="b"/>
            <a:pathLst>
              <a:path w="492760" h="498475">
                <a:moveTo>
                  <a:pt x="0" y="249174"/>
                </a:moveTo>
                <a:lnTo>
                  <a:pt x="5002" y="198941"/>
                </a:lnTo>
                <a:lnTo>
                  <a:pt x="19347" y="152161"/>
                </a:lnTo>
                <a:lnTo>
                  <a:pt x="42045" y="109835"/>
                </a:lnTo>
                <a:lnTo>
                  <a:pt x="72104" y="72961"/>
                </a:lnTo>
                <a:lnTo>
                  <a:pt x="108532" y="42541"/>
                </a:lnTo>
                <a:lnTo>
                  <a:pt x="150340" y="19573"/>
                </a:lnTo>
                <a:lnTo>
                  <a:pt x="196534" y="5060"/>
                </a:lnTo>
                <a:lnTo>
                  <a:pt x="246125" y="0"/>
                </a:lnTo>
                <a:lnTo>
                  <a:pt x="295717" y="5060"/>
                </a:lnTo>
                <a:lnTo>
                  <a:pt x="341911" y="19573"/>
                </a:lnTo>
                <a:lnTo>
                  <a:pt x="383719" y="42541"/>
                </a:lnTo>
                <a:lnTo>
                  <a:pt x="420147" y="72961"/>
                </a:lnTo>
                <a:lnTo>
                  <a:pt x="450206" y="109835"/>
                </a:lnTo>
                <a:lnTo>
                  <a:pt x="472904" y="152161"/>
                </a:lnTo>
                <a:lnTo>
                  <a:pt x="487249" y="198941"/>
                </a:lnTo>
                <a:lnTo>
                  <a:pt x="492251" y="249174"/>
                </a:lnTo>
                <a:lnTo>
                  <a:pt x="487249" y="299406"/>
                </a:lnTo>
                <a:lnTo>
                  <a:pt x="472904" y="346186"/>
                </a:lnTo>
                <a:lnTo>
                  <a:pt x="450206" y="388512"/>
                </a:lnTo>
                <a:lnTo>
                  <a:pt x="420147" y="425386"/>
                </a:lnTo>
                <a:lnTo>
                  <a:pt x="383719" y="455806"/>
                </a:lnTo>
                <a:lnTo>
                  <a:pt x="341911" y="478774"/>
                </a:lnTo>
                <a:lnTo>
                  <a:pt x="295717" y="493287"/>
                </a:lnTo>
                <a:lnTo>
                  <a:pt x="246125" y="498347"/>
                </a:lnTo>
                <a:lnTo>
                  <a:pt x="196534" y="493287"/>
                </a:lnTo>
                <a:lnTo>
                  <a:pt x="150340" y="478774"/>
                </a:lnTo>
                <a:lnTo>
                  <a:pt x="108532" y="455806"/>
                </a:lnTo>
                <a:lnTo>
                  <a:pt x="72104" y="425386"/>
                </a:lnTo>
                <a:lnTo>
                  <a:pt x="42045" y="388512"/>
                </a:lnTo>
                <a:lnTo>
                  <a:pt x="19347" y="346186"/>
                </a:lnTo>
                <a:lnTo>
                  <a:pt x="5002" y="299406"/>
                </a:lnTo>
                <a:lnTo>
                  <a:pt x="0" y="24917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147184" y="336994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99FFCC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29960" y="3108782"/>
            <a:ext cx="6731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30530" algn="l"/>
              </a:tabLst>
            </a:pPr>
            <a:r>
              <a:rPr dirty="0" baseline="-26785" sz="4200" spc="-7" b="1">
                <a:solidFill>
                  <a:srgbClr val="99FFCC"/>
                </a:solidFill>
                <a:latin typeface="Times New Roman"/>
                <a:cs typeface="Times New Roman"/>
              </a:rPr>
              <a:t>4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19346" y="3850640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933700" y="2153411"/>
            <a:ext cx="439420" cy="1447800"/>
          </a:xfrm>
          <a:custGeom>
            <a:avLst/>
            <a:gdLst/>
            <a:ahLst/>
            <a:cxnLst/>
            <a:rect l="l" t="t" r="r" b="b"/>
            <a:pathLst>
              <a:path w="439420" h="1447800">
                <a:moveTo>
                  <a:pt x="0" y="0"/>
                </a:moveTo>
                <a:lnTo>
                  <a:pt x="5122" y="43458"/>
                </a:lnTo>
                <a:lnTo>
                  <a:pt x="9400" y="93732"/>
                </a:lnTo>
                <a:lnTo>
                  <a:pt x="12902" y="149727"/>
                </a:lnTo>
                <a:lnTo>
                  <a:pt x="15698" y="210352"/>
                </a:lnTo>
                <a:lnTo>
                  <a:pt x="17856" y="274515"/>
                </a:lnTo>
                <a:lnTo>
                  <a:pt x="19445" y="341122"/>
                </a:lnTo>
                <a:lnTo>
                  <a:pt x="20532" y="409081"/>
                </a:lnTo>
                <a:lnTo>
                  <a:pt x="21187" y="477300"/>
                </a:lnTo>
                <a:lnTo>
                  <a:pt x="21478" y="544687"/>
                </a:lnTo>
                <a:lnTo>
                  <a:pt x="21475" y="610148"/>
                </a:lnTo>
                <a:lnTo>
                  <a:pt x="21244" y="672592"/>
                </a:lnTo>
                <a:lnTo>
                  <a:pt x="20856" y="730927"/>
                </a:lnTo>
                <a:lnTo>
                  <a:pt x="20378" y="784059"/>
                </a:lnTo>
                <a:lnTo>
                  <a:pt x="19879" y="830896"/>
                </a:lnTo>
                <a:lnTo>
                  <a:pt x="19429" y="870346"/>
                </a:lnTo>
                <a:lnTo>
                  <a:pt x="19094" y="901317"/>
                </a:lnTo>
                <a:lnTo>
                  <a:pt x="18945" y="922715"/>
                </a:lnTo>
                <a:lnTo>
                  <a:pt x="19050" y="933450"/>
                </a:lnTo>
                <a:lnTo>
                  <a:pt x="21641" y="978342"/>
                </a:lnTo>
                <a:lnTo>
                  <a:pt x="25652" y="1025426"/>
                </a:lnTo>
                <a:lnTo>
                  <a:pt x="31787" y="1073488"/>
                </a:lnTo>
                <a:lnTo>
                  <a:pt x="40751" y="1121315"/>
                </a:lnTo>
                <a:lnTo>
                  <a:pt x="53247" y="1167694"/>
                </a:lnTo>
                <a:lnTo>
                  <a:pt x="69981" y="1211410"/>
                </a:lnTo>
                <a:lnTo>
                  <a:pt x="91657" y="1251251"/>
                </a:lnTo>
                <a:lnTo>
                  <a:pt x="118980" y="1286001"/>
                </a:lnTo>
                <a:lnTo>
                  <a:pt x="152654" y="1314450"/>
                </a:lnTo>
                <a:lnTo>
                  <a:pt x="156309" y="1329398"/>
                </a:lnTo>
                <a:lnTo>
                  <a:pt x="171704" y="1371600"/>
                </a:lnTo>
                <a:lnTo>
                  <a:pt x="214655" y="1385655"/>
                </a:lnTo>
                <a:lnTo>
                  <a:pt x="228981" y="1390650"/>
                </a:lnTo>
                <a:lnTo>
                  <a:pt x="271893" y="1412443"/>
                </a:lnTo>
                <a:lnTo>
                  <a:pt x="305400" y="1428597"/>
                </a:lnTo>
                <a:lnTo>
                  <a:pt x="338443" y="1439570"/>
                </a:lnTo>
                <a:lnTo>
                  <a:pt x="379966" y="1445818"/>
                </a:lnTo>
                <a:lnTo>
                  <a:pt x="438912" y="144780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39013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22017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60440" y="26923"/>
            <a:ext cx="2645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079747" y="2072639"/>
            <a:ext cx="429259" cy="312420"/>
          </a:xfrm>
          <a:custGeom>
            <a:avLst/>
            <a:gdLst/>
            <a:ahLst/>
            <a:cxnLst/>
            <a:rect l="l" t="t" r="r" b="b"/>
            <a:pathLst>
              <a:path w="429260" h="312419">
                <a:moveTo>
                  <a:pt x="38100" y="0"/>
                </a:moveTo>
                <a:lnTo>
                  <a:pt x="0" y="1524"/>
                </a:lnTo>
                <a:lnTo>
                  <a:pt x="1015" y="28829"/>
                </a:lnTo>
                <a:lnTo>
                  <a:pt x="4317" y="57404"/>
                </a:lnTo>
                <a:lnTo>
                  <a:pt x="16637" y="112902"/>
                </a:lnTo>
                <a:lnTo>
                  <a:pt x="35687" y="164719"/>
                </a:lnTo>
                <a:lnTo>
                  <a:pt x="60578" y="211200"/>
                </a:lnTo>
                <a:lnTo>
                  <a:pt x="90550" y="251206"/>
                </a:lnTo>
                <a:lnTo>
                  <a:pt x="124967" y="282829"/>
                </a:lnTo>
                <a:lnTo>
                  <a:pt x="162687" y="303911"/>
                </a:lnTo>
                <a:lnTo>
                  <a:pt x="203962" y="312038"/>
                </a:lnTo>
                <a:lnTo>
                  <a:pt x="214249" y="311658"/>
                </a:lnTo>
                <a:lnTo>
                  <a:pt x="255269" y="300482"/>
                </a:lnTo>
                <a:lnTo>
                  <a:pt x="292735" y="276733"/>
                </a:lnTo>
                <a:lnTo>
                  <a:pt x="296002" y="273938"/>
                </a:lnTo>
                <a:lnTo>
                  <a:pt x="205612" y="273938"/>
                </a:lnTo>
                <a:lnTo>
                  <a:pt x="199009" y="273812"/>
                </a:lnTo>
                <a:lnTo>
                  <a:pt x="155701" y="257937"/>
                </a:lnTo>
                <a:lnTo>
                  <a:pt x="120014" y="226949"/>
                </a:lnTo>
                <a:lnTo>
                  <a:pt x="93472" y="192024"/>
                </a:lnTo>
                <a:lnTo>
                  <a:pt x="70992" y="150240"/>
                </a:lnTo>
                <a:lnTo>
                  <a:pt x="53466" y="103250"/>
                </a:lnTo>
                <a:lnTo>
                  <a:pt x="42163" y="53086"/>
                </a:lnTo>
                <a:lnTo>
                  <a:pt x="39115" y="27432"/>
                </a:lnTo>
                <a:lnTo>
                  <a:pt x="38100" y="0"/>
                </a:lnTo>
                <a:close/>
              </a:path>
              <a:path w="429260" h="312419">
                <a:moveTo>
                  <a:pt x="347920" y="128373"/>
                </a:moveTo>
                <a:lnTo>
                  <a:pt x="328549" y="171323"/>
                </a:lnTo>
                <a:lnTo>
                  <a:pt x="304164" y="209550"/>
                </a:lnTo>
                <a:lnTo>
                  <a:pt x="276478" y="240537"/>
                </a:lnTo>
                <a:lnTo>
                  <a:pt x="240664" y="265302"/>
                </a:lnTo>
                <a:lnTo>
                  <a:pt x="205612" y="273938"/>
                </a:lnTo>
                <a:lnTo>
                  <a:pt x="296002" y="273938"/>
                </a:lnTo>
                <a:lnTo>
                  <a:pt x="333628" y="233934"/>
                </a:lnTo>
                <a:lnTo>
                  <a:pt x="361441" y="190626"/>
                </a:lnTo>
                <a:lnTo>
                  <a:pt x="383793" y="141477"/>
                </a:lnTo>
                <a:lnTo>
                  <a:pt x="384048" y="140588"/>
                </a:lnTo>
                <a:lnTo>
                  <a:pt x="384428" y="139700"/>
                </a:lnTo>
                <a:lnTo>
                  <a:pt x="384682" y="138811"/>
                </a:lnTo>
                <a:lnTo>
                  <a:pt x="386922" y="129667"/>
                </a:lnTo>
                <a:lnTo>
                  <a:pt x="347599" y="129667"/>
                </a:lnTo>
                <a:lnTo>
                  <a:pt x="347920" y="128373"/>
                </a:lnTo>
                <a:close/>
              </a:path>
              <a:path w="429260" h="312419">
                <a:moveTo>
                  <a:pt x="348488" y="127000"/>
                </a:moveTo>
                <a:lnTo>
                  <a:pt x="347920" y="128373"/>
                </a:lnTo>
                <a:lnTo>
                  <a:pt x="347599" y="129667"/>
                </a:lnTo>
                <a:lnTo>
                  <a:pt x="348488" y="127000"/>
                </a:lnTo>
                <a:close/>
              </a:path>
              <a:path w="429260" h="312419">
                <a:moveTo>
                  <a:pt x="387576" y="127000"/>
                </a:moveTo>
                <a:lnTo>
                  <a:pt x="348488" y="127000"/>
                </a:lnTo>
                <a:lnTo>
                  <a:pt x="347599" y="129667"/>
                </a:lnTo>
                <a:lnTo>
                  <a:pt x="386922" y="129667"/>
                </a:lnTo>
                <a:lnTo>
                  <a:pt x="387576" y="127000"/>
                </a:lnTo>
                <a:close/>
              </a:path>
              <a:path w="429260" h="312419">
                <a:moveTo>
                  <a:pt x="352007" y="111913"/>
                </a:moveTo>
                <a:lnTo>
                  <a:pt x="347920" y="128373"/>
                </a:lnTo>
                <a:lnTo>
                  <a:pt x="348488" y="127000"/>
                </a:lnTo>
                <a:lnTo>
                  <a:pt x="387576" y="127000"/>
                </a:lnTo>
                <a:lnTo>
                  <a:pt x="389791" y="117955"/>
                </a:lnTo>
                <a:lnTo>
                  <a:pt x="352007" y="111913"/>
                </a:lnTo>
                <a:close/>
              </a:path>
              <a:path w="429260" h="312419">
                <a:moveTo>
                  <a:pt x="418680" y="91821"/>
                </a:moveTo>
                <a:lnTo>
                  <a:pt x="356997" y="91821"/>
                </a:lnTo>
                <a:lnTo>
                  <a:pt x="393953" y="100964"/>
                </a:lnTo>
                <a:lnTo>
                  <a:pt x="389791" y="117955"/>
                </a:lnTo>
                <a:lnTo>
                  <a:pt x="428878" y="124206"/>
                </a:lnTo>
                <a:lnTo>
                  <a:pt x="418680" y="91821"/>
                </a:lnTo>
                <a:close/>
              </a:path>
              <a:path w="429260" h="312419">
                <a:moveTo>
                  <a:pt x="356997" y="91821"/>
                </a:moveTo>
                <a:lnTo>
                  <a:pt x="352007" y="111913"/>
                </a:lnTo>
                <a:lnTo>
                  <a:pt x="389791" y="117955"/>
                </a:lnTo>
                <a:lnTo>
                  <a:pt x="393953" y="100964"/>
                </a:lnTo>
                <a:lnTo>
                  <a:pt x="356997" y="91821"/>
                </a:lnTo>
                <a:close/>
              </a:path>
              <a:path w="429260" h="312419">
                <a:moveTo>
                  <a:pt x="390525" y="2412"/>
                </a:moveTo>
                <a:lnTo>
                  <a:pt x="316102" y="106172"/>
                </a:lnTo>
                <a:lnTo>
                  <a:pt x="352007" y="111913"/>
                </a:lnTo>
                <a:lnTo>
                  <a:pt x="356997" y="91821"/>
                </a:lnTo>
                <a:lnTo>
                  <a:pt x="418680" y="91821"/>
                </a:lnTo>
                <a:lnTo>
                  <a:pt x="390525" y="24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79747" y="3765803"/>
            <a:ext cx="407034" cy="302895"/>
          </a:xfrm>
          <a:custGeom>
            <a:avLst/>
            <a:gdLst/>
            <a:ahLst/>
            <a:cxnLst/>
            <a:rect l="l" t="t" r="r" b="b"/>
            <a:pathLst>
              <a:path w="407035" h="302895">
                <a:moveTo>
                  <a:pt x="38100" y="0"/>
                </a:moveTo>
                <a:lnTo>
                  <a:pt x="0" y="1524"/>
                </a:lnTo>
                <a:lnTo>
                  <a:pt x="1015" y="27940"/>
                </a:lnTo>
                <a:lnTo>
                  <a:pt x="4063" y="55626"/>
                </a:lnTo>
                <a:lnTo>
                  <a:pt x="15621" y="109220"/>
                </a:lnTo>
                <a:lnTo>
                  <a:pt x="33654" y="159385"/>
                </a:lnTo>
                <a:lnTo>
                  <a:pt x="57023" y="204470"/>
                </a:lnTo>
                <a:lnTo>
                  <a:pt x="85216" y="243205"/>
                </a:lnTo>
                <a:lnTo>
                  <a:pt x="117728" y="274066"/>
                </a:lnTo>
                <a:lnTo>
                  <a:pt x="153669" y="294640"/>
                </a:lnTo>
                <a:lnTo>
                  <a:pt x="192912" y="302514"/>
                </a:lnTo>
                <a:lnTo>
                  <a:pt x="202818" y="302133"/>
                </a:lnTo>
                <a:lnTo>
                  <a:pt x="241807" y="291211"/>
                </a:lnTo>
                <a:lnTo>
                  <a:pt x="277240" y="268224"/>
                </a:lnTo>
                <a:lnTo>
                  <a:pt x="281503" y="264414"/>
                </a:lnTo>
                <a:lnTo>
                  <a:pt x="194563" y="264414"/>
                </a:lnTo>
                <a:lnTo>
                  <a:pt x="188340" y="264287"/>
                </a:lnTo>
                <a:lnTo>
                  <a:pt x="148336" y="249047"/>
                </a:lnTo>
                <a:lnTo>
                  <a:pt x="114935" y="219329"/>
                </a:lnTo>
                <a:lnTo>
                  <a:pt x="90169" y="185801"/>
                </a:lnTo>
                <a:lnTo>
                  <a:pt x="69087" y="145288"/>
                </a:lnTo>
                <a:lnTo>
                  <a:pt x="52577" y="99949"/>
                </a:lnTo>
                <a:lnTo>
                  <a:pt x="41910" y="51435"/>
                </a:lnTo>
                <a:lnTo>
                  <a:pt x="39115" y="26543"/>
                </a:lnTo>
                <a:lnTo>
                  <a:pt x="38100" y="0"/>
                </a:lnTo>
                <a:close/>
              </a:path>
              <a:path w="407035" h="302895">
                <a:moveTo>
                  <a:pt x="327009" y="124463"/>
                </a:moveTo>
                <a:lnTo>
                  <a:pt x="308863" y="165608"/>
                </a:lnTo>
                <a:lnTo>
                  <a:pt x="286130" y="202565"/>
                </a:lnTo>
                <a:lnTo>
                  <a:pt x="260223" y="232410"/>
                </a:lnTo>
                <a:lnTo>
                  <a:pt x="226822" y="256286"/>
                </a:lnTo>
                <a:lnTo>
                  <a:pt x="194563" y="264414"/>
                </a:lnTo>
                <a:lnTo>
                  <a:pt x="281503" y="264414"/>
                </a:lnTo>
                <a:lnTo>
                  <a:pt x="315849" y="226441"/>
                </a:lnTo>
                <a:lnTo>
                  <a:pt x="342011" y="184531"/>
                </a:lnTo>
                <a:lnTo>
                  <a:pt x="363092" y="136906"/>
                </a:lnTo>
                <a:lnTo>
                  <a:pt x="363474" y="136017"/>
                </a:lnTo>
                <a:lnTo>
                  <a:pt x="363981" y="134112"/>
                </a:lnTo>
                <a:lnTo>
                  <a:pt x="365985" y="125476"/>
                </a:lnTo>
                <a:lnTo>
                  <a:pt x="326771" y="125476"/>
                </a:lnTo>
                <a:lnTo>
                  <a:pt x="327009" y="124463"/>
                </a:lnTo>
                <a:close/>
              </a:path>
              <a:path w="407035" h="302895">
                <a:moveTo>
                  <a:pt x="327660" y="122809"/>
                </a:moveTo>
                <a:lnTo>
                  <a:pt x="327009" y="124463"/>
                </a:lnTo>
                <a:lnTo>
                  <a:pt x="326771" y="125476"/>
                </a:lnTo>
                <a:lnTo>
                  <a:pt x="327660" y="122809"/>
                </a:lnTo>
                <a:close/>
              </a:path>
              <a:path w="407035" h="302895">
                <a:moveTo>
                  <a:pt x="366603" y="122809"/>
                </a:moveTo>
                <a:lnTo>
                  <a:pt x="327660" y="122809"/>
                </a:lnTo>
                <a:lnTo>
                  <a:pt x="326771" y="125476"/>
                </a:lnTo>
                <a:lnTo>
                  <a:pt x="365985" y="125476"/>
                </a:lnTo>
                <a:lnTo>
                  <a:pt x="366603" y="122809"/>
                </a:lnTo>
                <a:close/>
              </a:path>
              <a:path w="407035" h="302895">
                <a:moveTo>
                  <a:pt x="329947" y="112000"/>
                </a:moveTo>
                <a:lnTo>
                  <a:pt x="327009" y="124463"/>
                </a:lnTo>
                <a:lnTo>
                  <a:pt x="327660" y="122809"/>
                </a:lnTo>
                <a:lnTo>
                  <a:pt x="366603" y="122809"/>
                </a:lnTo>
                <a:lnTo>
                  <a:pt x="367700" y="118080"/>
                </a:lnTo>
                <a:lnTo>
                  <a:pt x="329947" y="112000"/>
                </a:lnTo>
                <a:close/>
              </a:path>
              <a:path w="407035" h="302895">
                <a:moveTo>
                  <a:pt x="396412" y="92075"/>
                </a:moveTo>
                <a:lnTo>
                  <a:pt x="334644" y="92075"/>
                </a:lnTo>
                <a:lnTo>
                  <a:pt x="371728" y="100711"/>
                </a:lnTo>
                <a:lnTo>
                  <a:pt x="367700" y="118080"/>
                </a:lnTo>
                <a:lnTo>
                  <a:pt x="406526" y="124333"/>
                </a:lnTo>
                <a:lnTo>
                  <a:pt x="396412" y="92075"/>
                </a:lnTo>
                <a:close/>
              </a:path>
              <a:path w="407035" h="302895">
                <a:moveTo>
                  <a:pt x="334644" y="92075"/>
                </a:moveTo>
                <a:lnTo>
                  <a:pt x="329947" y="112000"/>
                </a:lnTo>
                <a:lnTo>
                  <a:pt x="367700" y="118080"/>
                </a:lnTo>
                <a:lnTo>
                  <a:pt x="371728" y="100711"/>
                </a:lnTo>
                <a:lnTo>
                  <a:pt x="334644" y="92075"/>
                </a:lnTo>
                <a:close/>
              </a:path>
              <a:path w="407035" h="302895">
                <a:moveTo>
                  <a:pt x="368300" y="2413"/>
                </a:moveTo>
                <a:lnTo>
                  <a:pt x="293750" y="106172"/>
                </a:lnTo>
                <a:lnTo>
                  <a:pt x="329947" y="112000"/>
                </a:lnTo>
                <a:lnTo>
                  <a:pt x="334644" y="92075"/>
                </a:lnTo>
                <a:lnTo>
                  <a:pt x="396412" y="92075"/>
                </a:lnTo>
                <a:lnTo>
                  <a:pt x="368300" y="241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3108" y="958596"/>
            <a:ext cx="8552815" cy="3735704"/>
          </a:xfrm>
          <a:custGeom>
            <a:avLst/>
            <a:gdLst/>
            <a:ahLst/>
            <a:cxnLst/>
            <a:rect l="l" t="t" r="r" b="b"/>
            <a:pathLst>
              <a:path w="8552815" h="3735704">
                <a:moveTo>
                  <a:pt x="0" y="3735324"/>
                </a:moveTo>
                <a:lnTo>
                  <a:pt x="8552688" y="3735324"/>
                </a:lnTo>
                <a:lnTo>
                  <a:pt x="8552688" y="0"/>
                </a:lnTo>
                <a:lnTo>
                  <a:pt x="0" y="0"/>
                </a:lnTo>
                <a:lnTo>
                  <a:pt x="0" y="3735324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41375" y="984630"/>
            <a:ext cx="82676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01189" y="751354"/>
            <a:ext cx="6704330" cy="134493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8585" marR="5080" indent="-96520">
              <a:lnSpc>
                <a:spcPct val="1546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语言子集由下列单词符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800" spc="15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，以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规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式的形式表示：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3997" y="2031768"/>
            <a:ext cx="6695440" cy="2606040"/>
          </a:xfrm>
          <a:prstGeom prst="rect">
            <a:avLst/>
          </a:prstGeom>
        </p:spPr>
        <p:txBody>
          <a:bodyPr wrap="square" lIns="0" tIns="2451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30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关键字：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int,</a:t>
            </a:r>
            <a:r>
              <a:rPr dirty="0" sz="28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if,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 for</a:t>
            </a:r>
            <a:endParaRPr sz="2800">
              <a:latin typeface="Times New Roman"/>
              <a:cs typeface="Times New Roman"/>
            </a:endParaRPr>
          </a:p>
          <a:p>
            <a:pPr marL="38100" marR="2064385">
              <a:lnSpc>
                <a:spcPct val="150100"/>
              </a:lnSpc>
              <a:spcBef>
                <a:spcPts val="155"/>
              </a:spcBef>
            </a:pP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标识符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字母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字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母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|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数字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r>
              <a:rPr dirty="0" baseline="31531" sz="2775" b="1">
                <a:solidFill>
                  <a:srgbClr val="FFFF00"/>
                </a:solidFill>
                <a:latin typeface="宋体"/>
                <a:cs typeface="宋体"/>
              </a:rPr>
              <a:t>*  </a:t>
            </a: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无符号整常数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2800" spc="-50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数字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(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数字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)</a:t>
            </a:r>
            <a:r>
              <a:rPr dirty="0" baseline="25525" sz="2775" b="1">
                <a:solidFill>
                  <a:srgbClr val="FFFF00"/>
                </a:solidFill>
                <a:latin typeface="宋体"/>
                <a:cs typeface="宋体"/>
              </a:rPr>
              <a:t>*</a:t>
            </a:r>
            <a:endParaRPr baseline="25525" sz="2775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525"/>
              </a:spcBef>
            </a:pP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运算符或分界符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：</a:t>
            </a:r>
            <a:r>
              <a:rPr dirty="0" sz="2800" spc="35" b="1">
                <a:solidFill>
                  <a:srgbClr val="66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=,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*,+，++，+=，{，}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9013" y="26923"/>
            <a:ext cx="82670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6337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7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05"/>
            <a:ext cx="9135618" cy="435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9905"/>
            <a:ext cx="9135745" cy="436245"/>
          </a:xfrm>
          <a:custGeom>
            <a:avLst/>
            <a:gdLst/>
            <a:ahLst/>
            <a:cxnLst/>
            <a:rect l="l" t="t" r="r" b="b"/>
            <a:pathLst>
              <a:path w="9135745" h="436245">
                <a:moveTo>
                  <a:pt x="0" y="435864"/>
                </a:moveTo>
                <a:lnTo>
                  <a:pt x="9135618" y="435864"/>
                </a:lnTo>
                <a:lnTo>
                  <a:pt x="9135618" y="0"/>
                </a:lnTo>
                <a:lnTo>
                  <a:pt x="0" y="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9564" y="36702"/>
            <a:ext cx="1631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2619" y="36702"/>
            <a:ext cx="3290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1041" y="36702"/>
            <a:ext cx="26479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791" y="1113282"/>
            <a:ext cx="2272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标识符、关键字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39717" y="1020317"/>
            <a:ext cx="542925" cy="504825"/>
          </a:xfrm>
          <a:custGeom>
            <a:avLst/>
            <a:gdLst/>
            <a:ahLst/>
            <a:cxnLst/>
            <a:rect l="l" t="t" r="r" b="b"/>
            <a:pathLst>
              <a:path w="542925" h="504825">
                <a:moveTo>
                  <a:pt x="0" y="252222"/>
                </a:moveTo>
                <a:lnTo>
                  <a:pt x="4369" y="206879"/>
                </a:lnTo>
                <a:lnTo>
                  <a:pt x="16966" y="164205"/>
                </a:lnTo>
                <a:lnTo>
                  <a:pt x="37027" y="124911"/>
                </a:lnTo>
                <a:lnTo>
                  <a:pt x="63786" y="89710"/>
                </a:lnTo>
                <a:lnTo>
                  <a:pt x="96478" y="59312"/>
                </a:lnTo>
                <a:lnTo>
                  <a:pt x="134337" y="34431"/>
                </a:lnTo>
                <a:lnTo>
                  <a:pt x="176600" y="15777"/>
                </a:lnTo>
                <a:lnTo>
                  <a:pt x="222499" y="4062"/>
                </a:lnTo>
                <a:lnTo>
                  <a:pt x="271272" y="0"/>
                </a:lnTo>
                <a:lnTo>
                  <a:pt x="320044" y="4062"/>
                </a:lnTo>
                <a:lnTo>
                  <a:pt x="365943" y="15777"/>
                </a:lnTo>
                <a:lnTo>
                  <a:pt x="408206" y="34431"/>
                </a:lnTo>
                <a:lnTo>
                  <a:pt x="446065" y="59312"/>
                </a:lnTo>
                <a:lnTo>
                  <a:pt x="478757" y="89710"/>
                </a:lnTo>
                <a:lnTo>
                  <a:pt x="505516" y="124911"/>
                </a:lnTo>
                <a:lnTo>
                  <a:pt x="525577" y="164205"/>
                </a:lnTo>
                <a:lnTo>
                  <a:pt x="538174" y="206879"/>
                </a:lnTo>
                <a:lnTo>
                  <a:pt x="542544" y="252222"/>
                </a:lnTo>
                <a:lnTo>
                  <a:pt x="538174" y="297564"/>
                </a:lnTo>
                <a:lnTo>
                  <a:pt x="525577" y="340238"/>
                </a:lnTo>
                <a:lnTo>
                  <a:pt x="505516" y="379532"/>
                </a:lnTo>
                <a:lnTo>
                  <a:pt x="478757" y="414733"/>
                </a:lnTo>
                <a:lnTo>
                  <a:pt x="446065" y="445131"/>
                </a:lnTo>
                <a:lnTo>
                  <a:pt x="408206" y="470012"/>
                </a:lnTo>
                <a:lnTo>
                  <a:pt x="365943" y="488666"/>
                </a:lnTo>
                <a:lnTo>
                  <a:pt x="320044" y="500381"/>
                </a:lnTo>
                <a:lnTo>
                  <a:pt x="271272" y="504444"/>
                </a:lnTo>
                <a:lnTo>
                  <a:pt x="222499" y="500381"/>
                </a:lnTo>
                <a:lnTo>
                  <a:pt x="176600" y="488666"/>
                </a:lnTo>
                <a:lnTo>
                  <a:pt x="134337" y="470012"/>
                </a:lnTo>
                <a:lnTo>
                  <a:pt x="96478" y="445131"/>
                </a:lnTo>
                <a:lnTo>
                  <a:pt x="63786" y="414733"/>
                </a:lnTo>
                <a:lnTo>
                  <a:pt x="37027" y="379532"/>
                </a:lnTo>
                <a:lnTo>
                  <a:pt x="16966" y="340238"/>
                </a:lnTo>
                <a:lnTo>
                  <a:pt x="4369" y="297564"/>
                </a:lnTo>
                <a:lnTo>
                  <a:pt x="0" y="25222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032884" y="109766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91405" y="1200911"/>
            <a:ext cx="1149350" cy="114300"/>
          </a:xfrm>
          <a:custGeom>
            <a:avLst/>
            <a:gdLst/>
            <a:ahLst/>
            <a:cxnLst/>
            <a:rect l="l" t="t" r="r" b="b"/>
            <a:pathLst>
              <a:path w="1149350" h="114300">
                <a:moveTo>
                  <a:pt x="1034796" y="0"/>
                </a:moveTo>
                <a:lnTo>
                  <a:pt x="1034796" y="114300"/>
                </a:lnTo>
                <a:lnTo>
                  <a:pt x="1110996" y="76200"/>
                </a:lnTo>
                <a:lnTo>
                  <a:pt x="1053846" y="76200"/>
                </a:lnTo>
                <a:lnTo>
                  <a:pt x="1053846" y="38100"/>
                </a:lnTo>
                <a:lnTo>
                  <a:pt x="1110996" y="38100"/>
                </a:lnTo>
                <a:lnTo>
                  <a:pt x="1034796" y="0"/>
                </a:lnTo>
                <a:close/>
              </a:path>
              <a:path w="1149350" h="114300">
                <a:moveTo>
                  <a:pt x="10347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34796" y="76200"/>
                </a:lnTo>
                <a:lnTo>
                  <a:pt x="1034796" y="38100"/>
                </a:lnTo>
                <a:close/>
              </a:path>
              <a:path w="1149350" h="114300">
                <a:moveTo>
                  <a:pt x="1110996" y="38100"/>
                </a:moveTo>
                <a:lnTo>
                  <a:pt x="1053846" y="38100"/>
                </a:lnTo>
                <a:lnTo>
                  <a:pt x="1053846" y="76200"/>
                </a:lnTo>
                <a:lnTo>
                  <a:pt x="1110996" y="76200"/>
                </a:lnTo>
                <a:lnTo>
                  <a:pt x="1149096" y="57150"/>
                </a:lnTo>
                <a:lnTo>
                  <a:pt x="1110996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58661" y="1200911"/>
            <a:ext cx="1163320" cy="114300"/>
          </a:xfrm>
          <a:custGeom>
            <a:avLst/>
            <a:gdLst/>
            <a:ahLst/>
            <a:cxnLst/>
            <a:rect l="l" t="t" r="r" b="b"/>
            <a:pathLst>
              <a:path w="1163320" h="114300">
                <a:moveTo>
                  <a:pt x="1048512" y="0"/>
                </a:moveTo>
                <a:lnTo>
                  <a:pt x="1048512" y="114300"/>
                </a:lnTo>
                <a:lnTo>
                  <a:pt x="1124712" y="76200"/>
                </a:lnTo>
                <a:lnTo>
                  <a:pt x="1067562" y="76200"/>
                </a:lnTo>
                <a:lnTo>
                  <a:pt x="1067562" y="38100"/>
                </a:lnTo>
                <a:lnTo>
                  <a:pt x="1124712" y="38100"/>
                </a:lnTo>
                <a:lnTo>
                  <a:pt x="1048512" y="0"/>
                </a:lnTo>
                <a:close/>
              </a:path>
              <a:path w="1163320" h="114300">
                <a:moveTo>
                  <a:pt x="10485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8512" y="76200"/>
                </a:lnTo>
                <a:lnTo>
                  <a:pt x="1048512" y="38100"/>
                </a:lnTo>
                <a:close/>
              </a:path>
              <a:path w="1163320" h="114300">
                <a:moveTo>
                  <a:pt x="1124712" y="38100"/>
                </a:moveTo>
                <a:lnTo>
                  <a:pt x="1067562" y="38100"/>
                </a:lnTo>
                <a:lnTo>
                  <a:pt x="1067562" y="76200"/>
                </a:lnTo>
                <a:lnTo>
                  <a:pt x="1124712" y="76200"/>
                </a:lnTo>
                <a:lnTo>
                  <a:pt x="1162812" y="57150"/>
                </a:lnTo>
                <a:lnTo>
                  <a:pt x="11247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41545" y="951102"/>
            <a:ext cx="5384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58002" y="585977"/>
            <a:ext cx="11036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r>
              <a:rPr dirty="0" sz="2000" spc="-2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4830" y="941577"/>
            <a:ext cx="537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37453" y="1020317"/>
            <a:ext cx="544195" cy="504825"/>
          </a:xfrm>
          <a:custGeom>
            <a:avLst/>
            <a:gdLst/>
            <a:ahLst/>
            <a:cxnLst/>
            <a:rect l="l" t="t" r="r" b="b"/>
            <a:pathLst>
              <a:path w="544195" h="504825">
                <a:moveTo>
                  <a:pt x="0" y="252222"/>
                </a:moveTo>
                <a:lnTo>
                  <a:pt x="4382" y="206879"/>
                </a:lnTo>
                <a:lnTo>
                  <a:pt x="17019" y="164205"/>
                </a:lnTo>
                <a:lnTo>
                  <a:pt x="37140" y="124911"/>
                </a:lnTo>
                <a:lnTo>
                  <a:pt x="63978" y="89710"/>
                </a:lnTo>
                <a:lnTo>
                  <a:pt x="96765" y="59312"/>
                </a:lnTo>
                <a:lnTo>
                  <a:pt x="134732" y="34431"/>
                </a:lnTo>
                <a:lnTo>
                  <a:pt x="177112" y="15777"/>
                </a:lnTo>
                <a:lnTo>
                  <a:pt x="223135" y="4062"/>
                </a:lnTo>
                <a:lnTo>
                  <a:pt x="272034" y="0"/>
                </a:lnTo>
                <a:lnTo>
                  <a:pt x="320932" y="4062"/>
                </a:lnTo>
                <a:lnTo>
                  <a:pt x="366955" y="15777"/>
                </a:lnTo>
                <a:lnTo>
                  <a:pt x="409335" y="34431"/>
                </a:lnTo>
                <a:lnTo>
                  <a:pt x="447302" y="59312"/>
                </a:lnTo>
                <a:lnTo>
                  <a:pt x="480089" y="89710"/>
                </a:lnTo>
                <a:lnTo>
                  <a:pt x="506927" y="124911"/>
                </a:lnTo>
                <a:lnTo>
                  <a:pt x="527048" y="164205"/>
                </a:lnTo>
                <a:lnTo>
                  <a:pt x="539685" y="206879"/>
                </a:lnTo>
                <a:lnTo>
                  <a:pt x="544068" y="252222"/>
                </a:lnTo>
                <a:lnTo>
                  <a:pt x="539685" y="297564"/>
                </a:lnTo>
                <a:lnTo>
                  <a:pt x="527048" y="340238"/>
                </a:lnTo>
                <a:lnTo>
                  <a:pt x="506927" y="379532"/>
                </a:lnTo>
                <a:lnTo>
                  <a:pt x="480089" y="414733"/>
                </a:lnTo>
                <a:lnTo>
                  <a:pt x="447302" y="445131"/>
                </a:lnTo>
                <a:lnTo>
                  <a:pt x="409335" y="470012"/>
                </a:lnTo>
                <a:lnTo>
                  <a:pt x="366955" y="488666"/>
                </a:lnTo>
                <a:lnTo>
                  <a:pt x="320932" y="500381"/>
                </a:lnTo>
                <a:lnTo>
                  <a:pt x="272034" y="504444"/>
                </a:lnTo>
                <a:lnTo>
                  <a:pt x="223135" y="500381"/>
                </a:lnTo>
                <a:lnTo>
                  <a:pt x="177112" y="488666"/>
                </a:lnTo>
                <a:lnTo>
                  <a:pt x="134732" y="470012"/>
                </a:lnTo>
                <a:lnTo>
                  <a:pt x="96765" y="445131"/>
                </a:lnTo>
                <a:lnTo>
                  <a:pt x="63978" y="414733"/>
                </a:lnTo>
                <a:lnTo>
                  <a:pt x="37140" y="379532"/>
                </a:lnTo>
                <a:lnTo>
                  <a:pt x="17019" y="340238"/>
                </a:lnTo>
                <a:lnTo>
                  <a:pt x="4382" y="297564"/>
                </a:lnTo>
                <a:lnTo>
                  <a:pt x="0" y="25222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731890" y="109766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76261" y="941832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90">
                <a:moveTo>
                  <a:pt x="314833" y="0"/>
                </a:moveTo>
                <a:lnTo>
                  <a:pt x="267208" y="3810"/>
                </a:lnTo>
                <a:lnTo>
                  <a:pt x="251841" y="6350"/>
                </a:lnTo>
                <a:lnTo>
                  <a:pt x="236601" y="10160"/>
                </a:lnTo>
                <a:lnTo>
                  <a:pt x="220726" y="13969"/>
                </a:lnTo>
                <a:lnTo>
                  <a:pt x="164719" y="36829"/>
                </a:lnTo>
                <a:lnTo>
                  <a:pt x="114554" y="68579"/>
                </a:lnTo>
                <a:lnTo>
                  <a:pt x="71755" y="109219"/>
                </a:lnTo>
                <a:lnTo>
                  <a:pt x="38354" y="154939"/>
                </a:lnTo>
                <a:lnTo>
                  <a:pt x="19177" y="195579"/>
                </a:lnTo>
                <a:lnTo>
                  <a:pt x="6350" y="237489"/>
                </a:lnTo>
                <a:lnTo>
                  <a:pt x="381" y="283210"/>
                </a:lnTo>
                <a:lnTo>
                  <a:pt x="0" y="298450"/>
                </a:lnTo>
                <a:lnTo>
                  <a:pt x="508" y="313689"/>
                </a:lnTo>
                <a:lnTo>
                  <a:pt x="6858" y="358139"/>
                </a:lnTo>
                <a:lnTo>
                  <a:pt x="20066" y="401319"/>
                </a:lnTo>
                <a:lnTo>
                  <a:pt x="40005" y="441960"/>
                </a:lnTo>
                <a:lnTo>
                  <a:pt x="74676" y="488950"/>
                </a:lnTo>
                <a:lnTo>
                  <a:pt x="117729" y="528319"/>
                </a:lnTo>
                <a:lnTo>
                  <a:pt x="168275" y="558800"/>
                </a:lnTo>
                <a:lnTo>
                  <a:pt x="223647" y="580389"/>
                </a:lnTo>
                <a:lnTo>
                  <a:pt x="238760" y="585469"/>
                </a:lnTo>
                <a:lnTo>
                  <a:pt x="253492" y="588010"/>
                </a:lnTo>
                <a:lnTo>
                  <a:pt x="269494" y="590550"/>
                </a:lnTo>
                <a:lnTo>
                  <a:pt x="300863" y="593089"/>
                </a:lnTo>
                <a:lnTo>
                  <a:pt x="332740" y="593089"/>
                </a:lnTo>
                <a:lnTo>
                  <a:pt x="364109" y="590550"/>
                </a:lnTo>
                <a:lnTo>
                  <a:pt x="379857" y="588010"/>
                </a:lnTo>
                <a:lnTo>
                  <a:pt x="394716" y="584200"/>
                </a:lnTo>
                <a:lnTo>
                  <a:pt x="410718" y="580389"/>
                </a:lnTo>
                <a:lnTo>
                  <a:pt x="439547" y="570229"/>
                </a:lnTo>
                <a:lnTo>
                  <a:pt x="453136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7" y="552450"/>
                </a:lnTo>
                <a:lnTo>
                  <a:pt x="180340" y="532129"/>
                </a:lnTo>
                <a:lnTo>
                  <a:pt x="134747" y="504189"/>
                </a:lnTo>
                <a:lnTo>
                  <a:pt x="95885" y="467360"/>
                </a:lnTo>
                <a:lnTo>
                  <a:pt x="64770" y="425450"/>
                </a:lnTo>
                <a:lnTo>
                  <a:pt x="47244" y="389889"/>
                </a:lnTo>
                <a:lnTo>
                  <a:pt x="35560" y="351789"/>
                </a:lnTo>
                <a:lnTo>
                  <a:pt x="30099" y="311150"/>
                </a:lnTo>
                <a:lnTo>
                  <a:pt x="29625" y="295910"/>
                </a:lnTo>
                <a:lnTo>
                  <a:pt x="29972" y="283210"/>
                </a:lnTo>
                <a:lnTo>
                  <a:pt x="35433" y="243839"/>
                </a:lnTo>
                <a:lnTo>
                  <a:pt x="52070" y="193039"/>
                </a:lnTo>
                <a:lnTo>
                  <a:pt x="78486" y="147319"/>
                </a:lnTo>
                <a:lnTo>
                  <a:pt x="113284" y="107950"/>
                </a:lnTo>
                <a:lnTo>
                  <a:pt x="155575" y="76200"/>
                </a:lnTo>
                <a:lnTo>
                  <a:pt x="204089" y="50800"/>
                </a:lnTo>
                <a:lnTo>
                  <a:pt x="244221" y="38100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10" y="22860"/>
                </a:lnTo>
                <a:lnTo>
                  <a:pt x="407797" y="12700"/>
                </a:lnTo>
                <a:lnTo>
                  <a:pt x="392684" y="8889"/>
                </a:lnTo>
                <a:lnTo>
                  <a:pt x="346837" y="1269"/>
                </a:lnTo>
                <a:lnTo>
                  <a:pt x="330581" y="1269"/>
                </a:lnTo>
                <a:lnTo>
                  <a:pt x="314833" y="0"/>
                </a:lnTo>
                <a:close/>
              </a:path>
              <a:path w="631825" h="593090">
                <a:moveTo>
                  <a:pt x="454067" y="30479"/>
                </a:moveTo>
                <a:lnTo>
                  <a:pt x="330073" y="30479"/>
                </a:lnTo>
                <a:lnTo>
                  <a:pt x="358775" y="33019"/>
                </a:lnTo>
                <a:lnTo>
                  <a:pt x="386588" y="38100"/>
                </a:lnTo>
                <a:lnTo>
                  <a:pt x="426085" y="50800"/>
                </a:lnTo>
                <a:lnTo>
                  <a:pt x="474599" y="74929"/>
                </a:lnTo>
                <a:lnTo>
                  <a:pt x="517144" y="107950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4" y="255269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2" y="309879"/>
                </a:lnTo>
                <a:lnTo>
                  <a:pt x="596011" y="350519"/>
                </a:lnTo>
                <a:lnTo>
                  <a:pt x="584454" y="388619"/>
                </a:lnTo>
                <a:lnTo>
                  <a:pt x="567182" y="424179"/>
                </a:lnTo>
                <a:lnTo>
                  <a:pt x="536575" y="467360"/>
                </a:lnTo>
                <a:lnTo>
                  <a:pt x="497840" y="502919"/>
                </a:lnTo>
                <a:lnTo>
                  <a:pt x="452247" y="532129"/>
                </a:lnTo>
                <a:lnTo>
                  <a:pt x="401193" y="552450"/>
                </a:lnTo>
                <a:lnTo>
                  <a:pt x="387223" y="554989"/>
                </a:lnTo>
                <a:lnTo>
                  <a:pt x="373507" y="558800"/>
                </a:lnTo>
                <a:lnTo>
                  <a:pt x="359410" y="561339"/>
                </a:lnTo>
                <a:lnTo>
                  <a:pt x="330708" y="563879"/>
                </a:lnTo>
                <a:lnTo>
                  <a:pt x="453136" y="563879"/>
                </a:lnTo>
                <a:lnTo>
                  <a:pt x="492760" y="542289"/>
                </a:lnTo>
                <a:lnTo>
                  <a:pt x="539369" y="506729"/>
                </a:lnTo>
                <a:lnTo>
                  <a:pt x="577977" y="462279"/>
                </a:lnTo>
                <a:lnTo>
                  <a:pt x="600202" y="425450"/>
                </a:lnTo>
                <a:lnTo>
                  <a:pt x="617347" y="384810"/>
                </a:lnTo>
                <a:lnTo>
                  <a:pt x="627888" y="341629"/>
                </a:lnTo>
                <a:lnTo>
                  <a:pt x="631444" y="295910"/>
                </a:lnTo>
                <a:lnTo>
                  <a:pt x="630936" y="280669"/>
                </a:lnTo>
                <a:lnTo>
                  <a:pt x="624586" y="234950"/>
                </a:lnTo>
                <a:lnTo>
                  <a:pt x="611505" y="193039"/>
                </a:lnTo>
                <a:lnTo>
                  <a:pt x="591439" y="152400"/>
                </a:lnTo>
                <a:lnTo>
                  <a:pt x="556895" y="105410"/>
                </a:lnTo>
                <a:lnTo>
                  <a:pt x="513715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90">
                <a:moveTo>
                  <a:pt x="329438" y="59689"/>
                </a:moveTo>
                <a:lnTo>
                  <a:pt x="302895" y="59689"/>
                </a:lnTo>
                <a:lnTo>
                  <a:pt x="276733" y="62229"/>
                </a:lnTo>
                <a:lnTo>
                  <a:pt x="216281" y="77469"/>
                </a:lnTo>
                <a:lnTo>
                  <a:pt x="172593" y="100329"/>
                </a:lnTo>
                <a:lnTo>
                  <a:pt x="134493" y="129539"/>
                </a:lnTo>
                <a:lnTo>
                  <a:pt x="103251" y="163829"/>
                </a:lnTo>
                <a:lnTo>
                  <a:pt x="79502" y="204469"/>
                </a:lnTo>
                <a:lnTo>
                  <a:pt x="64516" y="248919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3" y="308610"/>
                </a:lnTo>
                <a:lnTo>
                  <a:pt x="67183" y="355600"/>
                </a:lnTo>
                <a:lnTo>
                  <a:pt x="84201" y="398779"/>
                </a:lnTo>
                <a:lnTo>
                  <a:pt x="117094" y="447039"/>
                </a:lnTo>
                <a:lnTo>
                  <a:pt x="151765" y="480060"/>
                </a:lnTo>
                <a:lnTo>
                  <a:pt x="192532" y="505460"/>
                </a:lnTo>
                <a:lnTo>
                  <a:pt x="251079" y="527050"/>
                </a:lnTo>
                <a:lnTo>
                  <a:pt x="302133" y="534669"/>
                </a:lnTo>
                <a:lnTo>
                  <a:pt x="328549" y="534669"/>
                </a:lnTo>
                <a:lnTo>
                  <a:pt x="379857" y="527050"/>
                </a:lnTo>
                <a:lnTo>
                  <a:pt x="437769" y="505460"/>
                </a:lnTo>
                <a:lnTo>
                  <a:pt x="440111" y="504189"/>
                </a:lnTo>
                <a:lnTo>
                  <a:pt x="291338" y="504189"/>
                </a:lnTo>
                <a:lnTo>
                  <a:pt x="279273" y="502919"/>
                </a:lnTo>
                <a:lnTo>
                  <a:pt x="268605" y="500379"/>
                </a:lnTo>
                <a:lnTo>
                  <a:pt x="257175" y="497839"/>
                </a:lnTo>
                <a:lnTo>
                  <a:pt x="246380" y="495300"/>
                </a:lnTo>
                <a:lnTo>
                  <a:pt x="204724" y="478789"/>
                </a:lnTo>
                <a:lnTo>
                  <a:pt x="168656" y="454660"/>
                </a:lnTo>
                <a:lnTo>
                  <a:pt x="138176" y="426719"/>
                </a:lnTo>
                <a:lnTo>
                  <a:pt x="114427" y="392429"/>
                </a:lnTo>
                <a:lnTo>
                  <a:pt x="98425" y="356869"/>
                </a:lnTo>
                <a:lnTo>
                  <a:pt x="89916" y="316229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9" y="245110"/>
                </a:lnTo>
                <a:lnTo>
                  <a:pt x="111125" y="207010"/>
                </a:lnTo>
                <a:lnTo>
                  <a:pt x="141097" y="163829"/>
                </a:lnTo>
                <a:lnTo>
                  <a:pt x="171831" y="135889"/>
                </a:lnTo>
                <a:lnTo>
                  <a:pt x="208280" y="114300"/>
                </a:lnTo>
                <a:lnTo>
                  <a:pt x="249428" y="97789"/>
                </a:lnTo>
                <a:lnTo>
                  <a:pt x="270256" y="93979"/>
                </a:lnTo>
                <a:lnTo>
                  <a:pt x="281559" y="91439"/>
                </a:lnTo>
                <a:lnTo>
                  <a:pt x="305181" y="88900"/>
                </a:lnTo>
                <a:lnTo>
                  <a:pt x="439039" y="88900"/>
                </a:lnTo>
                <a:lnTo>
                  <a:pt x="416560" y="78739"/>
                </a:lnTo>
                <a:lnTo>
                  <a:pt x="380492" y="67310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90">
                <a:moveTo>
                  <a:pt x="439039" y="88900"/>
                </a:moveTo>
                <a:lnTo>
                  <a:pt x="316611" y="88900"/>
                </a:lnTo>
                <a:lnTo>
                  <a:pt x="328803" y="90169"/>
                </a:lnTo>
                <a:lnTo>
                  <a:pt x="340106" y="90169"/>
                </a:lnTo>
                <a:lnTo>
                  <a:pt x="351790" y="91439"/>
                </a:lnTo>
                <a:lnTo>
                  <a:pt x="407035" y="106679"/>
                </a:lnTo>
                <a:lnTo>
                  <a:pt x="445516" y="127000"/>
                </a:lnTo>
                <a:lnTo>
                  <a:pt x="478790" y="152400"/>
                </a:lnTo>
                <a:lnTo>
                  <a:pt x="506095" y="184150"/>
                </a:lnTo>
                <a:lnTo>
                  <a:pt x="525653" y="218439"/>
                </a:lnTo>
                <a:lnTo>
                  <a:pt x="538353" y="256539"/>
                </a:lnTo>
                <a:lnTo>
                  <a:pt x="542544" y="298450"/>
                </a:lnTo>
                <a:lnTo>
                  <a:pt x="542163" y="308610"/>
                </a:lnTo>
                <a:lnTo>
                  <a:pt x="535305" y="349250"/>
                </a:lnTo>
                <a:lnTo>
                  <a:pt x="524764" y="377189"/>
                </a:lnTo>
                <a:lnTo>
                  <a:pt x="520319" y="387350"/>
                </a:lnTo>
                <a:lnTo>
                  <a:pt x="490474" y="429260"/>
                </a:lnTo>
                <a:lnTo>
                  <a:pt x="459740" y="457200"/>
                </a:lnTo>
                <a:lnTo>
                  <a:pt x="423164" y="480060"/>
                </a:lnTo>
                <a:lnTo>
                  <a:pt x="382016" y="495300"/>
                </a:lnTo>
                <a:lnTo>
                  <a:pt x="338201" y="504189"/>
                </a:lnTo>
                <a:lnTo>
                  <a:pt x="440111" y="504189"/>
                </a:lnTo>
                <a:lnTo>
                  <a:pt x="478790" y="480060"/>
                </a:lnTo>
                <a:lnTo>
                  <a:pt x="513588" y="448310"/>
                </a:lnTo>
                <a:lnTo>
                  <a:pt x="541274" y="410210"/>
                </a:lnTo>
                <a:lnTo>
                  <a:pt x="560578" y="368300"/>
                </a:lnTo>
                <a:lnTo>
                  <a:pt x="570738" y="321310"/>
                </a:lnTo>
                <a:lnTo>
                  <a:pt x="572106" y="295910"/>
                </a:lnTo>
                <a:lnTo>
                  <a:pt x="571881" y="285750"/>
                </a:lnTo>
                <a:lnTo>
                  <a:pt x="564261" y="238760"/>
                </a:lnTo>
                <a:lnTo>
                  <a:pt x="552323" y="205739"/>
                </a:lnTo>
                <a:lnTo>
                  <a:pt x="547243" y="194310"/>
                </a:lnTo>
                <a:lnTo>
                  <a:pt x="514477" y="147319"/>
                </a:lnTo>
                <a:lnTo>
                  <a:pt x="479806" y="114300"/>
                </a:lnTo>
                <a:lnTo>
                  <a:pt x="460121" y="100329"/>
                </a:lnTo>
                <a:lnTo>
                  <a:pt x="439039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415021" y="1064513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45709" y="723645"/>
            <a:ext cx="515620" cy="429259"/>
          </a:xfrm>
          <a:custGeom>
            <a:avLst/>
            <a:gdLst/>
            <a:ahLst/>
            <a:cxnLst/>
            <a:rect l="l" t="t" r="r" b="b"/>
            <a:pathLst>
              <a:path w="515620" h="429259">
                <a:moveTo>
                  <a:pt x="267207" y="0"/>
                </a:moveTo>
                <a:lnTo>
                  <a:pt x="264287" y="0"/>
                </a:lnTo>
                <a:lnTo>
                  <a:pt x="256666" y="507"/>
                </a:lnTo>
                <a:lnTo>
                  <a:pt x="255777" y="507"/>
                </a:lnTo>
                <a:lnTo>
                  <a:pt x="254888" y="634"/>
                </a:lnTo>
                <a:lnTo>
                  <a:pt x="253873" y="888"/>
                </a:lnTo>
                <a:lnTo>
                  <a:pt x="243712" y="3175"/>
                </a:lnTo>
                <a:lnTo>
                  <a:pt x="207010" y="24129"/>
                </a:lnTo>
                <a:lnTo>
                  <a:pt x="173608" y="59562"/>
                </a:lnTo>
                <a:lnTo>
                  <a:pt x="149351" y="94361"/>
                </a:lnTo>
                <a:lnTo>
                  <a:pt x="125475" y="135000"/>
                </a:lnTo>
                <a:lnTo>
                  <a:pt x="93852" y="197103"/>
                </a:lnTo>
                <a:lnTo>
                  <a:pt x="62356" y="265811"/>
                </a:lnTo>
                <a:lnTo>
                  <a:pt x="46736" y="302005"/>
                </a:lnTo>
                <a:lnTo>
                  <a:pt x="31114" y="339216"/>
                </a:lnTo>
                <a:lnTo>
                  <a:pt x="15493" y="376936"/>
                </a:lnTo>
                <a:lnTo>
                  <a:pt x="0" y="414781"/>
                </a:lnTo>
                <a:lnTo>
                  <a:pt x="35305" y="429259"/>
                </a:lnTo>
                <a:lnTo>
                  <a:pt x="50800" y="391287"/>
                </a:lnTo>
                <a:lnTo>
                  <a:pt x="66293" y="353694"/>
                </a:lnTo>
                <a:lnTo>
                  <a:pt x="81914" y="316864"/>
                </a:lnTo>
                <a:lnTo>
                  <a:pt x="97408" y="280924"/>
                </a:lnTo>
                <a:lnTo>
                  <a:pt x="128396" y="213232"/>
                </a:lnTo>
                <a:lnTo>
                  <a:pt x="151383" y="167258"/>
                </a:lnTo>
                <a:lnTo>
                  <a:pt x="174116" y="126618"/>
                </a:lnTo>
                <a:lnTo>
                  <a:pt x="196723" y="92201"/>
                </a:lnTo>
                <a:lnTo>
                  <a:pt x="225425" y="58674"/>
                </a:lnTo>
                <a:lnTo>
                  <a:pt x="259696" y="38480"/>
                </a:lnTo>
                <a:lnTo>
                  <a:pt x="259079" y="38480"/>
                </a:lnTo>
                <a:lnTo>
                  <a:pt x="261874" y="38100"/>
                </a:lnTo>
                <a:lnTo>
                  <a:pt x="264794" y="38100"/>
                </a:lnTo>
                <a:lnTo>
                  <a:pt x="265077" y="38081"/>
                </a:lnTo>
                <a:lnTo>
                  <a:pt x="263778" y="37973"/>
                </a:lnTo>
                <a:lnTo>
                  <a:pt x="336132" y="37973"/>
                </a:lnTo>
                <a:lnTo>
                  <a:pt x="331342" y="32892"/>
                </a:lnTo>
                <a:lnTo>
                  <a:pt x="295148" y="6857"/>
                </a:lnTo>
                <a:lnTo>
                  <a:pt x="277749" y="1269"/>
                </a:lnTo>
                <a:lnTo>
                  <a:pt x="276860" y="1015"/>
                </a:lnTo>
                <a:lnTo>
                  <a:pt x="275843" y="762"/>
                </a:lnTo>
                <a:lnTo>
                  <a:pt x="274827" y="762"/>
                </a:lnTo>
                <a:lnTo>
                  <a:pt x="267207" y="0"/>
                </a:lnTo>
                <a:close/>
              </a:path>
              <a:path w="515620" h="429259">
                <a:moveTo>
                  <a:pt x="444438" y="329767"/>
                </a:moveTo>
                <a:lnTo>
                  <a:pt x="408939" y="343662"/>
                </a:lnTo>
                <a:lnTo>
                  <a:pt x="503808" y="429259"/>
                </a:lnTo>
                <a:lnTo>
                  <a:pt x="511236" y="347471"/>
                </a:lnTo>
                <a:lnTo>
                  <a:pt x="451357" y="347471"/>
                </a:lnTo>
                <a:lnTo>
                  <a:pt x="444438" y="329767"/>
                </a:lnTo>
                <a:close/>
              </a:path>
              <a:path w="515620" h="429259">
                <a:moveTo>
                  <a:pt x="479908" y="315884"/>
                </a:moveTo>
                <a:lnTo>
                  <a:pt x="444438" y="329767"/>
                </a:lnTo>
                <a:lnTo>
                  <a:pt x="451357" y="347471"/>
                </a:lnTo>
                <a:lnTo>
                  <a:pt x="486917" y="333628"/>
                </a:lnTo>
                <a:lnTo>
                  <a:pt x="479908" y="315884"/>
                </a:lnTo>
                <a:close/>
              </a:path>
              <a:path w="515620" h="429259">
                <a:moveTo>
                  <a:pt x="515365" y="302005"/>
                </a:moveTo>
                <a:lnTo>
                  <a:pt x="479908" y="315884"/>
                </a:lnTo>
                <a:lnTo>
                  <a:pt x="486917" y="333628"/>
                </a:lnTo>
                <a:lnTo>
                  <a:pt x="451357" y="347471"/>
                </a:lnTo>
                <a:lnTo>
                  <a:pt x="511236" y="347471"/>
                </a:lnTo>
                <a:lnTo>
                  <a:pt x="515365" y="302005"/>
                </a:lnTo>
                <a:close/>
              </a:path>
              <a:path w="515620" h="429259">
                <a:moveTo>
                  <a:pt x="270026" y="38493"/>
                </a:moveTo>
                <a:lnTo>
                  <a:pt x="305180" y="60705"/>
                </a:lnTo>
                <a:lnTo>
                  <a:pt x="332613" y="94995"/>
                </a:lnTo>
                <a:lnTo>
                  <a:pt x="353949" y="129793"/>
                </a:lnTo>
                <a:lnTo>
                  <a:pt x="375665" y="170941"/>
                </a:lnTo>
                <a:lnTo>
                  <a:pt x="397510" y="217677"/>
                </a:lnTo>
                <a:lnTo>
                  <a:pt x="426846" y="286257"/>
                </a:lnTo>
                <a:lnTo>
                  <a:pt x="441578" y="322452"/>
                </a:lnTo>
                <a:lnTo>
                  <a:pt x="444438" y="329767"/>
                </a:lnTo>
                <a:lnTo>
                  <a:pt x="479908" y="315884"/>
                </a:lnTo>
                <a:lnTo>
                  <a:pt x="462025" y="271525"/>
                </a:lnTo>
                <a:lnTo>
                  <a:pt x="447039" y="235838"/>
                </a:lnTo>
                <a:lnTo>
                  <a:pt x="417194" y="169290"/>
                </a:lnTo>
                <a:lnTo>
                  <a:pt x="394588" y="124332"/>
                </a:lnTo>
                <a:lnTo>
                  <a:pt x="371475" y="84836"/>
                </a:lnTo>
                <a:lnTo>
                  <a:pt x="347852" y="51434"/>
                </a:lnTo>
                <a:lnTo>
                  <a:pt x="336731" y="38607"/>
                </a:lnTo>
                <a:lnTo>
                  <a:pt x="271399" y="38607"/>
                </a:lnTo>
                <a:lnTo>
                  <a:pt x="270026" y="38493"/>
                </a:lnTo>
                <a:close/>
              </a:path>
              <a:path w="515620" h="429259">
                <a:moveTo>
                  <a:pt x="268477" y="38100"/>
                </a:moveTo>
                <a:lnTo>
                  <a:pt x="270026" y="38493"/>
                </a:lnTo>
                <a:lnTo>
                  <a:pt x="271399" y="38607"/>
                </a:lnTo>
                <a:lnTo>
                  <a:pt x="268477" y="38100"/>
                </a:lnTo>
                <a:close/>
              </a:path>
              <a:path w="515620" h="429259">
                <a:moveTo>
                  <a:pt x="336252" y="38100"/>
                </a:moveTo>
                <a:lnTo>
                  <a:pt x="268477" y="38100"/>
                </a:lnTo>
                <a:lnTo>
                  <a:pt x="271399" y="38607"/>
                </a:lnTo>
                <a:lnTo>
                  <a:pt x="336731" y="38607"/>
                </a:lnTo>
                <a:lnTo>
                  <a:pt x="336252" y="38100"/>
                </a:lnTo>
                <a:close/>
              </a:path>
              <a:path w="515620" h="429259">
                <a:moveTo>
                  <a:pt x="336132" y="37973"/>
                </a:moveTo>
                <a:lnTo>
                  <a:pt x="266700" y="37973"/>
                </a:lnTo>
                <a:lnTo>
                  <a:pt x="265077" y="38081"/>
                </a:lnTo>
                <a:lnTo>
                  <a:pt x="270026" y="38493"/>
                </a:lnTo>
                <a:lnTo>
                  <a:pt x="268477" y="38100"/>
                </a:lnTo>
                <a:lnTo>
                  <a:pt x="336252" y="38100"/>
                </a:lnTo>
                <a:close/>
              </a:path>
              <a:path w="515620" h="429259">
                <a:moveTo>
                  <a:pt x="261874" y="38100"/>
                </a:moveTo>
                <a:lnTo>
                  <a:pt x="259079" y="38480"/>
                </a:lnTo>
                <a:lnTo>
                  <a:pt x="260076" y="38414"/>
                </a:lnTo>
                <a:lnTo>
                  <a:pt x="261874" y="38100"/>
                </a:lnTo>
                <a:close/>
              </a:path>
              <a:path w="515620" h="429259">
                <a:moveTo>
                  <a:pt x="260076" y="38414"/>
                </a:moveTo>
                <a:lnTo>
                  <a:pt x="259079" y="38480"/>
                </a:lnTo>
                <a:lnTo>
                  <a:pt x="259696" y="38480"/>
                </a:lnTo>
                <a:lnTo>
                  <a:pt x="260076" y="38414"/>
                </a:lnTo>
                <a:close/>
              </a:path>
              <a:path w="515620" h="429259">
                <a:moveTo>
                  <a:pt x="264794" y="38100"/>
                </a:moveTo>
                <a:lnTo>
                  <a:pt x="261874" y="38100"/>
                </a:lnTo>
                <a:lnTo>
                  <a:pt x="260076" y="38414"/>
                </a:lnTo>
                <a:lnTo>
                  <a:pt x="264794" y="38100"/>
                </a:lnTo>
                <a:close/>
              </a:path>
              <a:path w="515620" h="429259">
                <a:moveTo>
                  <a:pt x="266700" y="37973"/>
                </a:moveTo>
                <a:lnTo>
                  <a:pt x="263778" y="37973"/>
                </a:lnTo>
                <a:lnTo>
                  <a:pt x="265077" y="38081"/>
                </a:lnTo>
                <a:lnTo>
                  <a:pt x="266700" y="37973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59740" y="1951482"/>
            <a:ext cx="1965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无符号整常数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45814" y="2007870"/>
            <a:ext cx="542925" cy="504825"/>
          </a:xfrm>
          <a:custGeom>
            <a:avLst/>
            <a:gdLst/>
            <a:ahLst/>
            <a:cxnLst/>
            <a:rect l="l" t="t" r="r" b="b"/>
            <a:pathLst>
              <a:path w="542925" h="504825">
                <a:moveTo>
                  <a:pt x="0" y="252221"/>
                </a:moveTo>
                <a:lnTo>
                  <a:pt x="4369" y="206879"/>
                </a:lnTo>
                <a:lnTo>
                  <a:pt x="16966" y="164205"/>
                </a:lnTo>
                <a:lnTo>
                  <a:pt x="37027" y="124911"/>
                </a:lnTo>
                <a:lnTo>
                  <a:pt x="63786" y="89710"/>
                </a:lnTo>
                <a:lnTo>
                  <a:pt x="96478" y="59312"/>
                </a:lnTo>
                <a:lnTo>
                  <a:pt x="134337" y="34431"/>
                </a:lnTo>
                <a:lnTo>
                  <a:pt x="176600" y="15777"/>
                </a:lnTo>
                <a:lnTo>
                  <a:pt x="222499" y="4062"/>
                </a:lnTo>
                <a:lnTo>
                  <a:pt x="271272" y="0"/>
                </a:lnTo>
                <a:lnTo>
                  <a:pt x="320044" y="4062"/>
                </a:lnTo>
                <a:lnTo>
                  <a:pt x="365943" y="15777"/>
                </a:lnTo>
                <a:lnTo>
                  <a:pt x="408206" y="34431"/>
                </a:lnTo>
                <a:lnTo>
                  <a:pt x="446065" y="59312"/>
                </a:lnTo>
                <a:lnTo>
                  <a:pt x="478757" y="89710"/>
                </a:lnTo>
                <a:lnTo>
                  <a:pt x="505516" y="124911"/>
                </a:lnTo>
                <a:lnTo>
                  <a:pt x="525577" y="164205"/>
                </a:lnTo>
                <a:lnTo>
                  <a:pt x="538174" y="206879"/>
                </a:lnTo>
                <a:lnTo>
                  <a:pt x="542544" y="252221"/>
                </a:lnTo>
                <a:lnTo>
                  <a:pt x="538174" y="297564"/>
                </a:lnTo>
                <a:lnTo>
                  <a:pt x="525577" y="340238"/>
                </a:lnTo>
                <a:lnTo>
                  <a:pt x="505516" y="379532"/>
                </a:lnTo>
                <a:lnTo>
                  <a:pt x="478757" y="414733"/>
                </a:lnTo>
                <a:lnTo>
                  <a:pt x="446065" y="445131"/>
                </a:lnTo>
                <a:lnTo>
                  <a:pt x="408206" y="470012"/>
                </a:lnTo>
                <a:lnTo>
                  <a:pt x="365943" y="488666"/>
                </a:lnTo>
                <a:lnTo>
                  <a:pt x="320044" y="500381"/>
                </a:lnTo>
                <a:lnTo>
                  <a:pt x="271272" y="504443"/>
                </a:lnTo>
                <a:lnTo>
                  <a:pt x="222499" y="500381"/>
                </a:lnTo>
                <a:lnTo>
                  <a:pt x="176600" y="488666"/>
                </a:lnTo>
                <a:lnTo>
                  <a:pt x="134337" y="470012"/>
                </a:lnTo>
                <a:lnTo>
                  <a:pt x="96478" y="445131"/>
                </a:lnTo>
                <a:lnTo>
                  <a:pt x="63786" y="414733"/>
                </a:lnTo>
                <a:lnTo>
                  <a:pt x="37027" y="379532"/>
                </a:lnTo>
                <a:lnTo>
                  <a:pt x="16966" y="340238"/>
                </a:lnTo>
                <a:lnTo>
                  <a:pt x="4369" y="297564"/>
                </a:lnTo>
                <a:lnTo>
                  <a:pt x="0" y="252221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397502" y="2188464"/>
            <a:ext cx="1150620" cy="114300"/>
          </a:xfrm>
          <a:custGeom>
            <a:avLst/>
            <a:gdLst/>
            <a:ahLst/>
            <a:cxnLst/>
            <a:rect l="l" t="t" r="r" b="b"/>
            <a:pathLst>
              <a:path w="1150620" h="114300">
                <a:moveTo>
                  <a:pt x="1036320" y="0"/>
                </a:moveTo>
                <a:lnTo>
                  <a:pt x="1036320" y="114300"/>
                </a:lnTo>
                <a:lnTo>
                  <a:pt x="1112520" y="76200"/>
                </a:lnTo>
                <a:lnTo>
                  <a:pt x="1055370" y="76200"/>
                </a:lnTo>
                <a:lnTo>
                  <a:pt x="1055370" y="38100"/>
                </a:lnTo>
                <a:lnTo>
                  <a:pt x="1112520" y="38100"/>
                </a:lnTo>
                <a:lnTo>
                  <a:pt x="1036320" y="0"/>
                </a:lnTo>
                <a:close/>
              </a:path>
              <a:path w="1150620" h="114300">
                <a:moveTo>
                  <a:pt x="103632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36320" y="76200"/>
                </a:lnTo>
                <a:lnTo>
                  <a:pt x="1036320" y="38100"/>
                </a:lnTo>
                <a:close/>
              </a:path>
              <a:path w="1150620" h="114300">
                <a:moveTo>
                  <a:pt x="1112520" y="38100"/>
                </a:moveTo>
                <a:lnTo>
                  <a:pt x="1055370" y="38100"/>
                </a:lnTo>
                <a:lnTo>
                  <a:pt x="1055370" y="76200"/>
                </a:lnTo>
                <a:lnTo>
                  <a:pt x="1112520" y="76200"/>
                </a:lnTo>
                <a:lnTo>
                  <a:pt x="1150620" y="57150"/>
                </a:lnTo>
                <a:lnTo>
                  <a:pt x="1112520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064758" y="2188464"/>
            <a:ext cx="1163320" cy="114300"/>
          </a:xfrm>
          <a:custGeom>
            <a:avLst/>
            <a:gdLst/>
            <a:ahLst/>
            <a:cxnLst/>
            <a:rect l="l" t="t" r="r" b="b"/>
            <a:pathLst>
              <a:path w="1163320" h="114300">
                <a:moveTo>
                  <a:pt x="1048512" y="0"/>
                </a:moveTo>
                <a:lnTo>
                  <a:pt x="1048512" y="114300"/>
                </a:lnTo>
                <a:lnTo>
                  <a:pt x="1124712" y="76200"/>
                </a:lnTo>
                <a:lnTo>
                  <a:pt x="1067562" y="76200"/>
                </a:lnTo>
                <a:lnTo>
                  <a:pt x="1067562" y="38100"/>
                </a:lnTo>
                <a:lnTo>
                  <a:pt x="1124712" y="38100"/>
                </a:lnTo>
                <a:lnTo>
                  <a:pt x="1048512" y="0"/>
                </a:lnTo>
                <a:close/>
              </a:path>
              <a:path w="1163320" h="114300">
                <a:moveTo>
                  <a:pt x="10485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8512" y="76200"/>
                </a:lnTo>
                <a:lnTo>
                  <a:pt x="1048512" y="38100"/>
                </a:lnTo>
                <a:close/>
              </a:path>
              <a:path w="1163320" h="114300">
                <a:moveTo>
                  <a:pt x="1124712" y="38100"/>
                </a:moveTo>
                <a:lnTo>
                  <a:pt x="1067562" y="38100"/>
                </a:lnTo>
                <a:lnTo>
                  <a:pt x="1067562" y="76200"/>
                </a:lnTo>
                <a:lnTo>
                  <a:pt x="1124712" y="76200"/>
                </a:lnTo>
                <a:lnTo>
                  <a:pt x="1162812" y="57150"/>
                </a:lnTo>
                <a:lnTo>
                  <a:pt x="11247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748021" y="1938908"/>
            <a:ext cx="537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02578" y="1573225"/>
            <a:ext cx="5378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01180" y="1929130"/>
            <a:ext cx="537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545073" y="2007870"/>
            <a:ext cx="542925" cy="504825"/>
          </a:xfrm>
          <a:custGeom>
            <a:avLst/>
            <a:gdLst/>
            <a:ahLst/>
            <a:cxnLst/>
            <a:rect l="l" t="t" r="r" b="b"/>
            <a:pathLst>
              <a:path w="542925" h="504825">
                <a:moveTo>
                  <a:pt x="0" y="252221"/>
                </a:moveTo>
                <a:lnTo>
                  <a:pt x="4369" y="206879"/>
                </a:lnTo>
                <a:lnTo>
                  <a:pt x="16966" y="164205"/>
                </a:lnTo>
                <a:lnTo>
                  <a:pt x="37027" y="124911"/>
                </a:lnTo>
                <a:lnTo>
                  <a:pt x="63786" y="89710"/>
                </a:lnTo>
                <a:lnTo>
                  <a:pt x="96478" y="59312"/>
                </a:lnTo>
                <a:lnTo>
                  <a:pt x="134337" y="34431"/>
                </a:lnTo>
                <a:lnTo>
                  <a:pt x="176600" y="15777"/>
                </a:lnTo>
                <a:lnTo>
                  <a:pt x="222499" y="4062"/>
                </a:lnTo>
                <a:lnTo>
                  <a:pt x="271272" y="0"/>
                </a:lnTo>
                <a:lnTo>
                  <a:pt x="320044" y="4062"/>
                </a:lnTo>
                <a:lnTo>
                  <a:pt x="365943" y="15777"/>
                </a:lnTo>
                <a:lnTo>
                  <a:pt x="408206" y="34431"/>
                </a:lnTo>
                <a:lnTo>
                  <a:pt x="446065" y="59312"/>
                </a:lnTo>
                <a:lnTo>
                  <a:pt x="478757" y="89710"/>
                </a:lnTo>
                <a:lnTo>
                  <a:pt x="505516" y="124911"/>
                </a:lnTo>
                <a:lnTo>
                  <a:pt x="525577" y="164205"/>
                </a:lnTo>
                <a:lnTo>
                  <a:pt x="538174" y="206879"/>
                </a:lnTo>
                <a:lnTo>
                  <a:pt x="542543" y="252221"/>
                </a:lnTo>
                <a:lnTo>
                  <a:pt x="538174" y="297564"/>
                </a:lnTo>
                <a:lnTo>
                  <a:pt x="525577" y="340238"/>
                </a:lnTo>
                <a:lnTo>
                  <a:pt x="505516" y="379532"/>
                </a:lnTo>
                <a:lnTo>
                  <a:pt x="478757" y="414733"/>
                </a:lnTo>
                <a:lnTo>
                  <a:pt x="446065" y="445131"/>
                </a:lnTo>
                <a:lnTo>
                  <a:pt x="408206" y="470012"/>
                </a:lnTo>
                <a:lnTo>
                  <a:pt x="365943" y="488666"/>
                </a:lnTo>
                <a:lnTo>
                  <a:pt x="320044" y="500381"/>
                </a:lnTo>
                <a:lnTo>
                  <a:pt x="271272" y="504443"/>
                </a:lnTo>
                <a:lnTo>
                  <a:pt x="222499" y="500381"/>
                </a:lnTo>
                <a:lnTo>
                  <a:pt x="176600" y="488666"/>
                </a:lnTo>
                <a:lnTo>
                  <a:pt x="134337" y="470012"/>
                </a:lnTo>
                <a:lnTo>
                  <a:pt x="96478" y="445131"/>
                </a:lnTo>
                <a:lnTo>
                  <a:pt x="63786" y="414733"/>
                </a:lnTo>
                <a:lnTo>
                  <a:pt x="37027" y="379532"/>
                </a:lnTo>
                <a:lnTo>
                  <a:pt x="16966" y="340238"/>
                </a:lnTo>
                <a:lnTo>
                  <a:pt x="4369" y="297564"/>
                </a:lnTo>
                <a:lnTo>
                  <a:pt x="0" y="252221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738240" y="2085213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82357" y="1929383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3" y="0"/>
                </a:moveTo>
                <a:lnTo>
                  <a:pt x="267208" y="3810"/>
                </a:lnTo>
                <a:lnTo>
                  <a:pt x="251841" y="6350"/>
                </a:lnTo>
                <a:lnTo>
                  <a:pt x="236600" y="10160"/>
                </a:lnTo>
                <a:lnTo>
                  <a:pt x="220725" y="13969"/>
                </a:lnTo>
                <a:lnTo>
                  <a:pt x="164719" y="36829"/>
                </a:lnTo>
                <a:lnTo>
                  <a:pt x="114553" y="68579"/>
                </a:lnTo>
                <a:lnTo>
                  <a:pt x="71755" y="109219"/>
                </a:lnTo>
                <a:lnTo>
                  <a:pt x="38353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1" y="283210"/>
                </a:lnTo>
                <a:lnTo>
                  <a:pt x="0" y="298450"/>
                </a:lnTo>
                <a:lnTo>
                  <a:pt x="508" y="313689"/>
                </a:lnTo>
                <a:lnTo>
                  <a:pt x="6858" y="358139"/>
                </a:lnTo>
                <a:lnTo>
                  <a:pt x="20066" y="401319"/>
                </a:lnTo>
                <a:lnTo>
                  <a:pt x="40005" y="441960"/>
                </a:lnTo>
                <a:lnTo>
                  <a:pt x="74675" y="488950"/>
                </a:lnTo>
                <a:lnTo>
                  <a:pt x="117728" y="528319"/>
                </a:lnTo>
                <a:lnTo>
                  <a:pt x="168275" y="558800"/>
                </a:lnTo>
                <a:lnTo>
                  <a:pt x="223647" y="580389"/>
                </a:lnTo>
                <a:lnTo>
                  <a:pt x="238760" y="585469"/>
                </a:lnTo>
                <a:lnTo>
                  <a:pt x="253492" y="588010"/>
                </a:lnTo>
                <a:lnTo>
                  <a:pt x="269494" y="590550"/>
                </a:lnTo>
                <a:lnTo>
                  <a:pt x="300863" y="593089"/>
                </a:lnTo>
                <a:lnTo>
                  <a:pt x="332740" y="593089"/>
                </a:lnTo>
                <a:lnTo>
                  <a:pt x="364109" y="590550"/>
                </a:lnTo>
                <a:lnTo>
                  <a:pt x="379857" y="588010"/>
                </a:lnTo>
                <a:lnTo>
                  <a:pt x="394716" y="584200"/>
                </a:lnTo>
                <a:lnTo>
                  <a:pt x="410718" y="580389"/>
                </a:lnTo>
                <a:lnTo>
                  <a:pt x="439547" y="570229"/>
                </a:lnTo>
                <a:lnTo>
                  <a:pt x="453136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7" y="552450"/>
                </a:lnTo>
                <a:lnTo>
                  <a:pt x="180340" y="532129"/>
                </a:lnTo>
                <a:lnTo>
                  <a:pt x="134747" y="504189"/>
                </a:lnTo>
                <a:lnTo>
                  <a:pt x="95885" y="467360"/>
                </a:lnTo>
                <a:lnTo>
                  <a:pt x="64770" y="425450"/>
                </a:lnTo>
                <a:lnTo>
                  <a:pt x="47244" y="389889"/>
                </a:lnTo>
                <a:lnTo>
                  <a:pt x="35560" y="351789"/>
                </a:lnTo>
                <a:lnTo>
                  <a:pt x="30099" y="311150"/>
                </a:lnTo>
                <a:lnTo>
                  <a:pt x="29625" y="295910"/>
                </a:lnTo>
                <a:lnTo>
                  <a:pt x="29972" y="283210"/>
                </a:lnTo>
                <a:lnTo>
                  <a:pt x="35433" y="243839"/>
                </a:lnTo>
                <a:lnTo>
                  <a:pt x="52070" y="193039"/>
                </a:lnTo>
                <a:lnTo>
                  <a:pt x="78486" y="147319"/>
                </a:lnTo>
                <a:lnTo>
                  <a:pt x="113284" y="107950"/>
                </a:lnTo>
                <a:lnTo>
                  <a:pt x="155575" y="76200"/>
                </a:lnTo>
                <a:lnTo>
                  <a:pt x="204089" y="50800"/>
                </a:lnTo>
                <a:lnTo>
                  <a:pt x="244221" y="38100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10" y="22860"/>
                </a:lnTo>
                <a:lnTo>
                  <a:pt x="407797" y="12700"/>
                </a:lnTo>
                <a:lnTo>
                  <a:pt x="392684" y="8889"/>
                </a:lnTo>
                <a:lnTo>
                  <a:pt x="346837" y="1269"/>
                </a:lnTo>
                <a:lnTo>
                  <a:pt x="330581" y="1269"/>
                </a:lnTo>
                <a:lnTo>
                  <a:pt x="314833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3" y="30479"/>
                </a:lnTo>
                <a:lnTo>
                  <a:pt x="358775" y="33019"/>
                </a:lnTo>
                <a:lnTo>
                  <a:pt x="386588" y="38100"/>
                </a:lnTo>
                <a:lnTo>
                  <a:pt x="426085" y="50800"/>
                </a:lnTo>
                <a:lnTo>
                  <a:pt x="474599" y="74929"/>
                </a:lnTo>
                <a:lnTo>
                  <a:pt x="517144" y="107950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4" y="255269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2" y="309879"/>
                </a:lnTo>
                <a:lnTo>
                  <a:pt x="596011" y="350519"/>
                </a:lnTo>
                <a:lnTo>
                  <a:pt x="584453" y="388619"/>
                </a:lnTo>
                <a:lnTo>
                  <a:pt x="567182" y="424179"/>
                </a:lnTo>
                <a:lnTo>
                  <a:pt x="536575" y="467360"/>
                </a:lnTo>
                <a:lnTo>
                  <a:pt x="497840" y="502919"/>
                </a:lnTo>
                <a:lnTo>
                  <a:pt x="452247" y="532129"/>
                </a:lnTo>
                <a:lnTo>
                  <a:pt x="401193" y="552450"/>
                </a:lnTo>
                <a:lnTo>
                  <a:pt x="387223" y="554989"/>
                </a:lnTo>
                <a:lnTo>
                  <a:pt x="373507" y="558800"/>
                </a:lnTo>
                <a:lnTo>
                  <a:pt x="359410" y="561339"/>
                </a:lnTo>
                <a:lnTo>
                  <a:pt x="330708" y="563879"/>
                </a:lnTo>
                <a:lnTo>
                  <a:pt x="453136" y="563879"/>
                </a:lnTo>
                <a:lnTo>
                  <a:pt x="492760" y="542289"/>
                </a:lnTo>
                <a:lnTo>
                  <a:pt x="539369" y="506729"/>
                </a:lnTo>
                <a:lnTo>
                  <a:pt x="577976" y="462279"/>
                </a:lnTo>
                <a:lnTo>
                  <a:pt x="600201" y="425450"/>
                </a:lnTo>
                <a:lnTo>
                  <a:pt x="617347" y="384810"/>
                </a:lnTo>
                <a:lnTo>
                  <a:pt x="627888" y="341629"/>
                </a:lnTo>
                <a:lnTo>
                  <a:pt x="631444" y="295910"/>
                </a:lnTo>
                <a:lnTo>
                  <a:pt x="630936" y="280669"/>
                </a:lnTo>
                <a:lnTo>
                  <a:pt x="624586" y="234950"/>
                </a:lnTo>
                <a:lnTo>
                  <a:pt x="611505" y="193039"/>
                </a:lnTo>
                <a:lnTo>
                  <a:pt x="591439" y="152400"/>
                </a:lnTo>
                <a:lnTo>
                  <a:pt x="556895" y="105410"/>
                </a:lnTo>
                <a:lnTo>
                  <a:pt x="513715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5" y="59689"/>
                </a:lnTo>
                <a:lnTo>
                  <a:pt x="276733" y="62229"/>
                </a:lnTo>
                <a:lnTo>
                  <a:pt x="216281" y="77469"/>
                </a:lnTo>
                <a:lnTo>
                  <a:pt x="172593" y="100329"/>
                </a:lnTo>
                <a:lnTo>
                  <a:pt x="134493" y="129539"/>
                </a:lnTo>
                <a:lnTo>
                  <a:pt x="103250" y="163829"/>
                </a:lnTo>
                <a:lnTo>
                  <a:pt x="79501" y="204469"/>
                </a:lnTo>
                <a:lnTo>
                  <a:pt x="64516" y="248919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3" y="308610"/>
                </a:lnTo>
                <a:lnTo>
                  <a:pt x="67183" y="355600"/>
                </a:lnTo>
                <a:lnTo>
                  <a:pt x="84200" y="398779"/>
                </a:lnTo>
                <a:lnTo>
                  <a:pt x="117094" y="447039"/>
                </a:lnTo>
                <a:lnTo>
                  <a:pt x="151765" y="480060"/>
                </a:lnTo>
                <a:lnTo>
                  <a:pt x="192532" y="505460"/>
                </a:lnTo>
                <a:lnTo>
                  <a:pt x="251078" y="527050"/>
                </a:lnTo>
                <a:lnTo>
                  <a:pt x="302133" y="534669"/>
                </a:lnTo>
                <a:lnTo>
                  <a:pt x="328549" y="534669"/>
                </a:lnTo>
                <a:lnTo>
                  <a:pt x="379857" y="527050"/>
                </a:lnTo>
                <a:lnTo>
                  <a:pt x="437769" y="505460"/>
                </a:lnTo>
                <a:lnTo>
                  <a:pt x="440111" y="504189"/>
                </a:lnTo>
                <a:lnTo>
                  <a:pt x="291338" y="504189"/>
                </a:lnTo>
                <a:lnTo>
                  <a:pt x="279273" y="502919"/>
                </a:lnTo>
                <a:lnTo>
                  <a:pt x="268605" y="500379"/>
                </a:lnTo>
                <a:lnTo>
                  <a:pt x="257175" y="497839"/>
                </a:lnTo>
                <a:lnTo>
                  <a:pt x="246380" y="495300"/>
                </a:lnTo>
                <a:lnTo>
                  <a:pt x="204724" y="478789"/>
                </a:lnTo>
                <a:lnTo>
                  <a:pt x="168656" y="454660"/>
                </a:lnTo>
                <a:lnTo>
                  <a:pt x="138175" y="426719"/>
                </a:lnTo>
                <a:lnTo>
                  <a:pt x="114426" y="392429"/>
                </a:lnTo>
                <a:lnTo>
                  <a:pt x="98425" y="356869"/>
                </a:lnTo>
                <a:lnTo>
                  <a:pt x="89916" y="316229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9" y="245110"/>
                </a:lnTo>
                <a:lnTo>
                  <a:pt x="111125" y="207010"/>
                </a:lnTo>
                <a:lnTo>
                  <a:pt x="141097" y="163829"/>
                </a:lnTo>
                <a:lnTo>
                  <a:pt x="171831" y="135889"/>
                </a:lnTo>
                <a:lnTo>
                  <a:pt x="208280" y="114300"/>
                </a:lnTo>
                <a:lnTo>
                  <a:pt x="249427" y="97789"/>
                </a:lnTo>
                <a:lnTo>
                  <a:pt x="270256" y="93979"/>
                </a:lnTo>
                <a:lnTo>
                  <a:pt x="281559" y="91439"/>
                </a:lnTo>
                <a:lnTo>
                  <a:pt x="305181" y="88900"/>
                </a:lnTo>
                <a:lnTo>
                  <a:pt x="439039" y="88900"/>
                </a:lnTo>
                <a:lnTo>
                  <a:pt x="416560" y="78739"/>
                </a:lnTo>
                <a:lnTo>
                  <a:pt x="380492" y="67310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9" y="88900"/>
                </a:moveTo>
                <a:lnTo>
                  <a:pt x="316611" y="88900"/>
                </a:lnTo>
                <a:lnTo>
                  <a:pt x="328802" y="90169"/>
                </a:lnTo>
                <a:lnTo>
                  <a:pt x="340106" y="90169"/>
                </a:lnTo>
                <a:lnTo>
                  <a:pt x="351790" y="91439"/>
                </a:lnTo>
                <a:lnTo>
                  <a:pt x="407035" y="106679"/>
                </a:lnTo>
                <a:lnTo>
                  <a:pt x="445516" y="127000"/>
                </a:lnTo>
                <a:lnTo>
                  <a:pt x="478790" y="152400"/>
                </a:lnTo>
                <a:lnTo>
                  <a:pt x="506095" y="184150"/>
                </a:lnTo>
                <a:lnTo>
                  <a:pt x="525652" y="218439"/>
                </a:lnTo>
                <a:lnTo>
                  <a:pt x="538352" y="256539"/>
                </a:lnTo>
                <a:lnTo>
                  <a:pt x="542544" y="298450"/>
                </a:lnTo>
                <a:lnTo>
                  <a:pt x="542163" y="308610"/>
                </a:lnTo>
                <a:lnTo>
                  <a:pt x="535305" y="349250"/>
                </a:lnTo>
                <a:lnTo>
                  <a:pt x="524764" y="377189"/>
                </a:lnTo>
                <a:lnTo>
                  <a:pt x="520319" y="387350"/>
                </a:lnTo>
                <a:lnTo>
                  <a:pt x="490474" y="429260"/>
                </a:lnTo>
                <a:lnTo>
                  <a:pt x="459740" y="457200"/>
                </a:lnTo>
                <a:lnTo>
                  <a:pt x="423164" y="480060"/>
                </a:lnTo>
                <a:lnTo>
                  <a:pt x="382016" y="495300"/>
                </a:lnTo>
                <a:lnTo>
                  <a:pt x="338200" y="504189"/>
                </a:lnTo>
                <a:lnTo>
                  <a:pt x="440111" y="504189"/>
                </a:lnTo>
                <a:lnTo>
                  <a:pt x="478790" y="480060"/>
                </a:lnTo>
                <a:lnTo>
                  <a:pt x="513588" y="448310"/>
                </a:lnTo>
                <a:lnTo>
                  <a:pt x="541274" y="410210"/>
                </a:lnTo>
                <a:lnTo>
                  <a:pt x="560577" y="368300"/>
                </a:lnTo>
                <a:lnTo>
                  <a:pt x="570738" y="321310"/>
                </a:lnTo>
                <a:lnTo>
                  <a:pt x="572106" y="295910"/>
                </a:lnTo>
                <a:lnTo>
                  <a:pt x="571881" y="285750"/>
                </a:lnTo>
                <a:lnTo>
                  <a:pt x="564261" y="238760"/>
                </a:lnTo>
                <a:lnTo>
                  <a:pt x="552323" y="205739"/>
                </a:lnTo>
                <a:lnTo>
                  <a:pt x="547243" y="194310"/>
                </a:lnTo>
                <a:lnTo>
                  <a:pt x="514476" y="147319"/>
                </a:lnTo>
                <a:lnTo>
                  <a:pt x="479806" y="114300"/>
                </a:lnTo>
                <a:lnTo>
                  <a:pt x="460121" y="100329"/>
                </a:lnTo>
                <a:lnTo>
                  <a:pt x="439039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421371" y="2052066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551804" y="1711198"/>
            <a:ext cx="515620" cy="429259"/>
          </a:xfrm>
          <a:custGeom>
            <a:avLst/>
            <a:gdLst/>
            <a:ahLst/>
            <a:cxnLst/>
            <a:rect l="l" t="t" r="r" b="b"/>
            <a:pathLst>
              <a:path w="515620" h="429260">
                <a:moveTo>
                  <a:pt x="267208" y="0"/>
                </a:moveTo>
                <a:lnTo>
                  <a:pt x="264287" y="0"/>
                </a:lnTo>
                <a:lnTo>
                  <a:pt x="256667" y="507"/>
                </a:lnTo>
                <a:lnTo>
                  <a:pt x="255778" y="507"/>
                </a:lnTo>
                <a:lnTo>
                  <a:pt x="254889" y="635"/>
                </a:lnTo>
                <a:lnTo>
                  <a:pt x="253873" y="888"/>
                </a:lnTo>
                <a:lnTo>
                  <a:pt x="243712" y="3175"/>
                </a:lnTo>
                <a:lnTo>
                  <a:pt x="207010" y="24129"/>
                </a:lnTo>
                <a:lnTo>
                  <a:pt x="173609" y="59562"/>
                </a:lnTo>
                <a:lnTo>
                  <a:pt x="149352" y="94361"/>
                </a:lnTo>
                <a:lnTo>
                  <a:pt x="125475" y="135000"/>
                </a:lnTo>
                <a:lnTo>
                  <a:pt x="93853" y="197103"/>
                </a:lnTo>
                <a:lnTo>
                  <a:pt x="62357" y="265811"/>
                </a:lnTo>
                <a:lnTo>
                  <a:pt x="46736" y="302005"/>
                </a:lnTo>
                <a:lnTo>
                  <a:pt x="31115" y="339216"/>
                </a:lnTo>
                <a:lnTo>
                  <a:pt x="15494" y="376936"/>
                </a:lnTo>
                <a:lnTo>
                  <a:pt x="0" y="414781"/>
                </a:lnTo>
                <a:lnTo>
                  <a:pt x="35306" y="429260"/>
                </a:lnTo>
                <a:lnTo>
                  <a:pt x="50800" y="391287"/>
                </a:lnTo>
                <a:lnTo>
                  <a:pt x="66294" y="353694"/>
                </a:lnTo>
                <a:lnTo>
                  <a:pt x="81915" y="316864"/>
                </a:lnTo>
                <a:lnTo>
                  <a:pt x="97409" y="280924"/>
                </a:lnTo>
                <a:lnTo>
                  <a:pt x="128397" y="213232"/>
                </a:lnTo>
                <a:lnTo>
                  <a:pt x="151384" y="167259"/>
                </a:lnTo>
                <a:lnTo>
                  <a:pt x="174117" y="126618"/>
                </a:lnTo>
                <a:lnTo>
                  <a:pt x="196723" y="92201"/>
                </a:lnTo>
                <a:lnTo>
                  <a:pt x="225425" y="58674"/>
                </a:lnTo>
                <a:lnTo>
                  <a:pt x="259696" y="38480"/>
                </a:lnTo>
                <a:lnTo>
                  <a:pt x="259080" y="38480"/>
                </a:lnTo>
                <a:lnTo>
                  <a:pt x="261874" y="38100"/>
                </a:lnTo>
                <a:lnTo>
                  <a:pt x="264794" y="38100"/>
                </a:lnTo>
                <a:lnTo>
                  <a:pt x="265077" y="38081"/>
                </a:lnTo>
                <a:lnTo>
                  <a:pt x="263779" y="37973"/>
                </a:lnTo>
                <a:lnTo>
                  <a:pt x="336132" y="37973"/>
                </a:lnTo>
                <a:lnTo>
                  <a:pt x="331343" y="32892"/>
                </a:lnTo>
                <a:lnTo>
                  <a:pt x="295148" y="6857"/>
                </a:lnTo>
                <a:lnTo>
                  <a:pt x="277749" y="1269"/>
                </a:lnTo>
                <a:lnTo>
                  <a:pt x="276860" y="1015"/>
                </a:lnTo>
                <a:lnTo>
                  <a:pt x="275844" y="762"/>
                </a:lnTo>
                <a:lnTo>
                  <a:pt x="274828" y="762"/>
                </a:lnTo>
                <a:lnTo>
                  <a:pt x="267208" y="0"/>
                </a:lnTo>
                <a:close/>
              </a:path>
              <a:path w="515620" h="429260">
                <a:moveTo>
                  <a:pt x="444438" y="329767"/>
                </a:moveTo>
                <a:lnTo>
                  <a:pt x="408940" y="343662"/>
                </a:lnTo>
                <a:lnTo>
                  <a:pt x="503809" y="429260"/>
                </a:lnTo>
                <a:lnTo>
                  <a:pt x="511236" y="347472"/>
                </a:lnTo>
                <a:lnTo>
                  <a:pt x="451358" y="347472"/>
                </a:lnTo>
                <a:lnTo>
                  <a:pt x="444438" y="329767"/>
                </a:lnTo>
                <a:close/>
              </a:path>
              <a:path w="515620" h="429260">
                <a:moveTo>
                  <a:pt x="479908" y="315884"/>
                </a:moveTo>
                <a:lnTo>
                  <a:pt x="444438" y="329767"/>
                </a:lnTo>
                <a:lnTo>
                  <a:pt x="451358" y="347472"/>
                </a:lnTo>
                <a:lnTo>
                  <a:pt x="486918" y="333628"/>
                </a:lnTo>
                <a:lnTo>
                  <a:pt x="479908" y="315884"/>
                </a:lnTo>
                <a:close/>
              </a:path>
              <a:path w="515620" h="429260">
                <a:moveTo>
                  <a:pt x="515366" y="302005"/>
                </a:moveTo>
                <a:lnTo>
                  <a:pt x="479908" y="315884"/>
                </a:lnTo>
                <a:lnTo>
                  <a:pt x="486918" y="333628"/>
                </a:lnTo>
                <a:lnTo>
                  <a:pt x="451358" y="347472"/>
                </a:lnTo>
                <a:lnTo>
                  <a:pt x="511236" y="347472"/>
                </a:lnTo>
                <a:lnTo>
                  <a:pt x="515366" y="302005"/>
                </a:lnTo>
                <a:close/>
              </a:path>
              <a:path w="515620" h="429260">
                <a:moveTo>
                  <a:pt x="270026" y="38493"/>
                </a:moveTo>
                <a:lnTo>
                  <a:pt x="305181" y="60705"/>
                </a:lnTo>
                <a:lnTo>
                  <a:pt x="332613" y="94996"/>
                </a:lnTo>
                <a:lnTo>
                  <a:pt x="353949" y="129793"/>
                </a:lnTo>
                <a:lnTo>
                  <a:pt x="375666" y="170941"/>
                </a:lnTo>
                <a:lnTo>
                  <a:pt x="397510" y="217677"/>
                </a:lnTo>
                <a:lnTo>
                  <a:pt x="426847" y="286257"/>
                </a:lnTo>
                <a:lnTo>
                  <a:pt x="441579" y="322452"/>
                </a:lnTo>
                <a:lnTo>
                  <a:pt x="444438" y="329767"/>
                </a:lnTo>
                <a:lnTo>
                  <a:pt x="479908" y="315884"/>
                </a:lnTo>
                <a:lnTo>
                  <a:pt x="462025" y="271525"/>
                </a:lnTo>
                <a:lnTo>
                  <a:pt x="447040" y="235838"/>
                </a:lnTo>
                <a:lnTo>
                  <a:pt x="417195" y="169290"/>
                </a:lnTo>
                <a:lnTo>
                  <a:pt x="394589" y="124332"/>
                </a:lnTo>
                <a:lnTo>
                  <a:pt x="371475" y="84836"/>
                </a:lnTo>
                <a:lnTo>
                  <a:pt x="347853" y="51435"/>
                </a:lnTo>
                <a:lnTo>
                  <a:pt x="336731" y="38607"/>
                </a:lnTo>
                <a:lnTo>
                  <a:pt x="271399" y="38607"/>
                </a:lnTo>
                <a:lnTo>
                  <a:pt x="270026" y="38493"/>
                </a:lnTo>
                <a:close/>
              </a:path>
              <a:path w="515620" h="429260">
                <a:moveTo>
                  <a:pt x="268478" y="38100"/>
                </a:moveTo>
                <a:lnTo>
                  <a:pt x="270026" y="38493"/>
                </a:lnTo>
                <a:lnTo>
                  <a:pt x="271399" y="38607"/>
                </a:lnTo>
                <a:lnTo>
                  <a:pt x="268478" y="38100"/>
                </a:lnTo>
                <a:close/>
              </a:path>
              <a:path w="515620" h="429260">
                <a:moveTo>
                  <a:pt x="336252" y="38100"/>
                </a:moveTo>
                <a:lnTo>
                  <a:pt x="268478" y="38100"/>
                </a:lnTo>
                <a:lnTo>
                  <a:pt x="271399" y="38607"/>
                </a:lnTo>
                <a:lnTo>
                  <a:pt x="336731" y="38607"/>
                </a:lnTo>
                <a:lnTo>
                  <a:pt x="336252" y="38100"/>
                </a:lnTo>
                <a:close/>
              </a:path>
              <a:path w="515620" h="429260">
                <a:moveTo>
                  <a:pt x="336132" y="37973"/>
                </a:moveTo>
                <a:lnTo>
                  <a:pt x="266700" y="37973"/>
                </a:lnTo>
                <a:lnTo>
                  <a:pt x="265077" y="38081"/>
                </a:lnTo>
                <a:lnTo>
                  <a:pt x="270026" y="38493"/>
                </a:lnTo>
                <a:lnTo>
                  <a:pt x="268478" y="38100"/>
                </a:lnTo>
                <a:lnTo>
                  <a:pt x="336252" y="38100"/>
                </a:lnTo>
                <a:close/>
              </a:path>
              <a:path w="515620" h="429260">
                <a:moveTo>
                  <a:pt x="261874" y="38100"/>
                </a:moveTo>
                <a:lnTo>
                  <a:pt x="259080" y="38480"/>
                </a:lnTo>
                <a:lnTo>
                  <a:pt x="260076" y="38414"/>
                </a:lnTo>
                <a:lnTo>
                  <a:pt x="261874" y="38100"/>
                </a:lnTo>
                <a:close/>
              </a:path>
              <a:path w="515620" h="429260">
                <a:moveTo>
                  <a:pt x="260076" y="38414"/>
                </a:moveTo>
                <a:lnTo>
                  <a:pt x="259080" y="38480"/>
                </a:lnTo>
                <a:lnTo>
                  <a:pt x="259696" y="38480"/>
                </a:lnTo>
                <a:lnTo>
                  <a:pt x="260076" y="38414"/>
                </a:lnTo>
                <a:close/>
              </a:path>
              <a:path w="515620" h="429260">
                <a:moveTo>
                  <a:pt x="264794" y="38100"/>
                </a:moveTo>
                <a:lnTo>
                  <a:pt x="261874" y="38100"/>
                </a:lnTo>
                <a:lnTo>
                  <a:pt x="260076" y="38414"/>
                </a:lnTo>
                <a:lnTo>
                  <a:pt x="264794" y="38100"/>
                </a:lnTo>
                <a:close/>
              </a:path>
              <a:path w="515620" h="429260">
                <a:moveTo>
                  <a:pt x="266700" y="37973"/>
                </a:moveTo>
                <a:lnTo>
                  <a:pt x="263779" y="37973"/>
                </a:lnTo>
                <a:lnTo>
                  <a:pt x="265077" y="38081"/>
                </a:lnTo>
                <a:lnTo>
                  <a:pt x="266700" y="37973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806320" y="2599435"/>
            <a:ext cx="433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379214" y="2903220"/>
            <a:ext cx="1161415" cy="114300"/>
          </a:xfrm>
          <a:custGeom>
            <a:avLst/>
            <a:gdLst/>
            <a:ahLst/>
            <a:cxnLst/>
            <a:rect l="l" t="t" r="r" b="b"/>
            <a:pathLst>
              <a:path w="1161414" h="114300">
                <a:moveTo>
                  <a:pt x="1046988" y="0"/>
                </a:moveTo>
                <a:lnTo>
                  <a:pt x="1046988" y="114300"/>
                </a:lnTo>
                <a:lnTo>
                  <a:pt x="1123188" y="76200"/>
                </a:lnTo>
                <a:lnTo>
                  <a:pt x="1066038" y="76200"/>
                </a:lnTo>
                <a:lnTo>
                  <a:pt x="1066038" y="38100"/>
                </a:lnTo>
                <a:lnTo>
                  <a:pt x="1123188" y="38100"/>
                </a:lnTo>
                <a:lnTo>
                  <a:pt x="1046988" y="0"/>
                </a:lnTo>
                <a:close/>
              </a:path>
              <a:path w="1161414" h="114300">
                <a:moveTo>
                  <a:pt x="10469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6988" y="76200"/>
                </a:lnTo>
                <a:lnTo>
                  <a:pt x="1046988" y="38100"/>
                </a:lnTo>
                <a:close/>
              </a:path>
              <a:path w="1161414" h="114300">
                <a:moveTo>
                  <a:pt x="1123188" y="38100"/>
                </a:moveTo>
                <a:lnTo>
                  <a:pt x="1066038" y="38100"/>
                </a:lnTo>
                <a:lnTo>
                  <a:pt x="1066038" y="76200"/>
                </a:lnTo>
                <a:lnTo>
                  <a:pt x="1123188" y="76200"/>
                </a:lnTo>
                <a:lnTo>
                  <a:pt x="1161288" y="57150"/>
                </a:lnTo>
                <a:lnTo>
                  <a:pt x="11231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897882" y="2640838"/>
            <a:ext cx="1708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848861" y="2731770"/>
            <a:ext cx="542925" cy="504825"/>
          </a:xfrm>
          <a:custGeom>
            <a:avLst/>
            <a:gdLst/>
            <a:ahLst/>
            <a:cxnLst/>
            <a:rect l="l" t="t" r="r" b="b"/>
            <a:pathLst>
              <a:path w="542925" h="504825">
                <a:moveTo>
                  <a:pt x="0" y="252221"/>
                </a:moveTo>
                <a:lnTo>
                  <a:pt x="4369" y="206879"/>
                </a:lnTo>
                <a:lnTo>
                  <a:pt x="16966" y="164205"/>
                </a:lnTo>
                <a:lnTo>
                  <a:pt x="37027" y="124911"/>
                </a:lnTo>
                <a:lnTo>
                  <a:pt x="63786" y="89710"/>
                </a:lnTo>
                <a:lnTo>
                  <a:pt x="96478" y="59312"/>
                </a:lnTo>
                <a:lnTo>
                  <a:pt x="134337" y="34431"/>
                </a:lnTo>
                <a:lnTo>
                  <a:pt x="176600" y="15777"/>
                </a:lnTo>
                <a:lnTo>
                  <a:pt x="222499" y="4062"/>
                </a:lnTo>
                <a:lnTo>
                  <a:pt x="271272" y="0"/>
                </a:lnTo>
                <a:lnTo>
                  <a:pt x="320044" y="4062"/>
                </a:lnTo>
                <a:lnTo>
                  <a:pt x="365943" y="15777"/>
                </a:lnTo>
                <a:lnTo>
                  <a:pt x="408206" y="34431"/>
                </a:lnTo>
                <a:lnTo>
                  <a:pt x="446065" y="59312"/>
                </a:lnTo>
                <a:lnTo>
                  <a:pt x="478757" y="89710"/>
                </a:lnTo>
                <a:lnTo>
                  <a:pt x="505516" y="124911"/>
                </a:lnTo>
                <a:lnTo>
                  <a:pt x="525577" y="164205"/>
                </a:lnTo>
                <a:lnTo>
                  <a:pt x="538174" y="206879"/>
                </a:lnTo>
                <a:lnTo>
                  <a:pt x="542543" y="252221"/>
                </a:lnTo>
                <a:lnTo>
                  <a:pt x="538174" y="297564"/>
                </a:lnTo>
                <a:lnTo>
                  <a:pt x="525577" y="340238"/>
                </a:lnTo>
                <a:lnTo>
                  <a:pt x="505516" y="379532"/>
                </a:lnTo>
                <a:lnTo>
                  <a:pt x="478757" y="414733"/>
                </a:lnTo>
                <a:lnTo>
                  <a:pt x="446065" y="445131"/>
                </a:lnTo>
                <a:lnTo>
                  <a:pt x="408206" y="470012"/>
                </a:lnTo>
                <a:lnTo>
                  <a:pt x="365943" y="488666"/>
                </a:lnTo>
                <a:lnTo>
                  <a:pt x="320044" y="500381"/>
                </a:lnTo>
                <a:lnTo>
                  <a:pt x="271272" y="504443"/>
                </a:lnTo>
                <a:lnTo>
                  <a:pt x="222499" y="500381"/>
                </a:lnTo>
                <a:lnTo>
                  <a:pt x="176600" y="488666"/>
                </a:lnTo>
                <a:lnTo>
                  <a:pt x="134337" y="470012"/>
                </a:lnTo>
                <a:lnTo>
                  <a:pt x="96478" y="445131"/>
                </a:lnTo>
                <a:lnTo>
                  <a:pt x="63786" y="414733"/>
                </a:lnTo>
                <a:lnTo>
                  <a:pt x="37027" y="379532"/>
                </a:lnTo>
                <a:lnTo>
                  <a:pt x="16966" y="340238"/>
                </a:lnTo>
                <a:lnTo>
                  <a:pt x="4369" y="297564"/>
                </a:lnTo>
                <a:lnTo>
                  <a:pt x="0" y="252221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495290" y="2644139"/>
            <a:ext cx="633095" cy="593090"/>
          </a:xfrm>
          <a:custGeom>
            <a:avLst/>
            <a:gdLst/>
            <a:ahLst/>
            <a:cxnLst/>
            <a:rect l="l" t="t" r="r" b="b"/>
            <a:pathLst>
              <a:path w="633095" h="593089">
                <a:moveTo>
                  <a:pt x="315595" y="0"/>
                </a:moveTo>
                <a:lnTo>
                  <a:pt x="267843" y="3810"/>
                </a:lnTo>
                <a:lnTo>
                  <a:pt x="221361" y="13969"/>
                </a:lnTo>
                <a:lnTo>
                  <a:pt x="165100" y="36829"/>
                </a:lnTo>
                <a:lnTo>
                  <a:pt x="114681" y="68579"/>
                </a:lnTo>
                <a:lnTo>
                  <a:pt x="71882" y="109219"/>
                </a:lnTo>
                <a:lnTo>
                  <a:pt x="38354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1" y="283210"/>
                </a:lnTo>
                <a:lnTo>
                  <a:pt x="0" y="298450"/>
                </a:lnTo>
                <a:lnTo>
                  <a:pt x="381" y="313689"/>
                </a:lnTo>
                <a:lnTo>
                  <a:pt x="6858" y="358139"/>
                </a:lnTo>
                <a:lnTo>
                  <a:pt x="20065" y="401319"/>
                </a:lnTo>
                <a:lnTo>
                  <a:pt x="40132" y="441960"/>
                </a:lnTo>
                <a:lnTo>
                  <a:pt x="74930" y="488950"/>
                </a:lnTo>
                <a:lnTo>
                  <a:pt x="117983" y="528319"/>
                </a:lnTo>
                <a:lnTo>
                  <a:pt x="168656" y="558800"/>
                </a:lnTo>
                <a:lnTo>
                  <a:pt x="224155" y="580389"/>
                </a:lnTo>
                <a:lnTo>
                  <a:pt x="239395" y="585469"/>
                </a:lnTo>
                <a:lnTo>
                  <a:pt x="254254" y="588010"/>
                </a:lnTo>
                <a:lnTo>
                  <a:pt x="270129" y="590550"/>
                </a:lnTo>
                <a:lnTo>
                  <a:pt x="301625" y="593089"/>
                </a:lnTo>
                <a:lnTo>
                  <a:pt x="333501" y="593089"/>
                </a:lnTo>
                <a:lnTo>
                  <a:pt x="365125" y="590550"/>
                </a:lnTo>
                <a:lnTo>
                  <a:pt x="380746" y="588010"/>
                </a:lnTo>
                <a:lnTo>
                  <a:pt x="395605" y="584200"/>
                </a:lnTo>
                <a:lnTo>
                  <a:pt x="411734" y="580389"/>
                </a:lnTo>
                <a:lnTo>
                  <a:pt x="440563" y="570229"/>
                </a:lnTo>
                <a:lnTo>
                  <a:pt x="454279" y="563879"/>
                </a:lnTo>
                <a:lnTo>
                  <a:pt x="302133" y="563879"/>
                </a:lnTo>
                <a:lnTo>
                  <a:pt x="273431" y="561339"/>
                </a:lnTo>
                <a:lnTo>
                  <a:pt x="231775" y="552450"/>
                </a:lnTo>
                <a:lnTo>
                  <a:pt x="180721" y="532129"/>
                </a:lnTo>
                <a:lnTo>
                  <a:pt x="135000" y="504189"/>
                </a:lnTo>
                <a:lnTo>
                  <a:pt x="96012" y="468629"/>
                </a:lnTo>
                <a:lnTo>
                  <a:pt x="64897" y="425450"/>
                </a:lnTo>
                <a:lnTo>
                  <a:pt x="47244" y="389889"/>
                </a:lnTo>
                <a:lnTo>
                  <a:pt x="35560" y="351789"/>
                </a:lnTo>
                <a:lnTo>
                  <a:pt x="29972" y="311150"/>
                </a:lnTo>
                <a:lnTo>
                  <a:pt x="29625" y="298450"/>
                </a:lnTo>
                <a:lnTo>
                  <a:pt x="29625" y="295910"/>
                </a:lnTo>
                <a:lnTo>
                  <a:pt x="32893" y="256539"/>
                </a:lnTo>
                <a:lnTo>
                  <a:pt x="42418" y="218439"/>
                </a:lnTo>
                <a:lnTo>
                  <a:pt x="58038" y="181610"/>
                </a:lnTo>
                <a:lnTo>
                  <a:pt x="78486" y="148589"/>
                </a:lnTo>
                <a:lnTo>
                  <a:pt x="113664" y="107950"/>
                </a:lnTo>
                <a:lnTo>
                  <a:pt x="155956" y="76200"/>
                </a:lnTo>
                <a:lnTo>
                  <a:pt x="204470" y="50800"/>
                </a:lnTo>
                <a:lnTo>
                  <a:pt x="244601" y="38100"/>
                </a:lnTo>
                <a:lnTo>
                  <a:pt x="301371" y="30479"/>
                </a:lnTo>
                <a:lnTo>
                  <a:pt x="455210" y="30479"/>
                </a:lnTo>
                <a:lnTo>
                  <a:pt x="436752" y="22860"/>
                </a:lnTo>
                <a:lnTo>
                  <a:pt x="408813" y="12700"/>
                </a:lnTo>
                <a:lnTo>
                  <a:pt x="393573" y="8889"/>
                </a:lnTo>
                <a:lnTo>
                  <a:pt x="347599" y="1269"/>
                </a:lnTo>
                <a:lnTo>
                  <a:pt x="331343" y="1269"/>
                </a:lnTo>
                <a:lnTo>
                  <a:pt x="315595" y="0"/>
                </a:lnTo>
                <a:close/>
              </a:path>
              <a:path w="633095" h="593089">
                <a:moveTo>
                  <a:pt x="455210" y="30479"/>
                </a:moveTo>
                <a:lnTo>
                  <a:pt x="330835" y="30479"/>
                </a:lnTo>
                <a:lnTo>
                  <a:pt x="359663" y="33019"/>
                </a:lnTo>
                <a:lnTo>
                  <a:pt x="387476" y="38100"/>
                </a:lnTo>
                <a:lnTo>
                  <a:pt x="427227" y="50800"/>
                </a:lnTo>
                <a:lnTo>
                  <a:pt x="475869" y="74929"/>
                </a:lnTo>
                <a:lnTo>
                  <a:pt x="518413" y="107950"/>
                </a:lnTo>
                <a:lnTo>
                  <a:pt x="553593" y="147319"/>
                </a:lnTo>
                <a:lnTo>
                  <a:pt x="574675" y="180339"/>
                </a:lnTo>
                <a:lnTo>
                  <a:pt x="590296" y="217169"/>
                </a:lnTo>
                <a:lnTo>
                  <a:pt x="599948" y="256539"/>
                </a:lnTo>
                <a:lnTo>
                  <a:pt x="603330" y="295910"/>
                </a:lnTo>
                <a:lnTo>
                  <a:pt x="603338" y="298450"/>
                </a:lnTo>
                <a:lnTo>
                  <a:pt x="602996" y="309879"/>
                </a:lnTo>
                <a:lnTo>
                  <a:pt x="597535" y="350519"/>
                </a:lnTo>
                <a:lnTo>
                  <a:pt x="585977" y="388619"/>
                </a:lnTo>
                <a:lnTo>
                  <a:pt x="568579" y="424179"/>
                </a:lnTo>
                <a:lnTo>
                  <a:pt x="537972" y="467360"/>
                </a:lnTo>
                <a:lnTo>
                  <a:pt x="499110" y="502919"/>
                </a:lnTo>
                <a:lnTo>
                  <a:pt x="453517" y="532129"/>
                </a:lnTo>
                <a:lnTo>
                  <a:pt x="402209" y="552450"/>
                </a:lnTo>
                <a:lnTo>
                  <a:pt x="388238" y="554989"/>
                </a:lnTo>
                <a:lnTo>
                  <a:pt x="374523" y="558800"/>
                </a:lnTo>
                <a:lnTo>
                  <a:pt x="360299" y="561339"/>
                </a:lnTo>
                <a:lnTo>
                  <a:pt x="331470" y="563879"/>
                </a:lnTo>
                <a:lnTo>
                  <a:pt x="454279" y="563879"/>
                </a:lnTo>
                <a:lnTo>
                  <a:pt x="494030" y="542289"/>
                </a:lnTo>
                <a:lnTo>
                  <a:pt x="540638" y="506729"/>
                </a:lnTo>
                <a:lnTo>
                  <a:pt x="579247" y="462279"/>
                </a:lnTo>
                <a:lnTo>
                  <a:pt x="601472" y="426719"/>
                </a:lnTo>
                <a:lnTo>
                  <a:pt x="618871" y="384810"/>
                </a:lnTo>
                <a:lnTo>
                  <a:pt x="629412" y="341629"/>
                </a:lnTo>
                <a:lnTo>
                  <a:pt x="632968" y="295910"/>
                </a:lnTo>
                <a:lnTo>
                  <a:pt x="632460" y="280669"/>
                </a:lnTo>
                <a:lnTo>
                  <a:pt x="626110" y="234950"/>
                </a:lnTo>
                <a:lnTo>
                  <a:pt x="613029" y="193039"/>
                </a:lnTo>
                <a:lnTo>
                  <a:pt x="592836" y="152400"/>
                </a:lnTo>
                <a:lnTo>
                  <a:pt x="558164" y="105410"/>
                </a:lnTo>
                <a:lnTo>
                  <a:pt x="514985" y="66039"/>
                </a:lnTo>
                <a:lnTo>
                  <a:pt x="464438" y="34289"/>
                </a:lnTo>
                <a:lnTo>
                  <a:pt x="455210" y="30479"/>
                </a:lnTo>
                <a:close/>
              </a:path>
              <a:path w="633095" h="593089">
                <a:moveTo>
                  <a:pt x="330200" y="59689"/>
                </a:moveTo>
                <a:lnTo>
                  <a:pt x="303657" y="59689"/>
                </a:lnTo>
                <a:lnTo>
                  <a:pt x="277495" y="62229"/>
                </a:lnTo>
                <a:lnTo>
                  <a:pt x="216662" y="78739"/>
                </a:lnTo>
                <a:lnTo>
                  <a:pt x="172847" y="100329"/>
                </a:lnTo>
                <a:lnTo>
                  <a:pt x="134747" y="129539"/>
                </a:lnTo>
                <a:lnTo>
                  <a:pt x="103377" y="163829"/>
                </a:lnTo>
                <a:lnTo>
                  <a:pt x="79501" y="204469"/>
                </a:lnTo>
                <a:lnTo>
                  <a:pt x="64515" y="248919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3" y="355600"/>
                </a:lnTo>
                <a:lnTo>
                  <a:pt x="84327" y="398779"/>
                </a:lnTo>
                <a:lnTo>
                  <a:pt x="117094" y="447039"/>
                </a:lnTo>
                <a:lnTo>
                  <a:pt x="151892" y="478789"/>
                </a:lnTo>
                <a:lnTo>
                  <a:pt x="192912" y="505460"/>
                </a:lnTo>
                <a:lnTo>
                  <a:pt x="251460" y="527050"/>
                </a:lnTo>
                <a:lnTo>
                  <a:pt x="302768" y="534669"/>
                </a:lnTo>
                <a:lnTo>
                  <a:pt x="329438" y="534669"/>
                </a:lnTo>
                <a:lnTo>
                  <a:pt x="380746" y="527050"/>
                </a:lnTo>
                <a:lnTo>
                  <a:pt x="438912" y="505460"/>
                </a:lnTo>
                <a:lnTo>
                  <a:pt x="441268" y="504189"/>
                </a:lnTo>
                <a:lnTo>
                  <a:pt x="291973" y="504189"/>
                </a:lnTo>
                <a:lnTo>
                  <a:pt x="280035" y="502919"/>
                </a:lnTo>
                <a:lnTo>
                  <a:pt x="269239" y="500379"/>
                </a:lnTo>
                <a:lnTo>
                  <a:pt x="257556" y="497839"/>
                </a:lnTo>
                <a:lnTo>
                  <a:pt x="247014" y="495300"/>
                </a:lnTo>
                <a:lnTo>
                  <a:pt x="205105" y="478789"/>
                </a:lnTo>
                <a:lnTo>
                  <a:pt x="168783" y="454660"/>
                </a:lnTo>
                <a:lnTo>
                  <a:pt x="138175" y="426719"/>
                </a:lnTo>
                <a:lnTo>
                  <a:pt x="114554" y="392429"/>
                </a:lnTo>
                <a:lnTo>
                  <a:pt x="98425" y="356869"/>
                </a:lnTo>
                <a:lnTo>
                  <a:pt x="89788" y="316229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224" y="165100"/>
                </a:lnTo>
                <a:lnTo>
                  <a:pt x="172085" y="135889"/>
                </a:lnTo>
                <a:lnTo>
                  <a:pt x="208534" y="114300"/>
                </a:lnTo>
                <a:lnTo>
                  <a:pt x="249809" y="97789"/>
                </a:lnTo>
                <a:lnTo>
                  <a:pt x="270763" y="93979"/>
                </a:lnTo>
                <a:lnTo>
                  <a:pt x="282194" y="91439"/>
                </a:lnTo>
                <a:lnTo>
                  <a:pt x="305815" y="88900"/>
                </a:lnTo>
                <a:lnTo>
                  <a:pt x="440182" y="88900"/>
                </a:lnTo>
                <a:lnTo>
                  <a:pt x="417575" y="78739"/>
                </a:lnTo>
                <a:lnTo>
                  <a:pt x="381508" y="67310"/>
                </a:lnTo>
                <a:lnTo>
                  <a:pt x="356108" y="62229"/>
                </a:lnTo>
                <a:lnTo>
                  <a:pt x="330200" y="59689"/>
                </a:lnTo>
                <a:close/>
              </a:path>
              <a:path w="633095" h="593089">
                <a:moveTo>
                  <a:pt x="440182" y="88900"/>
                </a:moveTo>
                <a:lnTo>
                  <a:pt x="317373" y="88900"/>
                </a:lnTo>
                <a:lnTo>
                  <a:pt x="329564" y="90169"/>
                </a:lnTo>
                <a:lnTo>
                  <a:pt x="340995" y="90169"/>
                </a:lnTo>
                <a:lnTo>
                  <a:pt x="352679" y="91439"/>
                </a:lnTo>
                <a:lnTo>
                  <a:pt x="408050" y="106679"/>
                </a:lnTo>
                <a:lnTo>
                  <a:pt x="446786" y="127000"/>
                </a:lnTo>
                <a:lnTo>
                  <a:pt x="480313" y="152400"/>
                </a:lnTo>
                <a:lnTo>
                  <a:pt x="507364" y="184150"/>
                </a:lnTo>
                <a:lnTo>
                  <a:pt x="522732" y="209550"/>
                </a:lnTo>
                <a:lnTo>
                  <a:pt x="527304" y="218439"/>
                </a:lnTo>
                <a:lnTo>
                  <a:pt x="539876" y="256539"/>
                </a:lnTo>
                <a:lnTo>
                  <a:pt x="544068" y="298450"/>
                </a:lnTo>
                <a:lnTo>
                  <a:pt x="543687" y="308610"/>
                </a:lnTo>
                <a:lnTo>
                  <a:pt x="536829" y="349250"/>
                </a:lnTo>
                <a:lnTo>
                  <a:pt x="526288" y="377189"/>
                </a:lnTo>
                <a:lnTo>
                  <a:pt x="521843" y="387350"/>
                </a:lnTo>
                <a:lnTo>
                  <a:pt x="491744" y="429260"/>
                </a:lnTo>
                <a:lnTo>
                  <a:pt x="461010" y="457200"/>
                </a:lnTo>
                <a:lnTo>
                  <a:pt x="424434" y="480060"/>
                </a:lnTo>
                <a:lnTo>
                  <a:pt x="383159" y="495300"/>
                </a:lnTo>
                <a:lnTo>
                  <a:pt x="339089" y="504189"/>
                </a:lnTo>
                <a:lnTo>
                  <a:pt x="441268" y="504189"/>
                </a:lnTo>
                <a:lnTo>
                  <a:pt x="480060" y="480060"/>
                </a:lnTo>
                <a:lnTo>
                  <a:pt x="514858" y="448310"/>
                </a:lnTo>
                <a:lnTo>
                  <a:pt x="542671" y="410210"/>
                </a:lnTo>
                <a:lnTo>
                  <a:pt x="562101" y="368300"/>
                </a:lnTo>
                <a:lnTo>
                  <a:pt x="572262" y="321310"/>
                </a:lnTo>
                <a:lnTo>
                  <a:pt x="573630" y="295910"/>
                </a:lnTo>
                <a:lnTo>
                  <a:pt x="573405" y="285750"/>
                </a:lnTo>
                <a:lnTo>
                  <a:pt x="565785" y="238760"/>
                </a:lnTo>
                <a:lnTo>
                  <a:pt x="548639" y="194310"/>
                </a:lnTo>
                <a:lnTo>
                  <a:pt x="515874" y="147319"/>
                </a:lnTo>
                <a:lnTo>
                  <a:pt x="481075" y="114300"/>
                </a:lnTo>
                <a:lnTo>
                  <a:pt x="461390" y="100329"/>
                </a:lnTo>
                <a:lnTo>
                  <a:pt x="440182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735192" y="276644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376165" y="3585971"/>
            <a:ext cx="1161415" cy="114300"/>
          </a:xfrm>
          <a:custGeom>
            <a:avLst/>
            <a:gdLst/>
            <a:ahLst/>
            <a:cxnLst/>
            <a:rect l="l" t="t" r="r" b="b"/>
            <a:pathLst>
              <a:path w="1161414" h="114300">
                <a:moveTo>
                  <a:pt x="1046988" y="0"/>
                </a:moveTo>
                <a:lnTo>
                  <a:pt x="1046988" y="114300"/>
                </a:lnTo>
                <a:lnTo>
                  <a:pt x="1123188" y="76200"/>
                </a:lnTo>
                <a:lnTo>
                  <a:pt x="1066038" y="76200"/>
                </a:lnTo>
                <a:lnTo>
                  <a:pt x="1066038" y="38100"/>
                </a:lnTo>
                <a:lnTo>
                  <a:pt x="1123188" y="38100"/>
                </a:lnTo>
                <a:lnTo>
                  <a:pt x="1046988" y="0"/>
                </a:lnTo>
                <a:close/>
              </a:path>
              <a:path w="1161414" h="114300">
                <a:moveTo>
                  <a:pt x="10469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6988" y="76200"/>
                </a:lnTo>
                <a:lnTo>
                  <a:pt x="1046988" y="38100"/>
                </a:lnTo>
                <a:close/>
              </a:path>
              <a:path w="1161414" h="114300">
                <a:moveTo>
                  <a:pt x="1123188" y="38100"/>
                </a:moveTo>
                <a:lnTo>
                  <a:pt x="1066038" y="38100"/>
                </a:lnTo>
                <a:lnTo>
                  <a:pt x="1066038" y="76200"/>
                </a:lnTo>
                <a:lnTo>
                  <a:pt x="1123188" y="76200"/>
                </a:lnTo>
                <a:lnTo>
                  <a:pt x="1161288" y="57150"/>
                </a:lnTo>
                <a:lnTo>
                  <a:pt x="11231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903723" y="3323589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854958" y="3403853"/>
            <a:ext cx="542925" cy="506095"/>
          </a:xfrm>
          <a:custGeom>
            <a:avLst/>
            <a:gdLst/>
            <a:ahLst/>
            <a:cxnLst/>
            <a:rect l="l" t="t" r="r" b="b"/>
            <a:pathLst>
              <a:path w="542925" h="506095">
                <a:moveTo>
                  <a:pt x="0" y="252984"/>
                </a:moveTo>
                <a:lnTo>
                  <a:pt x="4369" y="207514"/>
                </a:lnTo>
                <a:lnTo>
                  <a:pt x="16966" y="164717"/>
                </a:lnTo>
                <a:lnTo>
                  <a:pt x="37027" y="125306"/>
                </a:lnTo>
                <a:lnTo>
                  <a:pt x="63786" y="89997"/>
                </a:lnTo>
                <a:lnTo>
                  <a:pt x="96478" y="59504"/>
                </a:lnTo>
                <a:lnTo>
                  <a:pt x="134337" y="34543"/>
                </a:lnTo>
                <a:lnTo>
                  <a:pt x="176600" y="15829"/>
                </a:lnTo>
                <a:lnTo>
                  <a:pt x="222499" y="4076"/>
                </a:lnTo>
                <a:lnTo>
                  <a:pt x="271271" y="0"/>
                </a:lnTo>
                <a:lnTo>
                  <a:pt x="320044" y="4076"/>
                </a:lnTo>
                <a:lnTo>
                  <a:pt x="365943" y="15829"/>
                </a:lnTo>
                <a:lnTo>
                  <a:pt x="408206" y="34544"/>
                </a:lnTo>
                <a:lnTo>
                  <a:pt x="446065" y="59504"/>
                </a:lnTo>
                <a:lnTo>
                  <a:pt x="478757" y="89997"/>
                </a:lnTo>
                <a:lnTo>
                  <a:pt x="505516" y="125306"/>
                </a:lnTo>
                <a:lnTo>
                  <a:pt x="525577" y="164717"/>
                </a:lnTo>
                <a:lnTo>
                  <a:pt x="538174" y="207514"/>
                </a:lnTo>
                <a:lnTo>
                  <a:pt x="542543" y="252984"/>
                </a:lnTo>
                <a:lnTo>
                  <a:pt x="538174" y="298453"/>
                </a:lnTo>
                <a:lnTo>
                  <a:pt x="525577" y="341250"/>
                </a:lnTo>
                <a:lnTo>
                  <a:pt x="505516" y="380661"/>
                </a:lnTo>
                <a:lnTo>
                  <a:pt x="478757" y="415970"/>
                </a:lnTo>
                <a:lnTo>
                  <a:pt x="446065" y="446463"/>
                </a:lnTo>
                <a:lnTo>
                  <a:pt x="408206" y="471424"/>
                </a:lnTo>
                <a:lnTo>
                  <a:pt x="365943" y="490138"/>
                </a:lnTo>
                <a:lnTo>
                  <a:pt x="320044" y="501891"/>
                </a:lnTo>
                <a:lnTo>
                  <a:pt x="271271" y="505968"/>
                </a:lnTo>
                <a:lnTo>
                  <a:pt x="222499" y="501891"/>
                </a:lnTo>
                <a:lnTo>
                  <a:pt x="176600" y="490138"/>
                </a:lnTo>
                <a:lnTo>
                  <a:pt x="134337" y="471424"/>
                </a:lnTo>
                <a:lnTo>
                  <a:pt x="96478" y="446463"/>
                </a:lnTo>
                <a:lnTo>
                  <a:pt x="63786" y="415970"/>
                </a:lnTo>
                <a:lnTo>
                  <a:pt x="37027" y="380661"/>
                </a:lnTo>
                <a:lnTo>
                  <a:pt x="16966" y="341250"/>
                </a:lnTo>
                <a:lnTo>
                  <a:pt x="4369" y="298453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492241" y="3325621"/>
            <a:ext cx="633095" cy="594360"/>
          </a:xfrm>
          <a:custGeom>
            <a:avLst/>
            <a:gdLst/>
            <a:ahLst/>
            <a:cxnLst/>
            <a:rect l="l" t="t" r="r" b="b"/>
            <a:pathLst>
              <a:path w="633095" h="594360">
                <a:moveTo>
                  <a:pt x="331343" y="0"/>
                </a:moveTo>
                <a:lnTo>
                  <a:pt x="299085" y="0"/>
                </a:lnTo>
                <a:lnTo>
                  <a:pt x="283463" y="1269"/>
                </a:lnTo>
                <a:lnTo>
                  <a:pt x="252222" y="6350"/>
                </a:lnTo>
                <a:lnTo>
                  <a:pt x="237362" y="10159"/>
                </a:lnTo>
                <a:lnTo>
                  <a:pt x="221234" y="13969"/>
                </a:lnTo>
                <a:lnTo>
                  <a:pt x="164973" y="36829"/>
                </a:lnTo>
                <a:lnTo>
                  <a:pt x="114681" y="68579"/>
                </a:lnTo>
                <a:lnTo>
                  <a:pt x="71882" y="109219"/>
                </a:lnTo>
                <a:lnTo>
                  <a:pt x="38354" y="156209"/>
                </a:lnTo>
                <a:lnTo>
                  <a:pt x="19177" y="195579"/>
                </a:lnTo>
                <a:lnTo>
                  <a:pt x="6350" y="238759"/>
                </a:lnTo>
                <a:lnTo>
                  <a:pt x="381" y="283209"/>
                </a:lnTo>
                <a:lnTo>
                  <a:pt x="0" y="298449"/>
                </a:lnTo>
                <a:lnTo>
                  <a:pt x="381" y="313689"/>
                </a:lnTo>
                <a:lnTo>
                  <a:pt x="6858" y="359409"/>
                </a:lnTo>
                <a:lnTo>
                  <a:pt x="19938" y="401319"/>
                </a:lnTo>
                <a:lnTo>
                  <a:pt x="40132" y="441959"/>
                </a:lnTo>
                <a:lnTo>
                  <a:pt x="74803" y="490219"/>
                </a:lnTo>
                <a:lnTo>
                  <a:pt x="118110" y="529589"/>
                </a:lnTo>
                <a:lnTo>
                  <a:pt x="168656" y="560069"/>
                </a:lnTo>
                <a:lnTo>
                  <a:pt x="224409" y="581659"/>
                </a:lnTo>
                <a:lnTo>
                  <a:pt x="269748" y="591819"/>
                </a:lnTo>
                <a:lnTo>
                  <a:pt x="301625" y="594359"/>
                </a:lnTo>
                <a:lnTo>
                  <a:pt x="333502" y="594359"/>
                </a:lnTo>
                <a:lnTo>
                  <a:pt x="365125" y="591819"/>
                </a:lnTo>
                <a:lnTo>
                  <a:pt x="380746" y="589279"/>
                </a:lnTo>
                <a:lnTo>
                  <a:pt x="395859" y="585469"/>
                </a:lnTo>
                <a:lnTo>
                  <a:pt x="411734" y="581659"/>
                </a:lnTo>
                <a:lnTo>
                  <a:pt x="440563" y="571499"/>
                </a:lnTo>
                <a:lnTo>
                  <a:pt x="454342" y="565149"/>
                </a:lnTo>
                <a:lnTo>
                  <a:pt x="302133" y="565149"/>
                </a:lnTo>
                <a:lnTo>
                  <a:pt x="273304" y="562609"/>
                </a:lnTo>
                <a:lnTo>
                  <a:pt x="231902" y="553719"/>
                </a:lnTo>
                <a:lnTo>
                  <a:pt x="180721" y="533399"/>
                </a:lnTo>
                <a:lnTo>
                  <a:pt x="135000" y="505459"/>
                </a:lnTo>
                <a:lnTo>
                  <a:pt x="96012" y="468629"/>
                </a:lnTo>
                <a:lnTo>
                  <a:pt x="64897" y="426719"/>
                </a:lnTo>
                <a:lnTo>
                  <a:pt x="47244" y="389889"/>
                </a:lnTo>
                <a:lnTo>
                  <a:pt x="35560" y="351789"/>
                </a:lnTo>
                <a:lnTo>
                  <a:pt x="29972" y="311149"/>
                </a:lnTo>
                <a:lnTo>
                  <a:pt x="29591" y="298449"/>
                </a:lnTo>
                <a:lnTo>
                  <a:pt x="29972" y="284479"/>
                </a:lnTo>
                <a:lnTo>
                  <a:pt x="35433" y="243839"/>
                </a:lnTo>
                <a:lnTo>
                  <a:pt x="46990" y="205739"/>
                </a:lnTo>
                <a:lnTo>
                  <a:pt x="64262" y="170179"/>
                </a:lnTo>
                <a:lnTo>
                  <a:pt x="94996" y="127000"/>
                </a:lnTo>
                <a:lnTo>
                  <a:pt x="133858" y="91439"/>
                </a:lnTo>
                <a:lnTo>
                  <a:pt x="179578" y="62229"/>
                </a:lnTo>
                <a:lnTo>
                  <a:pt x="230759" y="41909"/>
                </a:lnTo>
                <a:lnTo>
                  <a:pt x="272669" y="33019"/>
                </a:lnTo>
                <a:lnTo>
                  <a:pt x="316230" y="29209"/>
                </a:lnTo>
                <a:lnTo>
                  <a:pt x="452190" y="29209"/>
                </a:lnTo>
                <a:lnTo>
                  <a:pt x="436880" y="22859"/>
                </a:lnTo>
                <a:lnTo>
                  <a:pt x="408559" y="12700"/>
                </a:lnTo>
                <a:lnTo>
                  <a:pt x="393954" y="8889"/>
                </a:lnTo>
                <a:lnTo>
                  <a:pt x="347599" y="1269"/>
                </a:lnTo>
                <a:lnTo>
                  <a:pt x="331343" y="0"/>
                </a:lnTo>
                <a:close/>
              </a:path>
              <a:path w="633095" h="594360">
                <a:moveTo>
                  <a:pt x="452190" y="29209"/>
                </a:moveTo>
                <a:lnTo>
                  <a:pt x="316230" y="29209"/>
                </a:lnTo>
                <a:lnTo>
                  <a:pt x="330835" y="30479"/>
                </a:lnTo>
                <a:lnTo>
                  <a:pt x="345440" y="30479"/>
                </a:lnTo>
                <a:lnTo>
                  <a:pt x="387604" y="38100"/>
                </a:lnTo>
                <a:lnTo>
                  <a:pt x="427228" y="50800"/>
                </a:lnTo>
                <a:lnTo>
                  <a:pt x="475869" y="74929"/>
                </a:lnTo>
                <a:lnTo>
                  <a:pt x="518413" y="106679"/>
                </a:lnTo>
                <a:lnTo>
                  <a:pt x="553593" y="147319"/>
                </a:lnTo>
                <a:lnTo>
                  <a:pt x="574675" y="180339"/>
                </a:lnTo>
                <a:lnTo>
                  <a:pt x="590296" y="217169"/>
                </a:lnTo>
                <a:lnTo>
                  <a:pt x="599948" y="256539"/>
                </a:lnTo>
                <a:lnTo>
                  <a:pt x="603330" y="295909"/>
                </a:lnTo>
                <a:lnTo>
                  <a:pt x="603342" y="298449"/>
                </a:lnTo>
                <a:lnTo>
                  <a:pt x="602996" y="311149"/>
                </a:lnTo>
                <a:lnTo>
                  <a:pt x="597535" y="351789"/>
                </a:lnTo>
                <a:lnTo>
                  <a:pt x="585978" y="389889"/>
                </a:lnTo>
                <a:lnTo>
                  <a:pt x="568579" y="425449"/>
                </a:lnTo>
                <a:lnTo>
                  <a:pt x="537972" y="467359"/>
                </a:lnTo>
                <a:lnTo>
                  <a:pt x="499110" y="504189"/>
                </a:lnTo>
                <a:lnTo>
                  <a:pt x="453517" y="533399"/>
                </a:lnTo>
                <a:lnTo>
                  <a:pt x="402209" y="553719"/>
                </a:lnTo>
                <a:lnTo>
                  <a:pt x="388238" y="556259"/>
                </a:lnTo>
                <a:lnTo>
                  <a:pt x="374523" y="560069"/>
                </a:lnTo>
                <a:lnTo>
                  <a:pt x="360299" y="562609"/>
                </a:lnTo>
                <a:lnTo>
                  <a:pt x="331470" y="565149"/>
                </a:lnTo>
                <a:lnTo>
                  <a:pt x="454342" y="565149"/>
                </a:lnTo>
                <a:lnTo>
                  <a:pt x="494030" y="543559"/>
                </a:lnTo>
                <a:lnTo>
                  <a:pt x="540766" y="507999"/>
                </a:lnTo>
                <a:lnTo>
                  <a:pt x="579247" y="463549"/>
                </a:lnTo>
                <a:lnTo>
                  <a:pt x="601599" y="426719"/>
                </a:lnTo>
                <a:lnTo>
                  <a:pt x="618871" y="386079"/>
                </a:lnTo>
                <a:lnTo>
                  <a:pt x="629412" y="341629"/>
                </a:lnTo>
                <a:lnTo>
                  <a:pt x="632968" y="295909"/>
                </a:lnTo>
                <a:lnTo>
                  <a:pt x="632460" y="280669"/>
                </a:lnTo>
                <a:lnTo>
                  <a:pt x="626110" y="236219"/>
                </a:lnTo>
                <a:lnTo>
                  <a:pt x="612902" y="193039"/>
                </a:lnTo>
                <a:lnTo>
                  <a:pt x="592836" y="152400"/>
                </a:lnTo>
                <a:lnTo>
                  <a:pt x="558292" y="105409"/>
                </a:lnTo>
                <a:lnTo>
                  <a:pt x="514985" y="66039"/>
                </a:lnTo>
                <a:lnTo>
                  <a:pt x="464438" y="34289"/>
                </a:lnTo>
                <a:lnTo>
                  <a:pt x="452190" y="29209"/>
                </a:lnTo>
                <a:close/>
              </a:path>
              <a:path w="633095" h="594360">
                <a:moveTo>
                  <a:pt x="330200" y="59689"/>
                </a:moveTo>
                <a:lnTo>
                  <a:pt x="303657" y="59689"/>
                </a:lnTo>
                <a:lnTo>
                  <a:pt x="277495" y="62229"/>
                </a:lnTo>
                <a:lnTo>
                  <a:pt x="216662" y="77469"/>
                </a:lnTo>
                <a:lnTo>
                  <a:pt x="172847" y="100329"/>
                </a:lnTo>
                <a:lnTo>
                  <a:pt x="134747" y="129539"/>
                </a:lnTo>
                <a:lnTo>
                  <a:pt x="103378" y="163829"/>
                </a:lnTo>
                <a:lnTo>
                  <a:pt x="79375" y="204469"/>
                </a:lnTo>
                <a:lnTo>
                  <a:pt x="64516" y="248919"/>
                </a:lnTo>
                <a:lnTo>
                  <a:pt x="59347" y="295909"/>
                </a:lnTo>
                <a:lnTo>
                  <a:pt x="59334" y="298449"/>
                </a:lnTo>
                <a:lnTo>
                  <a:pt x="59562" y="309879"/>
                </a:lnTo>
                <a:lnTo>
                  <a:pt x="67183" y="356869"/>
                </a:lnTo>
                <a:lnTo>
                  <a:pt x="84328" y="400049"/>
                </a:lnTo>
                <a:lnTo>
                  <a:pt x="117094" y="448309"/>
                </a:lnTo>
                <a:lnTo>
                  <a:pt x="151892" y="480059"/>
                </a:lnTo>
                <a:lnTo>
                  <a:pt x="192912" y="506729"/>
                </a:lnTo>
                <a:lnTo>
                  <a:pt x="251587" y="528319"/>
                </a:lnTo>
                <a:lnTo>
                  <a:pt x="302768" y="535939"/>
                </a:lnTo>
                <a:lnTo>
                  <a:pt x="329438" y="535939"/>
                </a:lnTo>
                <a:lnTo>
                  <a:pt x="380746" y="528319"/>
                </a:lnTo>
                <a:lnTo>
                  <a:pt x="438912" y="506729"/>
                </a:lnTo>
                <a:lnTo>
                  <a:pt x="441268" y="505459"/>
                </a:lnTo>
                <a:lnTo>
                  <a:pt x="291973" y="505459"/>
                </a:lnTo>
                <a:lnTo>
                  <a:pt x="280288" y="502919"/>
                </a:lnTo>
                <a:lnTo>
                  <a:pt x="224917" y="488949"/>
                </a:lnTo>
                <a:lnTo>
                  <a:pt x="186182" y="468629"/>
                </a:lnTo>
                <a:lnTo>
                  <a:pt x="153035" y="441959"/>
                </a:lnTo>
                <a:lnTo>
                  <a:pt x="125603" y="411479"/>
                </a:lnTo>
                <a:lnTo>
                  <a:pt x="105663" y="375919"/>
                </a:lnTo>
                <a:lnTo>
                  <a:pt x="93091" y="337819"/>
                </a:lnTo>
                <a:lnTo>
                  <a:pt x="88900" y="295909"/>
                </a:lnTo>
                <a:lnTo>
                  <a:pt x="89281" y="285749"/>
                </a:lnTo>
                <a:lnTo>
                  <a:pt x="96138" y="245109"/>
                </a:lnTo>
                <a:lnTo>
                  <a:pt x="111252" y="207009"/>
                </a:lnTo>
                <a:lnTo>
                  <a:pt x="141224" y="165100"/>
                </a:lnTo>
                <a:lnTo>
                  <a:pt x="172085" y="135889"/>
                </a:lnTo>
                <a:lnTo>
                  <a:pt x="208661" y="114300"/>
                </a:lnTo>
                <a:lnTo>
                  <a:pt x="250062" y="97789"/>
                </a:lnTo>
                <a:lnTo>
                  <a:pt x="305816" y="88900"/>
                </a:lnTo>
                <a:lnTo>
                  <a:pt x="440182" y="88900"/>
                </a:lnTo>
                <a:lnTo>
                  <a:pt x="417575" y="78739"/>
                </a:lnTo>
                <a:lnTo>
                  <a:pt x="393700" y="69850"/>
                </a:lnTo>
                <a:lnTo>
                  <a:pt x="356108" y="62229"/>
                </a:lnTo>
                <a:lnTo>
                  <a:pt x="330200" y="59689"/>
                </a:lnTo>
                <a:close/>
              </a:path>
              <a:path w="633095" h="594360">
                <a:moveTo>
                  <a:pt x="440182" y="88900"/>
                </a:moveTo>
                <a:lnTo>
                  <a:pt x="329565" y="88900"/>
                </a:lnTo>
                <a:lnTo>
                  <a:pt x="352679" y="91439"/>
                </a:lnTo>
                <a:lnTo>
                  <a:pt x="364236" y="93979"/>
                </a:lnTo>
                <a:lnTo>
                  <a:pt x="375031" y="96519"/>
                </a:lnTo>
                <a:lnTo>
                  <a:pt x="386334" y="99059"/>
                </a:lnTo>
                <a:lnTo>
                  <a:pt x="407924" y="106679"/>
                </a:lnTo>
                <a:lnTo>
                  <a:pt x="446659" y="127000"/>
                </a:lnTo>
                <a:lnTo>
                  <a:pt x="480313" y="152400"/>
                </a:lnTo>
                <a:lnTo>
                  <a:pt x="507365" y="184150"/>
                </a:lnTo>
                <a:lnTo>
                  <a:pt x="527304" y="218439"/>
                </a:lnTo>
                <a:lnTo>
                  <a:pt x="539877" y="257809"/>
                </a:lnTo>
                <a:lnTo>
                  <a:pt x="544068" y="298449"/>
                </a:lnTo>
                <a:lnTo>
                  <a:pt x="543687" y="309879"/>
                </a:lnTo>
                <a:lnTo>
                  <a:pt x="536829" y="350519"/>
                </a:lnTo>
                <a:lnTo>
                  <a:pt x="533781" y="359409"/>
                </a:lnTo>
                <a:lnTo>
                  <a:pt x="530352" y="369569"/>
                </a:lnTo>
                <a:lnTo>
                  <a:pt x="504825" y="415289"/>
                </a:lnTo>
                <a:lnTo>
                  <a:pt x="477012" y="445769"/>
                </a:lnTo>
                <a:lnTo>
                  <a:pt x="443230" y="471169"/>
                </a:lnTo>
                <a:lnTo>
                  <a:pt x="404241" y="490219"/>
                </a:lnTo>
                <a:lnTo>
                  <a:pt x="350774" y="504189"/>
                </a:lnTo>
                <a:lnTo>
                  <a:pt x="339090" y="505459"/>
                </a:lnTo>
                <a:lnTo>
                  <a:pt x="441268" y="505459"/>
                </a:lnTo>
                <a:lnTo>
                  <a:pt x="480060" y="481329"/>
                </a:lnTo>
                <a:lnTo>
                  <a:pt x="514858" y="449579"/>
                </a:lnTo>
                <a:lnTo>
                  <a:pt x="542671" y="411479"/>
                </a:lnTo>
                <a:lnTo>
                  <a:pt x="553466" y="389889"/>
                </a:lnTo>
                <a:lnTo>
                  <a:pt x="558165" y="379729"/>
                </a:lnTo>
                <a:lnTo>
                  <a:pt x="570738" y="334009"/>
                </a:lnTo>
                <a:lnTo>
                  <a:pt x="573659" y="298449"/>
                </a:lnTo>
                <a:lnTo>
                  <a:pt x="573405" y="285749"/>
                </a:lnTo>
                <a:lnTo>
                  <a:pt x="565785" y="238759"/>
                </a:lnTo>
                <a:lnTo>
                  <a:pt x="548640" y="195579"/>
                </a:lnTo>
                <a:lnTo>
                  <a:pt x="515747" y="147319"/>
                </a:lnTo>
                <a:lnTo>
                  <a:pt x="481075" y="114300"/>
                </a:lnTo>
                <a:lnTo>
                  <a:pt x="461263" y="100329"/>
                </a:lnTo>
                <a:lnTo>
                  <a:pt x="440182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731890" y="3449192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6432" y="3190658"/>
            <a:ext cx="2272030" cy="107696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755650">
              <a:lnSpc>
                <a:spcPct val="100000"/>
              </a:lnSpc>
              <a:spcBef>
                <a:spcPts val="99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＋、＋＋、＋＝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42078" y="3984116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410705" y="3977766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835908" y="3977640"/>
            <a:ext cx="4221734" cy="11996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747765" y="4133850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443469" y="4100321"/>
            <a:ext cx="362585" cy="9378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397242" y="5268709"/>
            <a:ext cx="633095" cy="594360"/>
          </a:xfrm>
          <a:custGeom>
            <a:avLst/>
            <a:gdLst/>
            <a:ahLst/>
            <a:cxnLst/>
            <a:rect l="l" t="t" r="r" b="b"/>
            <a:pathLst>
              <a:path w="633095" h="594360">
                <a:moveTo>
                  <a:pt x="331342" y="0"/>
                </a:moveTo>
                <a:lnTo>
                  <a:pt x="299084" y="0"/>
                </a:lnTo>
                <a:lnTo>
                  <a:pt x="283463" y="1269"/>
                </a:lnTo>
                <a:lnTo>
                  <a:pt x="252222" y="6349"/>
                </a:lnTo>
                <a:lnTo>
                  <a:pt x="237362" y="10159"/>
                </a:lnTo>
                <a:lnTo>
                  <a:pt x="221233" y="13969"/>
                </a:lnTo>
                <a:lnTo>
                  <a:pt x="164973" y="36829"/>
                </a:lnTo>
                <a:lnTo>
                  <a:pt x="114680" y="68579"/>
                </a:lnTo>
                <a:lnTo>
                  <a:pt x="71881" y="109219"/>
                </a:lnTo>
                <a:lnTo>
                  <a:pt x="38353" y="156209"/>
                </a:lnTo>
                <a:lnTo>
                  <a:pt x="19176" y="195579"/>
                </a:lnTo>
                <a:lnTo>
                  <a:pt x="6350" y="238759"/>
                </a:lnTo>
                <a:lnTo>
                  <a:pt x="380" y="283209"/>
                </a:lnTo>
                <a:lnTo>
                  <a:pt x="0" y="298449"/>
                </a:lnTo>
                <a:lnTo>
                  <a:pt x="380" y="313689"/>
                </a:lnTo>
                <a:lnTo>
                  <a:pt x="6857" y="359409"/>
                </a:lnTo>
                <a:lnTo>
                  <a:pt x="19938" y="401319"/>
                </a:lnTo>
                <a:lnTo>
                  <a:pt x="40131" y="441959"/>
                </a:lnTo>
                <a:lnTo>
                  <a:pt x="74802" y="488949"/>
                </a:lnTo>
                <a:lnTo>
                  <a:pt x="118109" y="529589"/>
                </a:lnTo>
                <a:lnTo>
                  <a:pt x="168655" y="560069"/>
                </a:lnTo>
                <a:lnTo>
                  <a:pt x="224408" y="581659"/>
                </a:lnTo>
                <a:lnTo>
                  <a:pt x="269748" y="591819"/>
                </a:lnTo>
                <a:lnTo>
                  <a:pt x="301625" y="594359"/>
                </a:lnTo>
                <a:lnTo>
                  <a:pt x="333501" y="594359"/>
                </a:lnTo>
                <a:lnTo>
                  <a:pt x="365125" y="591819"/>
                </a:lnTo>
                <a:lnTo>
                  <a:pt x="380746" y="589279"/>
                </a:lnTo>
                <a:lnTo>
                  <a:pt x="395858" y="585469"/>
                </a:lnTo>
                <a:lnTo>
                  <a:pt x="411733" y="581659"/>
                </a:lnTo>
                <a:lnTo>
                  <a:pt x="440562" y="571499"/>
                </a:lnTo>
                <a:lnTo>
                  <a:pt x="454342" y="565149"/>
                </a:lnTo>
                <a:lnTo>
                  <a:pt x="302132" y="565149"/>
                </a:lnTo>
                <a:lnTo>
                  <a:pt x="273303" y="562609"/>
                </a:lnTo>
                <a:lnTo>
                  <a:pt x="231901" y="553719"/>
                </a:lnTo>
                <a:lnTo>
                  <a:pt x="180721" y="533399"/>
                </a:lnTo>
                <a:lnTo>
                  <a:pt x="135000" y="505459"/>
                </a:lnTo>
                <a:lnTo>
                  <a:pt x="96011" y="468629"/>
                </a:lnTo>
                <a:lnTo>
                  <a:pt x="64897" y="426719"/>
                </a:lnTo>
                <a:lnTo>
                  <a:pt x="47243" y="389889"/>
                </a:lnTo>
                <a:lnTo>
                  <a:pt x="35559" y="351789"/>
                </a:lnTo>
                <a:lnTo>
                  <a:pt x="29972" y="311149"/>
                </a:lnTo>
                <a:lnTo>
                  <a:pt x="29590" y="298449"/>
                </a:lnTo>
                <a:lnTo>
                  <a:pt x="29972" y="284479"/>
                </a:lnTo>
                <a:lnTo>
                  <a:pt x="35432" y="243839"/>
                </a:lnTo>
                <a:lnTo>
                  <a:pt x="46989" y="205739"/>
                </a:lnTo>
                <a:lnTo>
                  <a:pt x="64261" y="170179"/>
                </a:lnTo>
                <a:lnTo>
                  <a:pt x="94996" y="126999"/>
                </a:lnTo>
                <a:lnTo>
                  <a:pt x="133857" y="91439"/>
                </a:lnTo>
                <a:lnTo>
                  <a:pt x="179577" y="62229"/>
                </a:lnTo>
                <a:lnTo>
                  <a:pt x="230758" y="41909"/>
                </a:lnTo>
                <a:lnTo>
                  <a:pt x="272668" y="33019"/>
                </a:lnTo>
                <a:lnTo>
                  <a:pt x="316229" y="29209"/>
                </a:lnTo>
                <a:lnTo>
                  <a:pt x="452190" y="29209"/>
                </a:lnTo>
                <a:lnTo>
                  <a:pt x="436879" y="22859"/>
                </a:lnTo>
                <a:lnTo>
                  <a:pt x="408558" y="12699"/>
                </a:lnTo>
                <a:lnTo>
                  <a:pt x="393953" y="8889"/>
                </a:lnTo>
                <a:lnTo>
                  <a:pt x="347599" y="1269"/>
                </a:lnTo>
                <a:lnTo>
                  <a:pt x="331342" y="0"/>
                </a:lnTo>
                <a:close/>
              </a:path>
              <a:path w="633095" h="594360">
                <a:moveTo>
                  <a:pt x="452190" y="29209"/>
                </a:moveTo>
                <a:lnTo>
                  <a:pt x="316229" y="29209"/>
                </a:lnTo>
                <a:lnTo>
                  <a:pt x="359663" y="33019"/>
                </a:lnTo>
                <a:lnTo>
                  <a:pt x="387603" y="38099"/>
                </a:lnTo>
                <a:lnTo>
                  <a:pt x="427227" y="50799"/>
                </a:lnTo>
                <a:lnTo>
                  <a:pt x="475868" y="74929"/>
                </a:lnTo>
                <a:lnTo>
                  <a:pt x="518413" y="107949"/>
                </a:lnTo>
                <a:lnTo>
                  <a:pt x="553592" y="147319"/>
                </a:lnTo>
                <a:lnTo>
                  <a:pt x="574675" y="180339"/>
                </a:lnTo>
                <a:lnTo>
                  <a:pt x="590296" y="217169"/>
                </a:lnTo>
                <a:lnTo>
                  <a:pt x="599948" y="256539"/>
                </a:lnTo>
                <a:lnTo>
                  <a:pt x="603330" y="295909"/>
                </a:lnTo>
                <a:lnTo>
                  <a:pt x="603342" y="298449"/>
                </a:lnTo>
                <a:lnTo>
                  <a:pt x="602996" y="311149"/>
                </a:lnTo>
                <a:lnTo>
                  <a:pt x="597534" y="351789"/>
                </a:lnTo>
                <a:lnTo>
                  <a:pt x="585977" y="389889"/>
                </a:lnTo>
                <a:lnTo>
                  <a:pt x="568578" y="425449"/>
                </a:lnTo>
                <a:lnTo>
                  <a:pt x="537972" y="467359"/>
                </a:lnTo>
                <a:lnTo>
                  <a:pt x="499109" y="504189"/>
                </a:lnTo>
                <a:lnTo>
                  <a:pt x="453516" y="533399"/>
                </a:lnTo>
                <a:lnTo>
                  <a:pt x="402208" y="553719"/>
                </a:lnTo>
                <a:lnTo>
                  <a:pt x="388238" y="556259"/>
                </a:lnTo>
                <a:lnTo>
                  <a:pt x="374523" y="560069"/>
                </a:lnTo>
                <a:lnTo>
                  <a:pt x="360299" y="562609"/>
                </a:lnTo>
                <a:lnTo>
                  <a:pt x="331469" y="565149"/>
                </a:lnTo>
                <a:lnTo>
                  <a:pt x="454342" y="565149"/>
                </a:lnTo>
                <a:lnTo>
                  <a:pt x="494029" y="543559"/>
                </a:lnTo>
                <a:lnTo>
                  <a:pt x="540765" y="507999"/>
                </a:lnTo>
                <a:lnTo>
                  <a:pt x="579247" y="463549"/>
                </a:lnTo>
                <a:lnTo>
                  <a:pt x="601599" y="426719"/>
                </a:lnTo>
                <a:lnTo>
                  <a:pt x="618871" y="386079"/>
                </a:lnTo>
                <a:lnTo>
                  <a:pt x="629411" y="341629"/>
                </a:lnTo>
                <a:lnTo>
                  <a:pt x="632967" y="295909"/>
                </a:lnTo>
                <a:lnTo>
                  <a:pt x="632459" y="280669"/>
                </a:lnTo>
                <a:lnTo>
                  <a:pt x="626109" y="236219"/>
                </a:lnTo>
                <a:lnTo>
                  <a:pt x="612901" y="193039"/>
                </a:lnTo>
                <a:lnTo>
                  <a:pt x="592835" y="152399"/>
                </a:lnTo>
                <a:lnTo>
                  <a:pt x="558291" y="105409"/>
                </a:lnTo>
                <a:lnTo>
                  <a:pt x="514984" y="66039"/>
                </a:lnTo>
                <a:lnTo>
                  <a:pt x="464438" y="34289"/>
                </a:lnTo>
                <a:lnTo>
                  <a:pt x="452190" y="29209"/>
                </a:lnTo>
                <a:close/>
              </a:path>
              <a:path w="633095" h="594360">
                <a:moveTo>
                  <a:pt x="330200" y="59689"/>
                </a:moveTo>
                <a:lnTo>
                  <a:pt x="303656" y="59689"/>
                </a:lnTo>
                <a:lnTo>
                  <a:pt x="277494" y="62229"/>
                </a:lnTo>
                <a:lnTo>
                  <a:pt x="216661" y="77469"/>
                </a:lnTo>
                <a:lnTo>
                  <a:pt x="172847" y="100329"/>
                </a:lnTo>
                <a:lnTo>
                  <a:pt x="134747" y="129539"/>
                </a:lnTo>
                <a:lnTo>
                  <a:pt x="103377" y="163829"/>
                </a:lnTo>
                <a:lnTo>
                  <a:pt x="79375" y="204469"/>
                </a:lnTo>
                <a:lnTo>
                  <a:pt x="64515" y="248919"/>
                </a:lnTo>
                <a:lnTo>
                  <a:pt x="59347" y="295909"/>
                </a:lnTo>
                <a:lnTo>
                  <a:pt x="59334" y="298449"/>
                </a:lnTo>
                <a:lnTo>
                  <a:pt x="59562" y="309879"/>
                </a:lnTo>
                <a:lnTo>
                  <a:pt x="67182" y="356869"/>
                </a:lnTo>
                <a:lnTo>
                  <a:pt x="84327" y="400049"/>
                </a:lnTo>
                <a:lnTo>
                  <a:pt x="117093" y="448309"/>
                </a:lnTo>
                <a:lnTo>
                  <a:pt x="151891" y="480059"/>
                </a:lnTo>
                <a:lnTo>
                  <a:pt x="192912" y="506729"/>
                </a:lnTo>
                <a:lnTo>
                  <a:pt x="251586" y="528319"/>
                </a:lnTo>
                <a:lnTo>
                  <a:pt x="302767" y="535939"/>
                </a:lnTo>
                <a:lnTo>
                  <a:pt x="329437" y="535939"/>
                </a:lnTo>
                <a:lnTo>
                  <a:pt x="355473" y="533399"/>
                </a:lnTo>
                <a:lnTo>
                  <a:pt x="380746" y="528319"/>
                </a:lnTo>
                <a:lnTo>
                  <a:pt x="416305" y="516889"/>
                </a:lnTo>
                <a:lnTo>
                  <a:pt x="438911" y="506729"/>
                </a:lnTo>
                <a:lnTo>
                  <a:pt x="315213" y="506729"/>
                </a:lnTo>
                <a:lnTo>
                  <a:pt x="303402" y="505459"/>
                </a:lnTo>
                <a:lnTo>
                  <a:pt x="291973" y="505459"/>
                </a:lnTo>
                <a:lnTo>
                  <a:pt x="280288" y="502919"/>
                </a:lnTo>
                <a:lnTo>
                  <a:pt x="268858" y="501649"/>
                </a:lnTo>
                <a:lnTo>
                  <a:pt x="224916" y="488949"/>
                </a:lnTo>
                <a:lnTo>
                  <a:pt x="186181" y="468629"/>
                </a:lnTo>
                <a:lnTo>
                  <a:pt x="153034" y="443229"/>
                </a:lnTo>
                <a:lnTo>
                  <a:pt x="125602" y="411479"/>
                </a:lnTo>
                <a:lnTo>
                  <a:pt x="105663" y="375919"/>
                </a:lnTo>
                <a:lnTo>
                  <a:pt x="93090" y="337819"/>
                </a:lnTo>
                <a:lnTo>
                  <a:pt x="88942" y="295909"/>
                </a:lnTo>
                <a:lnTo>
                  <a:pt x="89280" y="285749"/>
                </a:lnTo>
                <a:lnTo>
                  <a:pt x="96138" y="245109"/>
                </a:lnTo>
                <a:lnTo>
                  <a:pt x="111251" y="207009"/>
                </a:lnTo>
                <a:lnTo>
                  <a:pt x="141224" y="165099"/>
                </a:lnTo>
                <a:lnTo>
                  <a:pt x="172084" y="135889"/>
                </a:lnTo>
                <a:lnTo>
                  <a:pt x="208660" y="114299"/>
                </a:lnTo>
                <a:lnTo>
                  <a:pt x="250062" y="97789"/>
                </a:lnTo>
                <a:lnTo>
                  <a:pt x="305815" y="88899"/>
                </a:lnTo>
                <a:lnTo>
                  <a:pt x="440181" y="88899"/>
                </a:lnTo>
                <a:lnTo>
                  <a:pt x="417575" y="78739"/>
                </a:lnTo>
                <a:lnTo>
                  <a:pt x="393700" y="69849"/>
                </a:lnTo>
                <a:lnTo>
                  <a:pt x="356107" y="62229"/>
                </a:lnTo>
                <a:lnTo>
                  <a:pt x="330200" y="59689"/>
                </a:lnTo>
                <a:close/>
              </a:path>
              <a:path w="633095" h="594360">
                <a:moveTo>
                  <a:pt x="440181" y="88899"/>
                </a:moveTo>
                <a:lnTo>
                  <a:pt x="329564" y="88899"/>
                </a:lnTo>
                <a:lnTo>
                  <a:pt x="352678" y="91439"/>
                </a:lnTo>
                <a:lnTo>
                  <a:pt x="364235" y="93979"/>
                </a:lnTo>
                <a:lnTo>
                  <a:pt x="375030" y="96519"/>
                </a:lnTo>
                <a:lnTo>
                  <a:pt x="386333" y="99059"/>
                </a:lnTo>
                <a:lnTo>
                  <a:pt x="407924" y="106679"/>
                </a:lnTo>
                <a:lnTo>
                  <a:pt x="446658" y="126999"/>
                </a:lnTo>
                <a:lnTo>
                  <a:pt x="480313" y="152399"/>
                </a:lnTo>
                <a:lnTo>
                  <a:pt x="507364" y="184149"/>
                </a:lnTo>
                <a:lnTo>
                  <a:pt x="527303" y="218439"/>
                </a:lnTo>
                <a:lnTo>
                  <a:pt x="531113" y="228599"/>
                </a:lnTo>
                <a:lnTo>
                  <a:pt x="534542" y="237489"/>
                </a:lnTo>
                <a:lnTo>
                  <a:pt x="543051" y="278129"/>
                </a:lnTo>
                <a:lnTo>
                  <a:pt x="544067" y="298449"/>
                </a:lnTo>
                <a:lnTo>
                  <a:pt x="543686" y="309879"/>
                </a:lnTo>
                <a:lnTo>
                  <a:pt x="536828" y="350519"/>
                </a:lnTo>
                <a:lnTo>
                  <a:pt x="533780" y="359409"/>
                </a:lnTo>
                <a:lnTo>
                  <a:pt x="530351" y="369569"/>
                </a:lnTo>
                <a:lnTo>
                  <a:pt x="504825" y="415289"/>
                </a:lnTo>
                <a:lnTo>
                  <a:pt x="477011" y="445769"/>
                </a:lnTo>
                <a:lnTo>
                  <a:pt x="443229" y="471169"/>
                </a:lnTo>
                <a:lnTo>
                  <a:pt x="404240" y="490219"/>
                </a:lnTo>
                <a:lnTo>
                  <a:pt x="350774" y="504189"/>
                </a:lnTo>
                <a:lnTo>
                  <a:pt x="339089" y="505459"/>
                </a:lnTo>
                <a:lnTo>
                  <a:pt x="327405" y="505459"/>
                </a:lnTo>
                <a:lnTo>
                  <a:pt x="315213" y="506729"/>
                </a:lnTo>
                <a:lnTo>
                  <a:pt x="438911" y="506729"/>
                </a:lnTo>
                <a:lnTo>
                  <a:pt x="460121" y="495299"/>
                </a:lnTo>
                <a:lnTo>
                  <a:pt x="498221" y="466089"/>
                </a:lnTo>
                <a:lnTo>
                  <a:pt x="529589" y="430529"/>
                </a:lnTo>
                <a:lnTo>
                  <a:pt x="553465" y="389889"/>
                </a:lnTo>
                <a:lnTo>
                  <a:pt x="558164" y="379729"/>
                </a:lnTo>
                <a:lnTo>
                  <a:pt x="570737" y="334009"/>
                </a:lnTo>
                <a:lnTo>
                  <a:pt x="573658" y="298449"/>
                </a:lnTo>
                <a:lnTo>
                  <a:pt x="573404" y="285749"/>
                </a:lnTo>
                <a:lnTo>
                  <a:pt x="565784" y="238759"/>
                </a:lnTo>
                <a:lnTo>
                  <a:pt x="548639" y="195579"/>
                </a:lnTo>
                <a:lnTo>
                  <a:pt x="515747" y="147319"/>
                </a:lnTo>
                <a:lnTo>
                  <a:pt x="481075" y="114299"/>
                </a:lnTo>
                <a:lnTo>
                  <a:pt x="461263" y="100329"/>
                </a:lnTo>
                <a:lnTo>
                  <a:pt x="440181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637144" y="5392928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777355" y="4522470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15506" y="5178297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048636" y="5545023"/>
            <a:ext cx="323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315205" y="5716523"/>
            <a:ext cx="1163320" cy="114300"/>
          </a:xfrm>
          <a:custGeom>
            <a:avLst/>
            <a:gdLst/>
            <a:ahLst/>
            <a:cxnLst/>
            <a:rect l="l" t="t" r="r" b="b"/>
            <a:pathLst>
              <a:path w="1163320" h="114300">
                <a:moveTo>
                  <a:pt x="1048512" y="0"/>
                </a:moveTo>
                <a:lnTo>
                  <a:pt x="1048512" y="114300"/>
                </a:lnTo>
                <a:lnTo>
                  <a:pt x="1124712" y="76200"/>
                </a:lnTo>
                <a:lnTo>
                  <a:pt x="1067562" y="76200"/>
                </a:lnTo>
                <a:lnTo>
                  <a:pt x="1067562" y="38100"/>
                </a:lnTo>
                <a:lnTo>
                  <a:pt x="1124712" y="38100"/>
                </a:lnTo>
                <a:lnTo>
                  <a:pt x="1048512" y="0"/>
                </a:lnTo>
                <a:close/>
              </a:path>
              <a:path w="1163320" h="114300">
                <a:moveTo>
                  <a:pt x="10485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8512" y="76200"/>
                </a:lnTo>
                <a:lnTo>
                  <a:pt x="1048512" y="38100"/>
                </a:lnTo>
                <a:close/>
              </a:path>
              <a:path w="1163320" h="114300">
                <a:moveTo>
                  <a:pt x="1124712" y="38100"/>
                </a:moveTo>
                <a:lnTo>
                  <a:pt x="1067562" y="38100"/>
                </a:lnTo>
                <a:lnTo>
                  <a:pt x="1067562" y="76200"/>
                </a:lnTo>
                <a:lnTo>
                  <a:pt x="1124712" y="76200"/>
                </a:lnTo>
                <a:lnTo>
                  <a:pt x="1162812" y="57150"/>
                </a:lnTo>
                <a:lnTo>
                  <a:pt x="11247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4857115" y="5454497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795521" y="5534405"/>
            <a:ext cx="542925" cy="506095"/>
          </a:xfrm>
          <a:custGeom>
            <a:avLst/>
            <a:gdLst/>
            <a:ahLst/>
            <a:cxnLst/>
            <a:rect l="l" t="t" r="r" b="b"/>
            <a:pathLst>
              <a:path w="542925" h="506095">
                <a:moveTo>
                  <a:pt x="0" y="252984"/>
                </a:moveTo>
                <a:lnTo>
                  <a:pt x="4369" y="207508"/>
                </a:lnTo>
                <a:lnTo>
                  <a:pt x="16966" y="164707"/>
                </a:lnTo>
                <a:lnTo>
                  <a:pt x="37027" y="125295"/>
                </a:lnTo>
                <a:lnTo>
                  <a:pt x="63786" y="89987"/>
                </a:lnTo>
                <a:lnTo>
                  <a:pt x="96478" y="59496"/>
                </a:lnTo>
                <a:lnTo>
                  <a:pt x="134337" y="34538"/>
                </a:lnTo>
                <a:lnTo>
                  <a:pt x="176600" y="15826"/>
                </a:lnTo>
                <a:lnTo>
                  <a:pt x="222499" y="4075"/>
                </a:lnTo>
                <a:lnTo>
                  <a:pt x="271272" y="0"/>
                </a:lnTo>
                <a:lnTo>
                  <a:pt x="320044" y="4075"/>
                </a:lnTo>
                <a:lnTo>
                  <a:pt x="365943" y="15826"/>
                </a:lnTo>
                <a:lnTo>
                  <a:pt x="408206" y="34538"/>
                </a:lnTo>
                <a:lnTo>
                  <a:pt x="446065" y="59496"/>
                </a:lnTo>
                <a:lnTo>
                  <a:pt x="478757" y="89987"/>
                </a:lnTo>
                <a:lnTo>
                  <a:pt x="505516" y="125295"/>
                </a:lnTo>
                <a:lnTo>
                  <a:pt x="525577" y="164707"/>
                </a:lnTo>
                <a:lnTo>
                  <a:pt x="538174" y="207508"/>
                </a:lnTo>
                <a:lnTo>
                  <a:pt x="542543" y="252984"/>
                </a:lnTo>
                <a:lnTo>
                  <a:pt x="538174" y="298456"/>
                </a:lnTo>
                <a:lnTo>
                  <a:pt x="525577" y="341255"/>
                </a:lnTo>
                <a:lnTo>
                  <a:pt x="505516" y="380666"/>
                </a:lnTo>
                <a:lnTo>
                  <a:pt x="478757" y="415975"/>
                </a:lnTo>
                <a:lnTo>
                  <a:pt x="446065" y="446467"/>
                </a:lnTo>
                <a:lnTo>
                  <a:pt x="408206" y="471426"/>
                </a:lnTo>
                <a:lnTo>
                  <a:pt x="365943" y="490139"/>
                </a:lnTo>
                <a:lnTo>
                  <a:pt x="320044" y="501891"/>
                </a:lnTo>
                <a:lnTo>
                  <a:pt x="271272" y="505968"/>
                </a:lnTo>
                <a:lnTo>
                  <a:pt x="222499" y="501891"/>
                </a:lnTo>
                <a:lnTo>
                  <a:pt x="176600" y="490139"/>
                </a:lnTo>
                <a:lnTo>
                  <a:pt x="134337" y="471426"/>
                </a:lnTo>
                <a:lnTo>
                  <a:pt x="96478" y="446467"/>
                </a:lnTo>
                <a:lnTo>
                  <a:pt x="63786" y="415975"/>
                </a:lnTo>
                <a:lnTo>
                  <a:pt x="37027" y="380666"/>
                </a:lnTo>
                <a:lnTo>
                  <a:pt x="16966" y="341255"/>
                </a:lnTo>
                <a:lnTo>
                  <a:pt x="4369" y="298456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432805" y="5456161"/>
            <a:ext cx="631825" cy="594360"/>
          </a:xfrm>
          <a:custGeom>
            <a:avLst/>
            <a:gdLst/>
            <a:ahLst/>
            <a:cxnLst/>
            <a:rect l="l" t="t" r="r" b="b"/>
            <a:pathLst>
              <a:path w="631825" h="594360">
                <a:moveTo>
                  <a:pt x="330581" y="0"/>
                </a:moveTo>
                <a:lnTo>
                  <a:pt x="298450" y="0"/>
                </a:lnTo>
                <a:lnTo>
                  <a:pt x="282702" y="1269"/>
                </a:lnTo>
                <a:lnTo>
                  <a:pt x="251587" y="6349"/>
                </a:lnTo>
                <a:lnTo>
                  <a:pt x="236982" y="10159"/>
                </a:lnTo>
                <a:lnTo>
                  <a:pt x="220599" y="13969"/>
                </a:lnTo>
                <a:lnTo>
                  <a:pt x="164592" y="36829"/>
                </a:lnTo>
                <a:lnTo>
                  <a:pt x="114554" y="68579"/>
                </a:lnTo>
                <a:lnTo>
                  <a:pt x="71755" y="109219"/>
                </a:lnTo>
                <a:lnTo>
                  <a:pt x="38227" y="156209"/>
                </a:lnTo>
                <a:lnTo>
                  <a:pt x="19177" y="195579"/>
                </a:lnTo>
                <a:lnTo>
                  <a:pt x="6350" y="238759"/>
                </a:lnTo>
                <a:lnTo>
                  <a:pt x="381" y="283209"/>
                </a:lnTo>
                <a:lnTo>
                  <a:pt x="0" y="298449"/>
                </a:lnTo>
                <a:lnTo>
                  <a:pt x="508" y="313689"/>
                </a:lnTo>
                <a:lnTo>
                  <a:pt x="6858" y="359409"/>
                </a:lnTo>
                <a:lnTo>
                  <a:pt x="19939" y="401319"/>
                </a:lnTo>
                <a:lnTo>
                  <a:pt x="40005" y="441959"/>
                </a:lnTo>
                <a:lnTo>
                  <a:pt x="74549" y="488949"/>
                </a:lnTo>
                <a:lnTo>
                  <a:pt x="117856" y="529589"/>
                </a:lnTo>
                <a:lnTo>
                  <a:pt x="168275" y="560069"/>
                </a:lnTo>
                <a:lnTo>
                  <a:pt x="224028" y="581659"/>
                </a:lnTo>
                <a:lnTo>
                  <a:pt x="269113" y="591819"/>
                </a:lnTo>
                <a:lnTo>
                  <a:pt x="300863" y="594359"/>
                </a:lnTo>
                <a:lnTo>
                  <a:pt x="332740" y="594359"/>
                </a:lnTo>
                <a:lnTo>
                  <a:pt x="364109" y="591819"/>
                </a:lnTo>
                <a:lnTo>
                  <a:pt x="379857" y="589279"/>
                </a:lnTo>
                <a:lnTo>
                  <a:pt x="394970" y="585469"/>
                </a:lnTo>
                <a:lnTo>
                  <a:pt x="410718" y="581659"/>
                </a:lnTo>
                <a:lnTo>
                  <a:pt x="439547" y="571499"/>
                </a:lnTo>
                <a:lnTo>
                  <a:pt x="453199" y="565149"/>
                </a:lnTo>
                <a:lnTo>
                  <a:pt x="301498" y="565149"/>
                </a:lnTo>
                <a:lnTo>
                  <a:pt x="272669" y="562609"/>
                </a:lnTo>
                <a:lnTo>
                  <a:pt x="231394" y="553719"/>
                </a:lnTo>
                <a:lnTo>
                  <a:pt x="180340" y="533399"/>
                </a:lnTo>
                <a:lnTo>
                  <a:pt x="134747" y="505459"/>
                </a:lnTo>
                <a:lnTo>
                  <a:pt x="95885" y="468629"/>
                </a:lnTo>
                <a:lnTo>
                  <a:pt x="64770" y="426719"/>
                </a:lnTo>
                <a:lnTo>
                  <a:pt x="47244" y="389889"/>
                </a:lnTo>
                <a:lnTo>
                  <a:pt x="35560" y="351789"/>
                </a:lnTo>
                <a:lnTo>
                  <a:pt x="30099" y="311149"/>
                </a:lnTo>
                <a:lnTo>
                  <a:pt x="29591" y="298449"/>
                </a:lnTo>
                <a:lnTo>
                  <a:pt x="29972" y="284479"/>
                </a:lnTo>
                <a:lnTo>
                  <a:pt x="35433" y="243839"/>
                </a:lnTo>
                <a:lnTo>
                  <a:pt x="46990" y="205739"/>
                </a:lnTo>
                <a:lnTo>
                  <a:pt x="64262" y="170179"/>
                </a:lnTo>
                <a:lnTo>
                  <a:pt x="94869" y="126999"/>
                </a:lnTo>
                <a:lnTo>
                  <a:pt x="133731" y="91439"/>
                </a:lnTo>
                <a:lnTo>
                  <a:pt x="179197" y="62229"/>
                </a:lnTo>
                <a:lnTo>
                  <a:pt x="230251" y="41909"/>
                </a:lnTo>
                <a:lnTo>
                  <a:pt x="272034" y="33019"/>
                </a:lnTo>
                <a:lnTo>
                  <a:pt x="315468" y="29209"/>
                </a:lnTo>
                <a:lnTo>
                  <a:pt x="451047" y="29209"/>
                </a:lnTo>
                <a:lnTo>
                  <a:pt x="435737" y="22859"/>
                </a:lnTo>
                <a:lnTo>
                  <a:pt x="407543" y="12699"/>
                </a:lnTo>
                <a:lnTo>
                  <a:pt x="392938" y="8889"/>
                </a:lnTo>
                <a:lnTo>
                  <a:pt x="346837" y="1269"/>
                </a:lnTo>
                <a:lnTo>
                  <a:pt x="330581" y="0"/>
                </a:lnTo>
                <a:close/>
              </a:path>
              <a:path w="631825" h="594360">
                <a:moveTo>
                  <a:pt x="451047" y="29209"/>
                </a:moveTo>
                <a:lnTo>
                  <a:pt x="315468" y="29209"/>
                </a:lnTo>
                <a:lnTo>
                  <a:pt x="358775" y="33019"/>
                </a:lnTo>
                <a:lnTo>
                  <a:pt x="386715" y="38099"/>
                </a:lnTo>
                <a:lnTo>
                  <a:pt x="426212" y="50799"/>
                </a:lnTo>
                <a:lnTo>
                  <a:pt x="474726" y="74929"/>
                </a:lnTo>
                <a:lnTo>
                  <a:pt x="517144" y="107949"/>
                </a:lnTo>
                <a:lnTo>
                  <a:pt x="552196" y="147319"/>
                </a:lnTo>
                <a:lnTo>
                  <a:pt x="573278" y="180339"/>
                </a:lnTo>
                <a:lnTo>
                  <a:pt x="578993" y="193039"/>
                </a:lnTo>
                <a:lnTo>
                  <a:pt x="584200" y="204469"/>
                </a:lnTo>
                <a:lnTo>
                  <a:pt x="595884" y="242569"/>
                </a:lnTo>
                <a:lnTo>
                  <a:pt x="601345" y="283209"/>
                </a:lnTo>
                <a:lnTo>
                  <a:pt x="601818" y="298449"/>
                </a:lnTo>
                <a:lnTo>
                  <a:pt x="601472" y="311149"/>
                </a:lnTo>
                <a:lnTo>
                  <a:pt x="596011" y="351789"/>
                </a:lnTo>
                <a:lnTo>
                  <a:pt x="584454" y="389889"/>
                </a:lnTo>
                <a:lnTo>
                  <a:pt x="567182" y="425449"/>
                </a:lnTo>
                <a:lnTo>
                  <a:pt x="536575" y="467359"/>
                </a:lnTo>
                <a:lnTo>
                  <a:pt x="497840" y="504189"/>
                </a:lnTo>
                <a:lnTo>
                  <a:pt x="452247" y="533399"/>
                </a:lnTo>
                <a:lnTo>
                  <a:pt x="401193" y="553719"/>
                </a:lnTo>
                <a:lnTo>
                  <a:pt x="387350" y="556259"/>
                </a:lnTo>
                <a:lnTo>
                  <a:pt x="373507" y="560069"/>
                </a:lnTo>
                <a:lnTo>
                  <a:pt x="359410" y="562609"/>
                </a:lnTo>
                <a:lnTo>
                  <a:pt x="330708" y="565149"/>
                </a:lnTo>
                <a:lnTo>
                  <a:pt x="453199" y="565149"/>
                </a:lnTo>
                <a:lnTo>
                  <a:pt x="492760" y="543559"/>
                </a:lnTo>
                <a:lnTo>
                  <a:pt x="539369" y="507999"/>
                </a:lnTo>
                <a:lnTo>
                  <a:pt x="577977" y="463549"/>
                </a:lnTo>
                <a:lnTo>
                  <a:pt x="600202" y="426719"/>
                </a:lnTo>
                <a:lnTo>
                  <a:pt x="617347" y="386079"/>
                </a:lnTo>
                <a:lnTo>
                  <a:pt x="627888" y="341629"/>
                </a:lnTo>
                <a:lnTo>
                  <a:pt x="631444" y="295909"/>
                </a:lnTo>
                <a:lnTo>
                  <a:pt x="630936" y="280669"/>
                </a:lnTo>
                <a:lnTo>
                  <a:pt x="624586" y="236219"/>
                </a:lnTo>
                <a:lnTo>
                  <a:pt x="611378" y="193039"/>
                </a:lnTo>
                <a:lnTo>
                  <a:pt x="591566" y="152399"/>
                </a:lnTo>
                <a:lnTo>
                  <a:pt x="556895" y="105409"/>
                </a:lnTo>
                <a:lnTo>
                  <a:pt x="513715" y="66039"/>
                </a:lnTo>
                <a:lnTo>
                  <a:pt x="463296" y="34289"/>
                </a:lnTo>
                <a:lnTo>
                  <a:pt x="451047" y="29209"/>
                </a:lnTo>
                <a:close/>
              </a:path>
              <a:path w="631825" h="594360">
                <a:moveTo>
                  <a:pt x="329438" y="59689"/>
                </a:moveTo>
                <a:lnTo>
                  <a:pt x="302895" y="59689"/>
                </a:lnTo>
                <a:lnTo>
                  <a:pt x="276733" y="62229"/>
                </a:lnTo>
                <a:lnTo>
                  <a:pt x="216281" y="77469"/>
                </a:lnTo>
                <a:lnTo>
                  <a:pt x="172593" y="100329"/>
                </a:lnTo>
                <a:lnTo>
                  <a:pt x="134493" y="129539"/>
                </a:lnTo>
                <a:lnTo>
                  <a:pt x="103251" y="163829"/>
                </a:lnTo>
                <a:lnTo>
                  <a:pt x="79375" y="204469"/>
                </a:lnTo>
                <a:lnTo>
                  <a:pt x="64516" y="248919"/>
                </a:lnTo>
                <a:lnTo>
                  <a:pt x="59347" y="295909"/>
                </a:lnTo>
                <a:lnTo>
                  <a:pt x="59334" y="298449"/>
                </a:lnTo>
                <a:lnTo>
                  <a:pt x="59563" y="309879"/>
                </a:lnTo>
                <a:lnTo>
                  <a:pt x="67183" y="356869"/>
                </a:lnTo>
                <a:lnTo>
                  <a:pt x="84201" y="400049"/>
                </a:lnTo>
                <a:lnTo>
                  <a:pt x="117094" y="448309"/>
                </a:lnTo>
                <a:lnTo>
                  <a:pt x="151638" y="480059"/>
                </a:lnTo>
                <a:lnTo>
                  <a:pt x="192532" y="506729"/>
                </a:lnTo>
                <a:lnTo>
                  <a:pt x="238760" y="524509"/>
                </a:lnTo>
                <a:lnTo>
                  <a:pt x="276098" y="533399"/>
                </a:lnTo>
                <a:lnTo>
                  <a:pt x="302133" y="535939"/>
                </a:lnTo>
                <a:lnTo>
                  <a:pt x="328549" y="535939"/>
                </a:lnTo>
                <a:lnTo>
                  <a:pt x="354584" y="533399"/>
                </a:lnTo>
                <a:lnTo>
                  <a:pt x="379730" y="528319"/>
                </a:lnTo>
                <a:lnTo>
                  <a:pt x="415163" y="516889"/>
                </a:lnTo>
                <a:lnTo>
                  <a:pt x="437642" y="506729"/>
                </a:lnTo>
                <a:lnTo>
                  <a:pt x="314452" y="506729"/>
                </a:lnTo>
                <a:lnTo>
                  <a:pt x="302768" y="505459"/>
                </a:lnTo>
                <a:lnTo>
                  <a:pt x="291338" y="505459"/>
                </a:lnTo>
                <a:lnTo>
                  <a:pt x="279654" y="502919"/>
                </a:lnTo>
                <a:lnTo>
                  <a:pt x="268224" y="501649"/>
                </a:lnTo>
                <a:lnTo>
                  <a:pt x="257556" y="499109"/>
                </a:lnTo>
                <a:lnTo>
                  <a:pt x="246126" y="496569"/>
                </a:lnTo>
                <a:lnTo>
                  <a:pt x="224663" y="488949"/>
                </a:lnTo>
                <a:lnTo>
                  <a:pt x="185928" y="468629"/>
                </a:lnTo>
                <a:lnTo>
                  <a:pt x="152781" y="443229"/>
                </a:lnTo>
                <a:lnTo>
                  <a:pt x="125476" y="411479"/>
                </a:lnTo>
                <a:lnTo>
                  <a:pt x="105791" y="377189"/>
                </a:lnTo>
                <a:lnTo>
                  <a:pt x="93091" y="337819"/>
                </a:lnTo>
                <a:lnTo>
                  <a:pt x="88900" y="295909"/>
                </a:lnTo>
                <a:lnTo>
                  <a:pt x="89281" y="285749"/>
                </a:lnTo>
                <a:lnTo>
                  <a:pt x="96139" y="245109"/>
                </a:lnTo>
                <a:lnTo>
                  <a:pt x="111252" y="207009"/>
                </a:lnTo>
                <a:lnTo>
                  <a:pt x="141097" y="165099"/>
                </a:lnTo>
                <a:lnTo>
                  <a:pt x="171831" y="135889"/>
                </a:lnTo>
                <a:lnTo>
                  <a:pt x="208407" y="114299"/>
                </a:lnTo>
                <a:lnTo>
                  <a:pt x="249555" y="97789"/>
                </a:lnTo>
                <a:lnTo>
                  <a:pt x="305181" y="88899"/>
                </a:lnTo>
                <a:lnTo>
                  <a:pt x="439039" y="88899"/>
                </a:lnTo>
                <a:lnTo>
                  <a:pt x="416560" y="78739"/>
                </a:lnTo>
                <a:lnTo>
                  <a:pt x="392684" y="69849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4360">
                <a:moveTo>
                  <a:pt x="439039" y="88899"/>
                </a:moveTo>
                <a:lnTo>
                  <a:pt x="328803" y="88899"/>
                </a:lnTo>
                <a:lnTo>
                  <a:pt x="351790" y="91439"/>
                </a:lnTo>
                <a:lnTo>
                  <a:pt x="385191" y="99059"/>
                </a:lnTo>
                <a:lnTo>
                  <a:pt x="426847" y="115569"/>
                </a:lnTo>
                <a:lnTo>
                  <a:pt x="462915" y="138429"/>
                </a:lnTo>
                <a:lnTo>
                  <a:pt x="493268" y="167639"/>
                </a:lnTo>
                <a:lnTo>
                  <a:pt x="516890" y="200659"/>
                </a:lnTo>
                <a:lnTo>
                  <a:pt x="521208" y="209549"/>
                </a:lnTo>
                <a:lnTo>
                  <a:pt x="525653" y="218439"/>
                </a:lnTo>
                <a:lnTo>
                  <a:pt x="538353" y="257809"/>
                </a:lnTo>
                <a:lnTo>
                  <a:pt x="542544" y="298449"/>
                </a:lnTo>
                <a:lnTo>
                  <a:pt x="542163" y="309879"/>
                </a:lnTo>
                <a:lnTo>
                  <a:pt x="535305" y="350519"/>
                </a:lnTo>
                <a:lnTo>
                  <a:pt x="532257" y="359409"/>
                </a:lnTo>
                <a:lnTo>
                  <a:pt x="528828" y="369569"/>
                </a:lnTo>
                <a:lnTo>
                  <a:pt x="503428" y="415289"/>
                </a:lnTo>
                <a:lnTo>
                  <a:pt x="475742" y="445769"/>
                </a:lnTo>
                <a:lnTo>
                  <a:pt x="441960" y="471169"/>
                </a:lnTo>
                <a:lnTo>
                  <a:pt x="402971" y="490219"/>
                </a:lnTo>
                <a:lnTo>
                  <a:pt x="349758" y="504189"/>
                </a:lnTo>
                <a:lnTo>
                  <a:pt x="338201" y="505459"/>
                </a:lnTo>
                <a:lnTo>
                  <a:pt x="326517" y="505459"/>
                </a:lnTo>
                <a:lnTo>
                  <a:pt x="314452" y="506729"/>
                </a:lnTo>
                <a:lnTo>
                  <a:pt x="437642" y="506729"/>
                </a:lnTo>
                <a:lnTo>
                  <a:pt x="458851" y="495299"/>
                </a:lnTo>
                <a:lnTo>
                  <a:pt x="496951" y="466089"/>
                </a:lnTo>
                <a:lnTo>
                  <a:pt x="528320" y="430529"/>
                </a:lnTo>
                <a:lnTo>
                  <a:pt x="551942" y="389889"/>
                </a:lnTo>
                <a:lnTo>
                  <a:pt x="556641" y="379729"/>
                </a:lnTo>
                <a:lnTo>
                  <a:pt x="569214" y="334009"/>
                </a:lnTo>
                <a:lnTo>
                  <a:pt x="572135" y="298449"/>
                </a:lnTo>
                <a:lnTo>
                  <a:pt x="571881" y="285749"/>
                </a:lnTo>
                <a:lnTo>
                  <a:pt x="564261" y="238759"/>
                </a:lnTo>
                <a:lnTo>
                  <a:pt x="547243" y="195579"/>
                </a:lnTo>
                <a:lnTo>
                  <a:pt x="514477" y="147319"/>
                </a:lnTo>
                <a:lnTo>
                  <a:pt x="479806" y="114299"/>
                </a:lnTo>
                <a:lnTo>
                  <a:pt x="459994" y="100329"/>
                </a:lnTo>
                <a:lnTo>
                  <a:pt x="439039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5671565" y="5579770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137664" y="6354876"/>
            <a:ext cx="323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335017" y="6534911"/>
            <a:ext cx="1161415" cy="114300"/>
          </a:xfrm>
          <a:custGeom>
            <a:avLst/>
            <a:gdLst/>
            <a:ahLst/>
            <a:cxnLst/>
            <a:rect l="l" t="t" r="r" b="b"/>
            <a:pathLst>
              <a:path w="1161414" h="114300">
                <a:moveTo>
                  <a:pt x="1046988" y="0"/>
                </a:moveTo>
                <a:lnTo>
                  <a:pt x="1046988" y="114300"/>
                </a:lnTo>
                <a:lnTo>
                  <a:pt x="1123188" y="76200"/>
                </a:lnTo>
                <a:lnTo>
                  <a:pt x="1066038" y="76200"/>
                </a:lnTo>
                <a:lnTo>
                  <a:pt x="1066038" y="38100"/>
                </a:lnTo>
                <a:lnTo>
                  <a:pt x="1123188" y="38100"/>
                </a:lnTo>
                <a:lnTo>
                  <a:pt x="1046988" y="0"/>
                </a:lnTo>
                <a:close/>
              </a:path>
              <a:path w="1161414" h="114300">
                <a:moveTo>
                  <a:pt x="10469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6988" y="76200"/>
                </a:lnTo>
                <a:lnTo>
                  <a:pt x="1046988" y="38100"/>
                </a:lnTo>
                <a:close/>
              </a:path>
              <a:path w="1161414" h="114300">
                <a:moveTo>
                  <a:pt x="1123188" y="38100"/>
                </a:moveTo>
                <a:lnTo>
                  <a:pt x="1066038" y="38100"/>
                </a:lnTo>
                <a:lnTo>
                  <a:pt x="1066038" y="76200"/>
                </a:lnTo>
                <a:lnTo>
                  <a:pt x="1123188" y="76200"/>
                </a:lnTo>
                <a:lnTo>
                  <a:pt x="1161288" y="57150"/>
                </a:lnTo>
                <a:lnTo>
                  <a:pt x="11231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4876291" y="6273800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813809" y="6354317"/>
            <a:ext cx="542925" cy="504825"/>
          </a:xfrm>
          <a:custGeom>
            <a:avLst/>
            <a:gdLst/>
            <a:ahLst/>
            <a:cxnLst/>
            <a:rect l="l" t="t" r="r" b="b"/>
            <a:pathLst>
              <a:path w="542925" h="504825">
                <a:moveTo>
                  <a:pt x="0" y="252221"/>
                </a:moveTo>
                <a:lnTo>
                  <a:pt x="4369" y="206886"/>
                </a:lnTo>
                <a:lnTo>
                  <a:pt x="16966" y="164215"/>
                </a:lnTo>
                <a:lnTo>
                  <a:pt x="37027" y="124922"/>
                </a:lnTo>
                <a:lnTo>
                  <a:pt x="63786" y="89720"/>
                </a:lnTo>
                <a:lnTo>
                  <a:pt x="96478" y="59321"/>
                </a:lnTo>
                <a:lnTo>
                  <a:pt x="134337" y="34436"/>
                </a:lnTo>
                <a:lnTo>
                  <a:pt x="176600" y="15780"/>
                </a:lnTo>
                <a:lnTo>
                  <a:pt x="222499" y="4063"/>
                </a:lnTo>
                <a:lnTo>
                  <a:pt x="271272" y="0"/>
                </a:lnTo>
                <a:lnTo>
                  <a:pt x="320044" y="4063"/>
                </a:lnTo>
                <a:lnTo>
                  <a:pt x="365943" y="15780"/>
                </a:lnTo>
                <a:lnTo>
                  <a:pt x="408206" y="34436"/>
                </a:lnTo>
                <a:lnTo>
                  <a:pt x="446065" y="59321"/>
                </a:lnTo>
                <a:lnTo>
                  <a:pt x="478757" y="89720"/>
                </a:lnTo>
                <a:lnTo>
                  <a:pt x="505516" y="124922"/>
                </a:lnTo>
                <a:lnTo>
                  <a:pt x="525577" y="164215"/>
                </a:lnTo>
                <a:lnTo>
                  <a:pt x="538174" y="206886"/>
                </a:lnTo>
                <a:lnTo>
                  <a:pt x="542543" y="252221"/>
                </a:lnTo>
                <a:lnTo>
                  <a:pt x="538174" y="297558"/>
                </a:lnTo>
                <a:lnTo>
                  <a:pt x="525577" y="340229"/>
                </a:lnTo>
                <a:lnTo>
                  <a:pt x="505516" y="379522"/>
                </a:lnTo>
                <a:lnTo>
                  <a:pt x="478757" y="414724"/>
                </a:lnTo>
                <a:lnTo>
                  <a:pt x="446065" y="445123"/>
                </a:lnTo>
                <a:lnTo>
                  <a:pt x="408206" y="470007"/>
                </a:lnTo>
                <a:lnTo>
                  <a:pt x="365943" y="488663"/>
                </a:lnTo>
                <a:lnTo>
                  <a:pt x="320044" y="500379"/>
                </a:lnTo>
                <a:lnTo>
                  <a:pt x="271272" y="504443"/>
                </a:lnTo>
                <a:lnTo>
                  <a:pt x="222499" y="500379"/>
                </a:lnTo>
                <a:lnTo>
                  <a:pt x="176600" y="488663"/>
                </a:lnTo>
                <a:lnTo>
                  <a:pt x="134337" y="470007"/>
                </a:lnTo>
                <a:lnTo>
                  <a:pt x="96478" y="445123"/>
                </a:lnTo>
                <a:lnTo>
                  <a:pt x="63786" y="414724"/>
                </a:lnTo>
                <a:lnTo>
                  <a:pt x="37027" y="379522"/>
                </a:lnTo>
                <a:lnTo>
                  <a:pt x="16966" y="340229"/>
                </a:lnTo>
                <a:lnTo>
                  <a:pt x="4369" y="297558"/>
                </a:lnTo>
                <a:lnTo>
                  <a:pt x="0" y="252221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4001389" y="2125625"/>
            <a:ext cx="187960" cy="4629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0165">
              <a:lnSpc>
                <a:spcPts val="2185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>
              <a:latin typeface="Times New Roman"/>
              <a:cs typeface="Times New Roman"/>
            </a:endParaRPr>
          </a:p>
          <a:p>
            <a:pPr marL="53975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0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152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451123" y="6276338"/>
            <a:ext cx="633095" cy="581660"/>
          </a:xfrm>
          <a:custGeom>
            <a:avLst/>
            <a:gdLst/>
            <a:ahLst/>
            <a:cxnLst/>
            <a:rect l="l" t="t" r="r" b="b"/>
            <a:pathLst>
              <a:path w="633095" h="581659">
                <a:moveTo>
                  <a:pt x="331313" y="0"/>
                </a:moveTo>
                <a:lnTo>
                  <a:pt x="299055" y="0"/>
                </a:lnTo>
                <a:lnTo>
                  <a:pt x="283434" y="1269"/>
                </a:lnTo>
                <a:lnTo>
                  <a:pt x="236952" y="8889"/>
                </a:lnTo>
                <a:lnTo>
                  <a:pt x="192248" y="24129"/>
                </a:lnTo>
                <a:lnTo>
                  <a:pt x="138908" y="50800"/>
                </a:lnTo>
                <a:lnTo>
                  <a:pt x="92426" y="87629"/>
                </a:lnTo>
                <a:lnTo>
                  <a:pt x="53691" y="130809"/>
                </a:lnTo>
                <a:lnTo>
                  <a:pt x="31466" y="167639"/>
                </a:lnTo>
                <a:lnTo>
                  <a:pt x="14067" y="208279"/>
                </a:lnTo>
                <a:lnTo>
                  <a:pt x="3526" y="252729"/>
                </a:lnTo>
                <a:lnTo>
                  <a:pt x="34" y="294639"/>
                </a:lnTo>
                <a:lnTo>
                  <a:pt x="0" y="298449"/>
                </a:lnTo>
                <a:lnTo>
                  <a:pt x="351" y="313689"/>
                </a:lnTo>
                <a:lnTo>
                  <a:pt x="6828" y="358139"/>
                </a:lnTo>
                <a:lnTo>
                  <a:pt x="20036" y="401319"/>
                </a:lnTo>
                <a:lnTo>
                  <a:pt x="40102" y="440689"/>
                </a:lnTo>
                <a:lnTo>
                  <a:pt x="74900" y="487679"/>
                </a:lnTo>
                <a:lnTo>
                  <a:pt x="117953" y="527049"/>
                </a:lnTo>
                <a:lnTo>
                  <a:pt x="168626" y="558799"/>
                </a:lnTo>
                <a:lnTo>
                  <a:pt x="224125" y="580390"/>
                </a:lnTo>
                <a:lnTo>
                  <a:pt x="231429" y="581660"/>
                </a:lnTo>
                <a:lnTo>
                  <a:pt x="401281" y="581660"/>
                </a:lnTo>
                <a:lnTo>
                  <a:pt x="411704" y="579119"/>
                </a:lnTo>
                <a:lnTo>
                  <a:pt x="440533" y="568960"/>
                </a:lnTo>
                <a:lnTo>
                  <a:pt x="452725" y="563880"/>
                </a:lnTo>
                <a:lnTo>
                  <a:pt x="302103" y="563880"/>
                </a:lnTo>
                <a:lnTo>
                  <a:pt x="287498" y="562610"/>
                </a:lnTo>
                <a:lnTo>
                  <a:pt x="273401" y="560069"/>
                </a:lnTo>
                <a:lnTo>
                  <a:pt x="259177" y="558799"/>
                </a:lnTo>
                <a:lnTo>
                  <a:pt x="231745" y="551180"/>
                </a:lnTo>
                <a:lnTo>
                  <a:pt x="180691" y="532130"/>
                </a:lnTo>
                <a:lnTo>
                  <a:pt x="134971" y="502919"/>
                </a:lnTo>
                <a:lnTo>
                  <a:pt x="95982" y="467359"/>
                </a:lnTo>
                <a:lnTo>
                  <a:pt x="64867" y="425449"/>
                </a:lnTo>
                <a:lnTo>
                  <a:pt x="47214" y="388619"/>
                </a:lnTo>
                <a:lnTo>
                  <a:pt x="35530" y="350520"/>
                </a:lnTo>
                <a:lnTo>
                  <a:pt x="29942" y="311149"/>
                </a:lnTo>
                <a:lnTo>
                  <a:pt x="29596" y="298449"/>
                </a:lnTo>
                <a:lnTo>
                  <a:pt x="29630" y="294639"/>
                </a:lnTo>
                <a:lnTo>
                  <a:pt x="32863" y="256539"/>
                </a:lnTo>
                <a:lnTo>
                  <a:pt x="42388" y="217169"/>
                </a:lnTo>
                <a:lnTo>
                  <a:pt x="58009" y="180339"/>
                </a:lnTo>
                <a:lnTo>
                  <a:pt x="78456" y="147319"/>
                </a:lnTo>
                <a:lnTo>
                  <a:pt x="113635" y="107950"/>
                </a:lnTo>
                <a:lnTo>
                  <a:pt x="155926" y="74929"/>
                </a:lnTo>
                <a:lnTo>
                  <a:pt x="204440" y="50800"/>
                </a:lnTo>
                <a:lnTo>
                  <a:pt x="244572" y="38100"/>
                </a:lnTo>
                <a:lnTo>
                  <a:pt x="286863" y="30479"/>
                </a:lnTo>
                <a:lnTo>
                  <a:pt x="301341" y="29209"/>
                </a:lnTo>
                <a:lnTo>
                  <a:pt x="453335" y="29209"/>
                </a:lnTo>
                <a:lnTo>
                  <a:pt x="436723" y="21589"/>
                </a:lnTo>
                <a:lnTo>
                  <a:pt x="408783" y="12700"/>
                </a:lnTo>
                <a:lnTo>
                  <a:pt x="378430" y="5079"/>
                </a:lnTo>
                <a:lnTo>
                  <a:pt x="363190" y="2539"/>
                </a:lnTo>
                <a:lnTo>
                  <a:pt x="331313" y="0"/>
                </a:lnTo>
                <a:close/>
              </a:path>
              <a:path w="633095" h="581659">
                <a:moveTo>
                  <a:pt x="453335" y="29209"/>
                </a:moveTo>
                <a:lnTo>
                  <a:pt x="330805" y="29209"/>
                </a:lnTo>
                <a:lnTo>
                  <a:pt x="345410" y="30479"/>
                </a:lnTo>
                <a:lnTo>
                  <a:pt x="359634" y="33019"/>
                </a:lnTo>
                <a:lnTo>
                  <a:pt x="401163" y="41909"/>
                </a:lnTo>
                <a:lnTo>
                  <a:pt x="452217" y="60959"/>
                </a:lnTo>
                <a:lnTo>
                  <a:pt x="497937" y="90169"/>
                </a:lnTo>
                <a:lnTo>
                  <a:pt x="536926" y="125729"/>
                </a:lnTo>
                <a:lnTo>
                  <a:pt x="568041" y="167639"/>
                </a:lnTo>
                <a:lnTo>
                  <a:pt x="585694" y="204469"/>
                </a:lnTo>
                <a:lnTo>
                  <a:pt x="597378" y="242569"/>
                </a:lnTo>
                <a:lnTo>
                  <a:pt x="602839" y="281939"/>
                </a:lnTo>
                <a:lnTo>
                  <a:pt x="603301" y="294639"/>
                </a:lnTo>
                <a:lnTo>
                  <a:pt x="603278" y="298449"/>
                </a:lnTo>
                <a:lnTo>
                  <a:pt x="600045" y="336549"/>
                </a:lnTo>
                <a:lnTo>
                  <a:pt x="590520" y="375920"/>
                </a:lnTo>
                <a:lnTo>
                  <a:pt x="574899" y="412749"/>
                </a:lnTo>
                <a:lnTo>
                  <a:pt x="554452" y="445769"/>
                </a:lnTo>
                <a:lnTo>
                  <a:pt x="519400" y="485139"/>
                </a:lnTo>
                <a:lnTo>
                  <a:pt x="476982" y="518159"/>
                </a:lnTo>
                <a:lnTo>
                  <a:pt x="428468" y="542290"/>
                </a:lnTo>
                <a:lnTo>
                  <a:pt x="388209" y="554990"/>
                </a:lnTo>
                <a:lnTo>
                  <a:pt x="346045" y="562610"/>
                </a:lnTo>
                <a:lnTo>
                  <a:pt x="331440" y="562610"/>
                </a:lnTo>
                <a:lnTo>
                  <a:pt x="316835" y="563880"/>
                </a:lnTo>
                <a:lnTo>
                  <a:pt x="452725" y="563880"/>
                </a:lnTo>
                <a:lnTo>
                  <a:pt x="467965" y="557530"/>
                </a:lnTo>
                <a:lnTo>
                  <a:pt x="518003" y="525779"/>
                </a:lnTo>
                <a:lnTo>
                  <a:pt x="561056" y="485139"/>
                </a:lnTo>
                <a:lnTo>
                  <a:pt x="594584" y="438149"/>
                </a:lnTo>
                <a:lnTo>
                  <a:pt x="613761" y="398779"/>
                </a:lnTo>
                <a:lnTo>
                  <a:pt x="626588" y="355599"/>
                </a:lnTo>
                <a:lnTo>
                  <a:pt x="632557" y="311149"/>
                </a:lnTo>
                <a:lnTo>
                  <a:pt x="632938" y="294639"/>
                </a:lnTo>
                <a:lnTo>
                  <a:pt x="632430" y="279399"/>
                </a:lnTo>
                <a:lnTo>
                  <a:pt x="626080" y="234949"/>
                </a:lnTo>
                <a:lnTo>
                  <a:pt x="612999" y="193039"/>
                </a:lnTo>
                <a:lnTo>
                  <a:pt x="592806" y="152400"/>
                </a:lnTo>
                <a:lnTo>
                  <a:pt x="558135" y="105409"/>
                </a:lnTo>
                <a:lnTo>
                  <a:pt x="514955" y="66039"/>
                </a:lnTo>
                <a:lnTo>
                  <a:pt x="464409" y="34289"/>
                </a:lnTo>
                <a:lnTo>
                  <a:pt x="453335" y="29209"/>
                </a:lnTo>
                <a:close/>
              </a:path>
              <a:path w="633095" h="581659">
                <a:moveTo>
                  <a:pt x="330170" y="59689"/>
                </a:moveTo>
                <a:lnTo>
                  <a:pt x="303627" y="59689"/>
                </a:lnTo>
                <a:lnTo>
                  <a:pt x="264638" y="63500"/>
                </a:lnTo>
                <a:lnTo>
                  <a:pt x="216632" y="77469"/>
                </a:lnTo>
                <a:lnTo>
                  <a:pt x="172817" y="99059"/>
                </a:lnTo>
                <a:lnTo>
                  <a:pt x="134717" y="128269"/>
                </a:lnTo>
                <a:lnTo>
                  <a:pt x="103348" y="163829"/>
                </a:lnTo>
                <a:lnTo>
                  <a:pt x="79472" y="204469"/>
                </a:lnTo>
                <a:lnTo>
                  <a:pt x="64486" y="248919"/>
                </a:lnTo>
                <a:lnTo>
                  <a:pt x="59322" y="294639"/>
                </a:lnTo>
                <a:lnTo>
                  <a:pt x="59330" y="298449"/>
                </a:lnTo>
                <a:lnTo>
                  <a:pt x="64359" y="344170"/>
                </a:lnTo>
                <a:lnTo>
                  <a:pt x="79091" y="388619"/>
                </a:lnTo>
                <a:lnTo>
                  <a:pt x="102459" y="427989"/>
                </a:lnTo>
                <a:lnTo>
                  <a:pt x="133701" y="463549"/>
                </a:lnTo>
                <a:lnTo>
                  <a:pt x="171547" y="492759"/>
                </a:lnTo>
                <a:lnTo>
                  <a:pt x="215235" y="514349"/>
                </a:lnTo>
                <a:lnTo>
                  <a:pt x="251430" y="525779"/>
                </a:lnTo>
                <a:lnTo>
                  <a:pt x="264130" y="529590"/>
                </a:lnTo>
                <a:lnTo>
                  <a:pt x="302738" y="533399"/>
                </a:lnTo>
                <a:lnTo>
                  <a:pt x="329408" y="533399"/>
                </a:lnTo>
                <a:lnTo>
                  <a:pt x="368143" y="529590"/>
                </a:lnTo>
                <a:lnTo>
                  <a:pt x="416276" y="515619"/>
                </a:lnTo>
                <a:lnTo>
                  <a:pt x="441239" y="504189"/>
                </a:lnTo>
                <a:lnTo>
                  <a:pt x="303373" y="504189"/>
                </a:lnTo>
                <a:lnTo>
                  <a:pt x="269210" y="500379"/>
                </a:lnTo>
                <a:lnTo>
                  <a:pt x="257526" y="497839"/>
                </a:lnTo>
                <a:lnTo>
                  <a:pt x="246985" y="494029"/>
                </a:lnTo>
                <a:lnTo>
                  <a:pt x="224760" y="486409"/>
                </a:lnTo>
                <a:lnTo>
                  <a:pt x="186025" y="467359"/>
                </a:lnTo>
                <a:lnTo>
                  <a:pt x="152751" y="440689"/>
                </a:lnTo>
                <a:lnTo>
                  <a:pt x="125573" y="410209"/>
                </a:lnTo>
                <a:lnTo>
                  <a:pt x="105634" y="374649"/>
                </a:lnTo>
                <a:lnTo>
                  <a:pt x="93061" y="336549"/>
                </a:lnTo>
                <a:lnTo>
                  <a:pt x="88913" y="294639"/>
                </a:lnTo>
                <a:lnTo>
                  <a:pt x="89251" y="284480"/>
                </a:lnTo>
                <a:lnTo>
                  <a:pt x="96109" y="243839"/>
                </a:lnTo>
                <a:lnTo>
                  <a:pt x="99157" y="234949"/>
                </a:lnTo>
                <a:lnTo>
                  <a:pt x="102586" y="224789"/>
                </a:lnTo>
                <a:lnTo>
                  <a:pt x="128113" y="180339"/>
                </a:lnTo>
                <a:lnTo>
                  <a:pt x="155799" y="149859"/>
                </a:lnTo>
                <a:lnTo>
                  <a:pt x="189708" y="124459"/>
                </a:lnTo>
                <a:lnTo>
                  <a:pt x="228824" y="104139"/>
                </a:lnTo>
                <a:lnTo>
                  <a:pt x="270734" y="92709"/>
                </a:lnTo>
                <a:lnTo>
                  <a:pt x="305786" y="88900"/>
                </a:lnTo>
                <a:lnTo>
                  <a:pt x="440152" y="88900"/>
                </a:lnTo>
                <a:lnTo>
                  <a:pt x="417546" y="78739"/>
                </a:lnTo>
                <a:lnTo>
                  <a:pt x="393670" y="69850"/>
                </a:lnTo>
                <a:lnTo>
                  <a:pt x="381478" y="67309"/>
                </a:lnTo>
                <a:lnTo>
                  <a:pt x="368905" y="63500"/>
                </a:lnTo>
                <a:lnTo>
                  <a:pt x="330170" y="59689"/>
                </a:lnTo>
                <a:close/>
              </a:path>
              <a:path w="633095" h="581659">
                <a:moveTo>
                  <a:pt x="440152" y="88900"/>
                </a:moveTo>
                <a:lnTo>
                  <a:pt x="329535" y="88900"/>
                </a:lnTo>
                <a:lnTo>
                  <a:pt x="364206" y="92709"/>
                </a:lnTo>
                <a:lnTo>
                  <a:pt x="375382" y="95250"/>
                </a:lnTo>
                <a:lnTo>
                  <a:pt x="386050" y="99059"/>
                </a:lnTo>
                <a:lnTo>
                  <a:pt x="408021" y="106679"/>
                </a:lnTo>
                <a:lnTo>
                  <a:pt x="427960" y="115569"/>
                </a:lnTo>
                <a:lnTo>
                  <a:pt x="464155" y="138429"/>
                </a:lnTo>
                <a:lnTo>
                  <a:pt x="494635" y="167639"/>
                </a:lnTo>
                <a:lnTo>
                  <a:pt x="518511" y="200659"/>
                </a:lnTo>
                <a:lnTo>
                  <a:pt x="534513" y="237489"/>
                </a:lnTo>
                <a:lnTo>
                  <a:pt x="543022" y="276859"/>
                </a:lnTo>
                <a:lnTo>
                  <a:pt x="544038" y="298449"/>
                </a:lnTo>
                <a:lnTo>
                  <a:pt x="543657" y="308609"/>
                </a:lnTo>
                <a:lnTo>
                  <a:pt x="536799" y="349249"/>
                </a:lnTo>
                <a:lnTo>
                  <a:pt x="533751" y="358139"/>
                </a:lnTo>
                <a:lnTo>
                  <a:pt x="530322" y="368299"/>
                </a:lnTo>
                <a:lnTo>
                  <a:pt x="504795" y="412749"/>
                </a:lnTo>
                <a:lnTo>
                  <a:pt x="477109" y="443229"/>
                </a:lnTo>
                <a:lnTo>
                  <a:pt x="443200" y="468629"/>
                </a:lnTo>
                <a:lnTo>
                  <a:pt x="404211" y="488949"/>
                </a:lnTo>
                <a:lnTo>
                  <a:pt x="361920" y="500379"/>
                </a:lnTo>
                <a:lnTo>
                  <a:pt x="327376" y="504189"/>
                </a:lnTo>
                <a:lnTo>
                  <a:pt x="441239" y="504189"/>
                </a:lnTo>
                <a:lnTo>
                  <a:pt x="480030" y="480059"/>
                </a:lnTo>
                <a:lnTo>
                  <a:pt x="514828" y="448309"/>
                </a:lnTo>
                <a:lnTo>
                  <a:pt x="542641" y="410209"/>
                </a:lnTo>
                <a:lnTo>
                  <a:pt x="548356" y="398779"/>
                </a:lnTo>
                <a:lnTo>
                  <a:pt x="553563" y="388619"/>
                </a:lnTo>
                <a:lnTo>
                  <a:pt x="568422" y="344170"/>
                </a:lnTo>
                <a:lnTo>
                  <a:pt x="573587" y="298449"/>
                </a:lnTo>
                <a:lnTo>
                  <a:pt x="573578" y="294639"/>
                </a:lnTo>
                <a:lnTo>
                  <a:pt x="568549" y="248919"/>
                </a:lnTo>
                <a:lnTo>
                  <a:pt x="553817" y="204469"/>
                </a:lnTo>
                <a:lnTo>
                  <a:pt x="530449" y="165100"/>
                </a:lnTo>
                <a:lnTo>
                  <a:pt x="499334" y="129539"/>
                </a:lnTo>
                <a:lnTo>
                  <a:pt x="461361" y="100329"/>
                </a:lnTo>
                <a:lnTo>
                  <a:pt x="440152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5690742" y="6399072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404359" y="1280160"/>
            <a:ext cx="0" cy="5334000"/>
          </a:xfrm>
          <a:custGeom>
            <a:avLst/>
            <a:gdLst/>
            <a:ahLst/>
            <a:cxnLst/>
            <a:rect l="l" t="t" r="r" b="b"/>
            <a:pathLst>
              <a:path w="0" h="5334000">
                <a:moveTo>
                  <a:pt x="0" y="0"/>
                </a:moveTo>
                <a:lnTo>
                  <a:pt x="0" y="533400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806440" y="4577969"/>
            <a:ext cx="1592580" cy="1042035"/>
          </a:xfrm>
          <a:custGeom>
            <a:avLst/>
            <a:gdLst/>
            <a:ahLst/>
            <a:cxnLst/>
            <a:rect l="l" t="t" r="r" b="b"/>
            <a:pathLst>
              <a:path w="1592579" h="1042035">
                <a:moveTo>
                  <a:pt x="1479931" y="927480"/>
                </a:moveTo>
                <a:lnTo>
                  <a:pt x="1478711" y="965308"/>
                </a:lnTo>
                <a:lnTo>
                  <a:pt x="1497964" y="966215"/>
                </a:lnTo>
                <a:lnTo>
                  <a:pt x="1496187" y="1004315"/>
                </a:lnTo>
                <a:lnTo>
                  <a:pt x="1477454" y="1004315"/>
                </a:lnTo>
                <a:lnTo>
                  <a:pt x="1476248" y="1041730"/>
                </a:lnTo>
                <a:lnTo>
                  <a:pt x="1557552" y="1004315"/>
                </a:lnTo>
                <a:lnTo>
                  <a:pt x="1496187" y="1004315"/>
                </a:lnTo>
                <a:lnTo>
                  <a:pt x="1477484" y="1003374"/>
                </a:lnTo>
                <a:lnTo>
                  <a:pt x="1559599" y="1003374"/>
                </a:lnTo>
                <a:lnTo>
                  <a:pt x="1592326" y="988313"/>
                </a:lnTo>
                <a:lnTo>
                  <a:pt x="1479931" y="927480"/>
                </a:lnTo>
                <a:close/>
              </a:path>
              <a:path w="1592579" h="1042035">
                <a:moveTo>
                  <a:pt x="1478711" y="965308"/>
                </a:moveTo>
                <a:lnTo>
                  <a:pt x="1477484" y="1003374"/>
                </a:lnTo>
                <a:lnTo>
                  <a:pt x="1496187" y="1004315"/>
                </a:lnTo>
                <a:lnTo>
                  <a:pt x="1497964" y="966215"/>
                </a:lnTo>
                <a:lnTo>
                  <a:pt x="1478711" y="965308"/>
                </a:lnTo>
                <a:close/>
              </a:path>
              <a:path w="1592579" h="1042035">
                <a:moveTo>
                  <a:pt x="38100" y="0"/>
                </a:moveTo>
                <a:lnTo>
                  <a:pt x="0" y="1777"/>
                </a:lnTo>
                <a:lnTo>
                  <a:pt x="2286" y="48132"/>
                </a:lnTo>
                <a:lnTo>
                  <a:pt x="9271" y="96138"/>
                </a:lnTo>
                <a:lnTo>
                  <a:pt x="20574" y="143890"/>
                </a:lnTo>
                <a:lnTo>
                  <a:pt x="36322" y="191134"/>
                </a:lnTo>
                <a:lnTo>
                  <a:pt x="56134" y="237870"/>
                </a:lnTo>
                <a:lnTo>
                  <a:pt x="80010" y="284098"/>
                </a:lnTo>
                <a:lnTo>
                  <a:pt x="107442" y="329691"/>
                </a:lnTo>
                <a:lnTo>
                  <a:pt x="138684" y="374395"/>
                </a:lnTo>
                <a:lnTo>
                  <a:pt x="173227" y="418210"/>
                </a:lnTo>
                <a:lnTo>
                  <a:pt x="211327" y="461390"/>
                </a:lnTo>
                <a:lnTo>
                  <a:pt x="252349" y="503300"/>
                </a:lnTo>
                <a:lnTo>
                  <a:pt x="296545" y="544321"/>
                </a:lnTo>
                <a:lnTo>
                  <a:pt x="343408" y="584072"/>
                </a:lnTo>
                <a:lnTo>
                  <a:pt x="393192" y="622553"/>
                </a:lnTo>
                <a:lnTo>
                  <a:pt x="445515" y="659891"/>
                </a:lnTo>
                <a:lnTo>
                  <a:pt x="500252" y="695832"/>
                </a:lnTo>
                <a:lnTo>
                  <a:pt x="557276" y="730122"/>
                </a:lnTo>
                <a:lnTo>
                  <a:pt x="616458" y="762888"/>
                </a:lnTo>
                <a:lnTo>
                  <a:pt x="677799" y="794003"/>
                </a:lnTo>
                <a:lnTo>
                  <a:pt x="740790" y="823340"/>
                </a:lnTo>
                <a:lnTo>
                  <a:pt x="805561" y="850899"/>
                </a:lnTo>
                <a:lnTo>
                  <a:pt x="871982" y="876553"/>
                </a:lnTo>
                <a:lnTo>
                  <a:pt x="939927" y="900175"/>
                </a:lnTo>
                <a:lnTo>
                  <a:pt x="1008888" y="921638"/>
                </a:lnTo>
                <a:lnTo>
                  <a:pt x="1079245" y="940942"/>
                </a:lnTo>
                <a:lnTo>
                  <a:pt x="1150619" y="958087"/>
                </a:lnTo>
                <a:lnTo>
                  <a:pt x="1222756" y="972692"/>
                </a:lnTo>
                <a:lnTo>
                  <a:pt x="1295654" y="984884"/>
                </a:lnTo>
                <a:lnTo>
                  <a:pt x="1369187" y="994663"/>
                </a:lnTo>
                <a:lnTo>
                  <a:pt x="1443228" y="1001648"/>
                </a:lnTo>
                <a:lnTo>
                  <a:pt x="1477484" y="1003374"/>
                </a:lnTo>
                <a:lnTo>
                  <a:pt x="1478711" y="965308"/>
                </a:lnTo>
                <a:lnTo>
                  <a:pt x="1446784" y="963802"/>
                </a:lnTo>
                <a:lnTo>
                  <a:pt x="1374139" y="956944"/>
                </a:lnTo>
                <a:lnTo>
                  <a:pt x="1302004" y="947419"/>
                </a:lnTo>
                <a:lnTo>
                  <a:pt x="1230376" y="935354"/>
                </a:lnTo>
                <a:lnTo>
                  <a:pt x="1159383" y="921003"/>
                </a:lnTo>
                <a:lnTo>
                  <a:pt x="1089406" y="904239"/>
                </a:lnTo>
                <a:lnTo>
                  <a:pt x="1020317" y="885316"/>
                </a:lnTo>
                <a:lnTo>
                  <a:pt x="952373" y="864107"/>
                </a:lnTo>
                <a:lnTo>
                  <a:pt x="885698" y="840993"/>
                </a:lnTo>
                <a:lnTo>
                  <a:pt x="820546" y="815847"/>
                </a:lnTo>
                <a:lnTo>
                  <a:pt x="756919" y="788923"/>
                </a:lnTo>
                <a:lnTo>
                  <a:pt x="694944" y="759967"/>
                </a:lnTo>
                <a:lnTo>
                  <a:pt x="634873" y="729614"/>
                </a:lnTo>
                <a:lnTo>
                  <a:pt x="576961" y="697356"/>
                </a:lnTo>
                <a:lnTo>
                  <a:pt x="521208" y="663828"/>
                </a:lnTo>
                <a:lnTo>
                  <a:pt x="467613" y="628903"/>
                </a:lnTo>
                <a:lnTo>
                  <a:pt x="416560" y="592454"/>
                </a:lnTo>
                <a:lnTo>
                  <a:pt x="368046" y="554989"/>
                </a:lnTo>
                <a:lnTo>
                  <a:pt x="322452" y="516254"/>
                </a:lnTo>
                <a:lnTo>
                  <a:pt x="279526" y="476630"/>
                </a:lnTo>
                <a:lnTo>
                  <a:pt x="239775" y="436117"/>
                </a:lnTo>
                <a:lnTo>
                  <a:pt x="203200" y="394715"/>
                </a:lnTo>
                <a:lnTo>
                  <a:pt x="169925" y="352551"/>
                </a:lnTo>
                <a:lnTo>
                  <a:pt x="140081" y="309879"/>
                </a:lnTo>
                <a:lnTo>
                  <a:pt x="113792" y="266699"/>
                </a:lnTo>
                <a:lnTo>
                  <a:pt x="91186" y="223011"/>
                </a:lnTo>
                <a:lnTo>
                  <a:pt x="72517" y="179069"/>
                </a:lnTo>
                <a:lnTo>
                  <a:pt x="57658" y="134873"/>
                </a:lnTo>
                <a:lnTo>
                  <a:pt x="46989" y="90677"/>
                </a:lnTo>
                <a:lnTo>
                  <a:pt x="40386" y="46227"/>
                </a:lnTo>
                <a:lnTo>
                  <a:pt x="3810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998464" y="4503165"/>
            <a:ext cx="1428750" cy="432434"/>
          </a:xfrm>
          <a:custGeom>
            <a:avLst/>
            <a:gdLst/>
            <a:ahLst/>
            <a:cxnLst/>
            <a:rect l="l" t="t" r="r" b="b"/>
            <a:pathLst>
              <a:path w="1428750" h="432435">
                <a:moveTo>
                  <a:pt x="1314958" y="318007"/>
                </a:moveTo>
                <a:lnTo>
                  <a:pt x="1314407" y="356085"/>
                </a:lnTo>
                <a:lnTo>
                  <a:pt x="1333627" y="356488"/>
                </a:lnTo>
                <a:lnTo>
                  <a:pt x="1332864" y="394588"/>
                </a:lnTo>
                <a:lnTo>
                  <a:pt x="1313851" y="394588"/>
                </a:lnTo>
                <a:lnTo>
                  <a:pt x="1313307" y="432307"/>
                </a:lnTo>
                <a:lnTo>
                  <a:pt x="1391593" y="394588"/>
                </a:lnTo>
                <a:lnTo>
                  <a:pt x="1332864" y="394588"/>
                </a:lnTo>
                <a:lnTo>
                  <a:pt x="1313857" y="394198"/>
                </a:lnTo>
                <a:lnTo>
                  <a:pt x="1392403" y="394198"/>
                </a:lnTo>
                <a:lnTo>
                  <a:pt x="1428495" y="376808"/>
                </a:lnTo>
                <a:lnTo>
                  <a:pt x="1314958" y="318007"/>
                </a:lnTo>
                <a:close/>
              </a:path>
              <a:path w="1428750" h="432435">
                <a:moveTo>
                  <a:pt x="1314407" y="356085"/>
                </a:moveTo>
                <a:lnTo>
                  <a:pt x="1313857" y="394198"/>
                </a:lnTo>
                <a:lnTo>
                  <a:pt x="1332864" y="394588"/>
                </a:lnTo>
                <a:lnTo>
                  <a:pt x="1333627" y="356488"/>
                </a:lnTo>
                <a:lnTo>
                  <a:pt x="1314407" y="356085"/>
                </a:lnTo>
                <a:close/>
              </a:path>
              <a:path w="1428750" h="432435">
                <a:moveTo>
                  <a:pt x="38100" y="0"/>
                </a:moveTo>
                <a:lnTo>
                  <a:pt x="0" y="2031"/>
                </a:lnTo>
                <a:lnTo>
                  <a:pt x="508" y="10921"/>
                </a:lnTo>
                <a:lnTo>
                  <a:pt x="2286" y="21843"/>
                </a:lnTo>
                <a:lnTo>
                  <a:pt x="20827" y="63880"/>
                </a:lnTo>
                <a:lnTo>
                  <a:pt x="54990" y="102361"/>
                </a:lnTo>
                <a:lnTo>
                  <a:pt x="89153" y="129412"/>
                </a:lnTo>
                <a:lnTo>
                  <a:pt x="130556" y="155574"/>
                </a:lnTo>
                <a:lnTo>
                  <a:pt x="178562" y="180720"/>
                </a:lnTo>
                <a:lnTo>
                  <a:pt x="214122" y="196976"/>
                </a:lnTo>
                <a:lnTo>
                  <a:pt x="252349" y="212724"/>
                </a:lnTo>
                <a:lnTo>
                  <a:pt x="293115" y="228218"/>
                </a:lnTo>
                <a:lnTo>
                  <a:pt x="336296" y="242950"/>
                </a:lnTo>
                <a:lnTo>
                  <a:pt x="381888" y="257428"/>
                </a:lnTo>
                <a:lnTo>
                  <a:pt x="454533" y="278002"/>
                </a:lnTo>
                <a:lnTo>
                  <a:pt x="505460" y="291083"/>
                </a:lnTo>
                <a:lnTo>
                  <a:pt x="558291" y="303529"/>
                </a:lnTo>
                <a:lnTo>
                  <a:pt x="612902" y="315340"/>
                </a:lnTo>
                <a:lnTo>
                  <a:pt x="669289" y="326389"/>
                </a:lnTo>
                <a:lnTo>
                  <a:pt x="727075" y="336803"/>
                </a:lnTo>
                <a:lnTo>
                  <a:pt x="786257" y="346582"/>
                </a:lnTo>
                <a:lnTo>
                  <a:pt x="846836" y="355472"/>
                </a:lnTo>
                <a:lnTo>
                  <a:pt x="908431" y="363600"/>
                </a:lnTo>
                <a:lnTo>
                  <a:pt x="971295" y="370966"/>
                </a:lnTo>
                <a:lnTo>
                  <a:pt x="1034795" y="377443"/>
                </a:lnTo>
                <a:lnTo>
                  <a:pt x="1099312" y="383031"/>
                </a:lnTo>
                <a:lnTo>
                  <a:pt x="1164336" y="387603"/>
                </a:lnTo>
                <a:lnTo>
                  <a:pt x="1229867" y="391286"/>
                </a:lnTo>
                <a:lnTo>
                  <a:pt x="1295781" y="393826"/>
                </a:lnTo>
                <a:lnTo>
                  <a:pt x="1313857" y="394198"/>
                </a:lnTo>
                <a:lnTo>
                  <a:pt x="1314407" y="356085"/>
                </a:lnTo>
                <a:lnTo>
                  <a:pt x="1297305" y="355726"/>
                </a:lnTo>
                <a:lnTo>
                  <a:pt x="1232027" y="353186"/>
                </a:lnTo>
                <a:lnTo>
                  <a:pt x="1167003" y="349630"/>
                </a:lnTo>
                <a:lnTo>
                  <a:pt x="1102487" y="345058"/>
                </a:lnTo>
                <a:lnTo>
                  <a:pt x="1038733" y="339597"/>
                </a:lnTo>
                <a:lnTo>
                  <a:pt x="975613" y="333120"/>
                </a:lnTo>
                <a:lnTo>
                  <a:pt x="913511" y="325881"/>
                </a:lnTo>
                <a:lnTo>
                  <a:pt x="852424" y="317880"/>
                </a:lnTo>
                <a:lnTo>
                  <a:pt x="792353" y="308863"/>
                </a:lnTo>
                <a:lnTo>
                  <a:pt x="733806" y="299338"/>
                </a:lnTo>
                <a:lnTo>
                  <a:pt x="676656" y="289051"/>
                </a:lnTo>
                <a:lnTo>
                  <a:pt x="620903" y="278002"/>
                </a:lnTo>
                <a:lnTo>
                  <a:pt x="567055" y="266445"/>
                </a:lnTo>
                <a:lnTo>
                  <a:pt x="514858" y="254126"/>
                </a:lnTo>
                <a:lnTo>
                  <a:pt x="464693" y="241299"/>
                </a:lnTo>
                <a:lnTo>
                  <a:pt x="416433" y="227964"/>
                </a:lnTo>
                <a:lnTo>
                  <a:pt x="348488" y="206882"/>
                </a:lnTo>
                <a:lnTo>
                  <a:pt x="306197" y="192404"/>
                </a:lnTo>
                <a:lnTo>
                  <a:pt x="266573" y="177418"/>
                </a:lnTo>
                <a:lnTo>
                  <a:pt x="229615" y="162051"/>
                </a:lnTo>
                <a:lnTo>
                  <a:pt x="179450" y="138556"/>
                </a:lnTo>
                <a:lnTo>
                  <a:pt x="136271" y="114807"/>
                </a:lnTo>
                <a:lnTo>
                  <a:pt x="100584" y="90677"/>
                </a:lnTo>
                <a:lnTo>
                  <a:pt x="65405" y="59054"/>
                </a:lnTo>
                <a:lnTo>
                  <a:pt x="41910" y="22224"/>
                </a:lnTo>
                <a:lnTo>
                  <a:pt x="38608" y="8889"/>
                </a:lnTo>
                <a:lnTo>
                  <a:pt x="3810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276853" y="1212214"/>
            <a:ext cx="543560" cy="114300"/>
          </a:xfrm>
          <a:custGeom>
            <a:avLst/>
            <a:gdLst/>
            <a:ahLst/>
            <a:cxnLst/>
            <a:rect l="l" t="t" r="r" b="b"/>
            <a:pathLst>
              <a:path w="543560" h="114300">
                <a:moveTo>
                  <a:pt x="430657" y="0"/>
                </a:moveTo>
                <a:lnTo>
                  <a:pt x="429640" y="38105"/>
                </a:lnTo>
                <a:lnTo>
                  <a:pt x="448691" y="38608"/>
                </a:lnTo>
                <a:lnTo>
                  <a:pt x="447675" y="76708"/>
                </a:lnTo>
                <a:lnTo>
                  <a:pt x="428611" y="76708"/>
                </a:lnTo>
                <a:lnTo>
                  <a:pt x="427609" y="114300"/>
                </a:lnTo>
                <a:lnTo>
                  <a:pt x="507899" y="76708"/>
                </a:lnTo>
                <a:lnTo>
                  <a:pt x="447675" y="76708"/>
                </a:lnTo>
                <a:lnTo>
                  <a:pt x="428624" y="76205"/>
                </a:lnTo>
                <a:lnTo>
                  <a:pt x="508972" y="76205"/>
                </a:lnTo>
                <a:lnTo>
                  <a:pt x="543433" y="60071"/>
                </a:lnTo>
                <a:lnTo>
                  <a:pt x="430657" y="0"/>
                </a:lnTo>
                <a:close/>
              </a:path>
              <a:path w="543560" h="114300">
                <a:moveTo>
                  <a:pt x="429640" y="38105"/>
                </a:moveTo>
                <a:lnTo>
                  <a:pt x="428624" y="76205"/>
                </a:lnTo>
                <a:lnTo>
                  <a:pt x="447675" y="76708"/>
                </a:lnTo>
                <a:lnTo>
                  <a:pt x="448691" y="38608"/>
                </a:lnTo>
                <a:lnTo>
                  <a:pt x="429640" y="38105"/>
                </a:lnTo>
                <a:close/>
              </a:path>
              <a:path w="543560" h="114300">
                <a:moveTo>
                  <a:pt x="1016" y="26797"/>
                </a:moveTo>
                <a:lnTo>
                  <a:pt x="0" y="64897"/>
                </a:lnTo>
                <a:lnTo>
                  <a:pt x="428624" y="76205"/>
                </a:lnTo>
                <a:lnTo>
                  <a:pt x="429640" y="38105"/>
                </a:lnTo>
                <a:lnTo>
                  <a:pt x="1016" y="26797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304285" y="2216530"/>
            <a:ext cx="543560" cy="114300"/>
          </a:xfrm>
          <a:custGeom>
            <a:avLst/>
            <a:gdLst/>
            <a:ahLst/>
            <a:cxnLst/>
            <a:rect l="l" t="t" r="r" b="b"/>
            <a:pathLst>
              <a:path w="543560" h="114300">
                <a:moveTo>
                  <a:pt x="430656" y="0"/>
                </a:moveTo>
                <a:lnTo>
                  <a:pt x="429640" y="38105"/>
                </a:lnTo>
                <a:lnTo>
                  <a:pt x="448690" y="38608"/>
                </a:lnTo>
                <a:lnTo>
                  <a:pt x="447675" y="76708"/>
                </a:lnTo>
                <a:lnTo>
                  <a:pt x="428611" y="76708"/>
                </a:lnTo>
                <a:lnTo>
                  <a:pt x="427609" y="114300"/>
                </a:lnTo>
                <a:lnTo>
                  <a:pt x="507899" y="76708"/>
                </a:lnTo>
                <a:lnTo>
                  <a:pt x="447675" y="76708"/>
                </a:lnTo>
                <a:lnTo>
                  <a:pt x="428624" y="76205"/>
                </a:lnTo>
                <a:lnTo>
                  <a:pt x="508972" y="76205"/>
                </a:lnTo>
                <a:lnTo>
                  <a:pt x="543433" y="60071"/>
                </a:lnTo>
                <a:lnTo>
                  <a:pt x="430656" y="0"/>
                </a:lnTo>
                <a:close/>
              </a:path>
              <a:path w="543560" h="114300">
                <a:moveTo>
                  <a:pt x="429640" y="38105"/>
                </a:moveTo>
                <a:lnTo>
                  <a:pt x="428624" y="76205"/>
                </a:lnTo>
                <a:lnTo>
                  <a:pt x="447675" y="76708"/>
                </a:lnTo>
                <a:lnTo>
                  <a:pt x="448690" y="38608"/>
                </a:lnTo>
                <a:lnTo>
                  <a:pt x="429640" y="38105"/>
                </a:lnTo>
                <a:close/>
              </a:path>
              <a:path w="543560" h="114300">
                <a:moveTo>
                  <a:pt x="1015" y="26797"/>
                </a:moveTo>
                <a:lnTo>
                  <a:pt x="0" y="64897"/>
                </a:lnTo>
                <a:lnTo>
                  <a:pt x="428624" y="76205"/>
                </a:lnTo>
                <a:lnTo>
                  <a:pt x="429640" y="38105"/>
                </a:lnTo>
                <a:lnTo>
                  <a:pt x="1015" y="26797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302761" y="2960242"/>
            <a:ext cx="543560" cy="114300"/>
          </a:xfrm>
          <a:custGeom>
            <a:avLst/>
            <a:gdLst/>
            <a:ahLst/>
            <a:cxnLst/>
            <a:rect l="l" t="t" r="r" b="b"/>
            <a:pathLst>
              <a:path w="543560" h="114300">
                <a:moveTo>
                  <a:pt x="430657" y="0"/>
                </a:moveTo>
                <a:lnTo>
                  <a:pt x="429640" y="38105"/>
                </a:lnTo>
                <a:lnTo>
                  <a:pt x="448690" y="38608"/>
                </a:lnTo>
                <a:lnTo>
                  <a:pt x="447675" y="76708"/>
                </a:lnTo>
                <a:lnTo>
                  <a:pt x="428611" y="76708"/>
                </a:lnTo>
                <a:lnTo>
                  <a:pt x="427609" y="114300"/>
                </a:lnTo>
                <a:lnTo>
                  <a:pt x="507899" y="76708"/>
                </a:lnTo>
                <a:lnTo>
                  <a:pt x="447675" y="76708"/>
                </a:lnTo>
                <a:lnTo>
                  <a:pt x="428624" y="76205"/>
                </a:lnTo>
                <a:lnTo>
                  <a:pt x="508972" y="76205"/>
                </a:lnTo>
                <a:lnTo>
                  <a:pt x="543433" y="60071"/>
                </a:lnTo>
                <a:lnTo>
                  <a:pt x="430657" y="0"/>
                </a:lnTo>
                <a:close/>
              </a:path>
              <a:path w="543560" h="114300">
                <a:moveTo>
                  <a:pt x="429640" y="38105"/>
                </a:moveTo>
                <a:lnTo>
                  <a:pt x="428624" y="76205"/>
                </a:lnTo>
                <a:lnTo>
                  <a:pt x="447675" y="76708"/>
                </a:lnTo>
                <a:lnTo>
                  <a:pt x="448690" y="38608"/>
                </a:lnTo>
                <a:lnTo>
                  <a:pt x="429640" y="38105"/>
                </a:lnTo>
                <a:close/>
              </a:path>
              <a:path w="543560" h="114300">
                <a:moveTo>
                  <a:pt x="1015" y="26797"/>
                </a:moveTo>
                <a:lnTo>
                  <a:pt x="0" y="64897"/>
                </a:lnTo>
                <a:lnTo>
                  <a:pt x="428624" y="76205"/>
                </a:lnTo>
                <a:lnTo>
                  <a:pt x="429640" y="38105"/>
                </a:lnTo>
                <a:lnTo>
                  <a:pt x="1015" y="26797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302761" y="3636898"/>
            <a:ext cx="543560" cy="114300"/>
          </a:xfrm>
          <a:custGeom>
            <a:avLst/>
            <a:gdLst/>
            <a:ahLst/>
            <a:cxnLst/>
            <a:rect l="l" t="t" r="r" b="b"/>
            <a:pathLst>
              <a:path w="543560" h="114300">
                <a:moveTo>
                  <a:pt x="430657" y="0"/>
                </a:moveTo>
                <a:lnTo>
                  <a:pt x="429640" y="38105"/>
                </a:lnTo>
                <a:lnTo>
                  <a:pt x="448690" y="38607"/>
                </a:lnTo>
                <a:lnTo>
                  <a:pt x="447675" y="76707"/>
                </a:lnTo>
                <a:lnTo>
                  <a:pt x="428611" y="76707"/>
                </a:lnTo>
                <a:lnTo>
                  <a:pt x="427609" y="114300"/>
                </a:lnTo>
                <a:lnTo>
                  <a:pt x="507899" y="76707"/>
                </a:lnTo>
                <a:lnTo>
                  <a:pt x="447675" y="76707"/>
                </a:lnTo>
                <a:lnTo>
                  <a:pt x="428624" y="76205"/>
                </a:lnTo>
                <a:lnTo>
                  <a:pt x="508972" y="76205"/>
                </a:lnTo>
                <a:lnTo>
                  <a:pt x="543433" y="60070"/>
                </a:lnTo>
                <a:lnTo>
                  <a:pt x="430657" y="0"/>
                </a:lnTo>
                <a:close/>
              </a:path>
              <a:path w="543560" h="114300">
                <a:moveTo>
                  <a:pt x="429640" y="38105"/>
                </a:moveTo>
                <a:lnTo>
                  <a:pt x="428624" y="76205"/>
                </a:lnTo>
                <a:lnTo>
                  <a:pt x="447675" y="76707"/>
                </a:lnTo>
                <a:lnTo>
                  <a:pt x="448690" y="38607"/>
                </a:lnTo>
                <a:lnTo>
                  <a:pt x="429640" y="38105"/>
                </a:lnTo>
                <a:close/>
              </a:path>
              <a:path w="543560" h="114300">
                <a:moveTo>
                  <a:pt x="1015" y="26796"/>
                </a:moveTo>
                <a:lnTo>
                  <a:pt x="0" y="64896"/>
                </a:lnTo>
                <a:lnTo>
                  <a:pt x="428624" y="76205"/>
                </a:lnTo>
                <a:lnTo>
                  <a:pt x="429640" y="38105"/>
                </a:lnTo>
                <a:lnTo>
                  <a:pt x="1015" y="26796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296665" y="4260215"/>
            <a:ext cx="543560" cy="114300"/>
          </a:xfrm>
          <a:custGeom>
            <a:avLst/>
            <a:gdLst/>
            <a:ahLst/>
            <a:cxnLst/>
            <a:rect l="l" t="t" r="r" b="b"/>
            <a:pathLst>
              <a:path w="543560" h="114300">
                <a:moveTo>
                  <a:pt x="430657" y="0"/>
                </a:moveTo>
                <a:lnTo>
                  <a:pt x="429640" y="38105"/>
                </a:lnTo>
                <a:lnTo>
                  <a:pt x="448691" y="38608"/>
                </a:lnTo>
                <a:lnTo>
                  <a:pt x="447675" y="76708"/>
                </a:lnTo>
                <a:lnTo>
                  <a:pt x="428611" y="76708"/>
                </a:lnTo>
                <a:lnTo>
                  <a:pt x="427609" y="114300"/>
                </a:lnTo>
                <a:lnTo>
                  <a:pt x="507899" y="76708"/>
                </a:lnTo>
                <a:lnTo>
                  <a:pt x="447675" y="76708"/>
                </a:lnTo>
                <a:lnTo>
                  <a:pt x="428624" y="76205"/>
                </a:lnTo>
                <a:lnTo>
                  <a:pt x="508972" y="76205"/>
                </a:lnTo>
                <a:lnTo>
                  <a:pt x="543433" y="60071"/>
                </a:lnTo>
                <a:lnTo>
                  <a:pt x="430657" y="0"/>
                </a:lnTo>
                <a:close/>
              </a:path>
              <a:path w="543560" h="114300">
                <a:moveTo>
                  <a:pt x="429640" y="38105"/>
                </a:moveTo>
                <a:lnTo>
                  <a:pt x="428624" y="76205"/>
                </a:lnTo>
                <a:lnTo>
                  <a:pt x="447675" y="76708"/>
                </a:lnTo>
                <a:lnTo>
                  <a:pt x="448691" y="38608"/>
                </a:lnTo>
                <a:lnTo>
                  <a:pt x="429640" y="38105"/>
                </a:lnTo>
                <a:close/>
              </a:path>
              <a:path w="543560" h="114300">
                <a:moveTo>
                  <a:pt x="1016" y="26797"/>
                </a:moveTo>
                <a:lnTo>
                  <a:pt x="0" y="64897"/>
                </a:lnTo>
                <a:lnTo>
                  <a:pt x="428624" y="76205"/>
                </a:lnTo>
                <a:lnTo>
                  <a:pt x="429640" y="38105"/>
                </a:lnTo>
                <a:lnTo>
                  <a:pt x="1016" y="26797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267709" y="5727827"/>
            <a:ext cx="543560" cy="114300"/>
          </a:xfrm>
          <a:custGeom>
            <a:avLst/>
            <a:gdLst/>
            <a:ahLst/>
            <a:cxnLst/>
            <a:rect l="l" t="t" r="r" b="b"/>
            <a:pathLst>
              <a:path w="543560" h="114300">
                <a:moveTo>
                  <a:pt x="430656" y="0"/>
                </a:moveTo>
                <a:lnTo>
                  <a:pt x="429641" y="38081"/>
                </a:lnTo>
                <a:lnTo>
                  <a:pt x="448690" y="38582"/>
                </a:lnTo>
                <a:lnTo>
                  <a:pt x="447675" y="76669"/>
                </a:lnTo>
                <a:lnTo>
                  <a:pt x="428611" y="76669"/>
                </a:lnTo>
                <a:lnTo>
                  <a:pt x="427609" y="114261"/>
                </a:lnTo>
                <a:lnTo>
                  <a:pt x="508049" y="76669"/>
                </a:lnTo>
                <a:lnTo>
                  <a:pt x="447675" y="76669"/>
                </a:lnTo>
                <a:lnTo>
                  <a:pt x="428625" y="76168"/>
                </a:lnTo>
                <a:lnTo>
                  <a:pt x="509123" y="76168"/>
                </a:lnTo>
                <a:lnTo>
                  <a:pt x="543432" y="60134"/>
                </a:lnTo>
                <a:lnTo>
                  <a:pt x="430656" y="0"/>
                </a:lnTo>
                <a:close/>
              </a:path>
              <a:path w="543560" h="114300">
                <a:moveTo>
                  <a:pt x="429641" y="38081"/>
                </a:moveTo>
                <a:lnTo>
                  <a:pt x="428625" y="76168"/>
                </a:lnTo>
                <a:lnTo>
                  <a:pt x="447675" y="76669"/>
                </a:lnTo>
                <a:lnTo>
                  <a:pt x="448690" y="38582"/>
                </a:lnTo>
                <a:lnTo>
                  <a:pt x="429641" y="38081"/>
                </a:lnTo>
                <a:close/>
              </a:path>
              <a:path w="543560" h="114300">
                <a:moveTo>
                  <a:pt x="1015" y="26797"/>
                </a:moveTo>
                <a:lnTo>
                  <a:pt x="0" y="64884"/>
                </a:lnTo>
                <a:lnTo>
                  <a:pt x="428625" y="76168"/>
                </a:lnTo>
                <a:lnTo>
                  <a:pt x="429641" y="38081"/>
                </a:lnTo>
                <a:lnTo>
                  <a:pt x="1015" y="26797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276853" y="6585839"/>
            <a:ext cx="543560" cy="114300"/>
          </a:xfrm>
          <a:custGeom>
            <a:avLst/>
            <a:gdLst/>
            <a:ahLst/>
            <a:cxnLst/>
            <a:rect l="l" t="t" r="r" b="b"/>
            <a:pathLst>
              <a:path w="543560" h="114300">
                <a:moveTo>
                  <a:pt x="430657" y="0"/>
                </a:moveTo>
                <a:lnTo>
                  <a:pt x="429641" y="38081"/>
                </a:lnTo>
                <a:lnTo>
                  <a:pt x="448691" y="38582"/>
                </a:lnTo>
                <a:lnTo>
                  <a:pt x="447675" y="76669"/>
                </a:lnTo>
                <a:lnTo>
                  <a:pt x="428611" y="76669"/>
                </a:lnTo>
                <a:lnTo>
                  <a:pt x="427609" y="114249"/>
                </a:lnTo>
                <a:lnTo>
                  <a:pt x="508041" y="76669"/>
                </a:lnTo>
                <a:lnTo>
                  <a:pt x="447675" y="76669"/>
                </a:lnTo>
                <a:lnTo>
                  <a:pt x="428624" y="76168"/>
                </a:lnTo>
                <a:lnTo>
                  <a:pt x="509114" y="76168"/>
                </a:lnTo>
                <a:lnTo>
                  <a:pt x="543433" y="60134"/>
                </a:lnTo>
                <a:lnTo>
                  <a:pt x="430657" y="0"/>
                </a:lnTo>
                <a:close/>
              </a:path>
              <a:path w="543560" h="114300">
                <a:moveTo>
                  <a:pt x="429641" y="38081"/>
                </a:moveTo>
                <a:lnTo>
                  <a:pt x="428624" y="76168"/>
                </a:lnTo>
                <a:lnTo>
                  <a:pt x="447675" y="76669"/>
                </a:lnTo>
                <a:lnTo>
                  <a:pt x="448691" y="38582"/>
                </a:lnTo>
                <a:lnTo>
                  <a:pt x="429641" y="38081"/>
                </a:lnTo>
                <a:close/>
              </a:path>
              <a:path w="543560" h="114300">
                <a:moveTo>
                  <a:pt x="1016" y="26796"/>
                </a:moveTo>
                <a:lnTo>
                  <a:pt x="0" y="64884"/>
                </a:lnTo>
                <a:lnTo>
                  <a:pt x="428624" y="76168"/>
                </a:lnTo>
                <a:lnTo>
                  <a:pt x="429641" y="38081"/>
                </a:lnTo>
                <a:lnTo>
                  <a:pt x="1016" y="26796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156204" y="1754123"/>
            <a:ext cx="1219200" cy="5104130"/>
          </a:xfrm>
          <a:custGeom>
            <a:avLst/>
            <a:gdLst/>
            <a:ahLst/>
            <a:cxnLst/>
            <a:rect l="l" t="t" r="r" b="b"/>
            <a:pathLst>
              <a:path w="1219200" h="5104130">
                <a:moveTo>
                  <a:pt x="1219199" y="5103874"/>
                </a:moveTo>
                <a:lnTo>
                  <a:pt x="1219199" y="0"/>
                </a:lnTo>
                <a:lnTo>
                  <a:pt x="0" y="0"/>
                </a:lnTo>
                <a:lnTo>
                  <a:pt x="0" y="5103874"/>
                </a:lnTo>
                <a:lnTo>
                  <a:pt x="1219199" y="5103874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7718552" y="78612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7731379" y="179077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709027" y="3803141"/>
            <a:ext cx="177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9013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2017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0440" y="26923"/>
            <a:ext cx="2645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85594" y="1050797"/>
            <a:ext cx="542925" cy="504825"/>
          </a:xfrm>
          <a:custGeom>
            <a:avLst/>
            <a:gdLst/>
            <a:ahLst/>
            <a:cxnLst/>
            <a:rect l="l" t="t" r="r" b="b"/>
            <a:pathLst>
              <a:path w="542925" h="504825">
                <a:moveTo>
                  <a:pt x="0" y="252222"/>
                </a:moveTo>
                <a:lnTo>
                  <a:pt x="4369" y="206879"/>
                </a:lnTo>
                <a:lnTo>
                  <a:pt x="16966" y="164205"/>
                </a:lnTo>
                <a:lnTo>
                  <a:pt x="37027" y="124911"/>
                </a:lnTo>
                <a:lnTo>
                  <a:pt x="63786" y="89710"/>
                </a:lnTo>
                <a:lnTo>
                  <a:pt x="96478" y="59312"/>
                </a:lnTo>
                <a:lnTo>
                  <a:pt x="134337" y="34431"/>
                </a:lnTo>
                <a:lnTo>
                  <a:pt x="176600" y="15777"/>
                </a:lnTo>
                <a:lnTo>
                  <a:pt x="222499" y="4062"/>
                </a:lnTo>
                <a:lnTo>
                  <a:pt x="271272" y="0"/>
                </a:lnTo>
                <a:lnTo>
                  <a:pt x="320044" y="4062"/>
                </a:lnTo>
                <a:lnTo>
                  <a:pt x="365943" y="15777"/>
                </a:lnTo>
                <a:lnTo>
                  <a:pt x="408206" y="34431"/>
                </a:lnTo>
                <a:lnTo>
                  <a:pt x="446065" y="59312"/>
                </a:lnTo>
                <a:lnTo>
                  <a:pt x="478757" y="89710"/>
                </a:lnTo>
                <a:lnTo>
                  <a:pt x="505516" y="124911"/>
                </a:lnTo>
                <a:lnTo>
                  <a:pt x="525577" y="164205"/>
                </a:lnTo>
                <a:lnTo>
                  <a:pt x="538174" y="206879"/>
                </a:lnTo>
                <a:lnTo>
                  <a:pt x="542544" y="252222"/>
                </a:lnTo>
                <a:lnTo>
                  <a:pt x="538174" y="297564"/>
                </a:lnTo>
                <a:lnTo>
                  <a:pt x="525577" y="340238"/>
                </a:lnTo>
                <a:lnTo>
                  <a:pt x="505516" y="379532"/>
                </a:lnTo>
                <a:lnTo>
                  <a:pt x="478757" y="414733"/>
                </a:lnTo>
                <a:lnTo>
                  <a:pt x="446065" y="445131"/>
                </a:lnTo>
                <a:lnTo>
                  <a:pt x="408206" y="470012"/>
                </a:lnTo>
                <a:lnTo>
                  <a:pt x="365943" y="488666"/>
                </a:lnTo>
                <a:lnTo>
                  <a:pt x="320044" y="500381"/>
                </a:lnTo>
                <a:lnTo>
                  <a:pt x="271272" y="504443"/>
                </a:lnTo>
                <a:lnTo>
                  <a:pt x="222499" y="500381"/>
                </a:lnTo>
                <a:lnTo>
                  <a:pt x="176600" y="488666"/>
                </a:lnTo>
                <a:lnTo>
                  <a:pt x="134337" y="470012"/>
                </a:lnTo>
                <a:lnTo>
                  <a:pt x="96478" y="445131"/>
                </a:lnTo>
                <a:lnTo>
                  <a:pt x="63786" y="414733"/>
                </a:lnTo>
                <a:lnTo>
                  <a:pt x="37027" y="379532"/>
                </a:lnTo>
                <a:lnTo>
                  <a:pt x="16966" y="340238"/>
                </a:lnTo>
                <a:lnTo>
                  <a:pt x="4369" y="297564"/>
                </a:lnTo>
                <a:lnTo>
                  <a:pt x="0" y="25222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278507" y="1127887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37282" y="1231391"/>
            <a:ext cx="1149350" cy="114300"/>
          </a:xfrm>
          <a:custGeom>
            <a:avLst/>
            <a:gdLst/>
            <a:ahLst/>
            <a:cxnLst/>
            <a:rect l="l" t="t" r="r" b="b"/>
            <a:pathLst>
              <a:path w="1149350" h="114300">
                <a:moveTo>
                  <a:pt x="1034795" y="0"/>
                </a:moveTo>
                <a:lnTo>
                  <a:pt x="1034795" y="114300"/>
                </a:lnTo>
                <a:lnTo>
                  <a:pt x="1110995" y="76200"/>
                </a:lnTo>
                <a:lnTo>
                  <a:pt x="1053845" y="76200"/>
                </a:lnTo>
                <a:lnTo>
                  <a:pt x="1053845" y="38100"/>
                </a:lnTo>
                <a:lnTo>
                  <a:pt x="1110995" y="38100"/>
                </a:lnTo>
                <a:lnTo>
                  <a:pt x="1034795" y="0"/>
                </a:lnTo>
                <a:close/>
              </a:path>
              <a:path w="1149350" h="114300">
                <a:moveTo>
                  <a:pt x="10347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34795" y="76200"/>
                </a:lnTo>
                <a:lnTo>
                  <a:pt x="1034795" y="38100"/>
                </a:lnTo>
                <a:close/>
              </a:path>
              <a:path w="1149350" h="114300">
                <a:moveTo>
                  <a:pt x="1110995" y="38100"/>
                </a:moveTo>
                <a:lnTo>
                  <a:pt x="1053845" y="38100"/>
                </a:lnTo>
                <a:lnTo>
                  <a:pt x="1053845" y="76200"/>
                </a:lnTo>
                <a:lnTo>
                  <a:pt x="1110995" y="76200"/>
                </a:lnTo>
                <a:lnTo>
                  <a:pt x="1149095" y="57150"/>
                </a:lnTo>
                <a:lnTo>
                  <a:pt x="1110995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04538" y="1231391"/>
            <a:ext cx="1161415" cy="114300"/>
          </a:xfrm>
          <a:custGeom>
            <a:avLst/>
            <a:gdLst/>
            <a:ahLst/>
            <a:cxnLst/>
            <a:rect l="l" t="t" r="r" b="b"/>
            <a:pathLst>
              <a:path w="1161414" h="114300">
                <a:moveTo>
                  <a:pt x="1046988" y="0"/>
                </a:moveTo>
                <a:lnTo>
                  <a:pt x="1046988" y="114300"/>
                </a:lnTo>
                <a:lnTo>
                  <a:pt x="1123188" y="76200"/>
                </a:lnTo>
                <a:lnTo>
                  <a:pt x="1066038" y="76200"/>
                </a:lnTo>
                <a:lnTo>
                  <a:pt x="1066038" y="38100"/>
                </a:lnTo>
                <a:lnTo>
                  <a:pt x="1123188" y="38100"/>
                </a:lnTo>
                <a:lnTo>
                  <a:pt x="1046988" y="0"/>
                </a:lnTo>
                <a:close/>
              </a:path>
              <a:path w="1161414" h="114300">
                <a:moveTo>
                  <a:pt x="10469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6988" y="76200"/>
                </a:lnTo>
                <a:lnTo>
                  <a:pt x="1046988" y="38100"/>
                </a:lnTo>
                <a:close/>
              </a:path>
              <a:path w="1161414" h="114300">
                <a:moveTo>
                  <a:pt x="1123188" y="38100"/>
                </a:moveTo>
                <a:lnTo>
                  <a:pt x="1066038" y="38100"/>
                </a:lnTo>
                <a:lnTo>
                  <a:pt x="1066038" y="76200"/>
                </a:lnTo>
                <a:lnTo>
                  <a:pt x="1123188" y="76200"/>
                </a:lnTo>
                <a:lnTo>
                  <a:pt x="1161288" y="57150"/>
                </a:lnTo>
                <a:lnTo>
                  <a:pt x="11231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87167" y="981201"/>
            <a:ext cx="537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3623" y="616076"/>
            <a:ext cx="11036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r>
              <a:rPr dirty="0" sz="2000" spc="-2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83329" y="1050797"/>
            <a:ext cx="544195" cy="504825"/>
          </a:xfrm>
          <a:custGeom>
            <a:avLst/>
            <a:gdLst/>
            <a:ahLst/>
            <a:cxnLst/>
            <a:rect l="l" t="t" r="r" b="b"/>
            <a:pathLst>
              <a:path w="544195" h="504825">
                <a:moveTo>
                  <a:pt x="0" y="252222"/>
                </a:moveTo>
                <a:lnTo>
                  <a:pt x="4382" y="206879"/>
                </a:lnTo>
                <a:lnTo>
                  <a:pt x="17019" y="164205"/>
                </a:lnTo>
                <a:lnTo>
                  <a:pt x="37140" y="124911"/>
                </a:lnTo>
                <a:lnTo>
                  <a:pt x="63978" y="89710"/>
                </a:lnTo>
                <a:lnTo>
                  <a:pt x="96765" y="59312"/>
                </a:lnTo>
                <a:lnTo>
                  <a:pt x="134732" y="34431"/>
                </a:lnTo>
                <a:lnTo>
                  <a:pt x="177112" y="15777"/>
                </a:lnTo>
                <a:lnTo>
                  <a:pt x="223135" y="4062"/>
                </a:lnTo>
                <a:lnTo>
                  <a:pt x="272034" y="0"/>
                </a:lnTo>
                <a:lnTo>
                  <a:pt x="320932" y="4062"/>
                </a:lnTo>
                <a:lnTo>
                  <a:pt x="366955" y="15777"/>
                </a:lnTo>
                <a:lnTo>
                  <a:pt x="409335" y="34431"/>
                </a:lnTo>
                <a:lnTo>
                  <a:pt x="447302" y="59312"/>
                </a:lnTo>
                <a:lnTo>
                  <a:pt x="480089" y="89710"/>
                </a:lnTo>
                <a:lnTo>
                  <a:pt x="506927" y="124911"/>
                </a:lnTo>
                <a:lnTo>
                  <a:pt x="527048" y="164205"/>
                </a:lnTo>
                <a:lnTo>
                  <a:pt x="539685" y="206879"/>
                </a:lnTo>
                <a:lnTo>
                  <a:pt x="544068" y="252222"/>
                </a:lnTo>
                <a:lnTo>
                  <a:pt x="539685" y="297564"/>
                </a:lnTo>
                <a:lnTo>
                  <a:pt x="527048" y="340238"/>
                </a:lnTo>
                <a:lnTo>
                  <a:pt x="506927" y="379532"/>
                </a:lnTo>
                <a:lnTo>
                  <a:pt x="480089" y="414733"/>
                </a:lnTo>
                <a:lnTo>
                  <a:pt x="447302" y="445131"/>
                </a:lnTo>
                <a:lnTo>
                  <a:pt x="409335" y="470012"/>
                </a:lnTo>
                <a:lnTo>
                  <a:pt x="366955" y="488666"/>
                </a:lnTo>
                <a:lnTo>
                  <a:pt x="320932" y="500381"/>
                </a:lnTo>
                <a:lnTo>
                  <a:pt x="272034" y="504443"/>
                </a:lnTo>
                <a:lnTo>
                  <a:pt x="223135" y="500381"/>
                </a:lnTo>
                <a:lnTo>
                  <a:pt x="177112" y="488666"/>
                </a:lnTo>
                <a:lnTo>
                  <a:pt x="134732" y="470012"/>
                </a:lnTo>
                <a:lnTo>
                  <a:pt x="96765" y="445131"/>
                </a:lnTo>
                <a:lnTo>
                  <a:pt x="63978" y="414733"/>
                </a:lnTo>
                <a:lnTo>
                  <a:pt x="37140" y="379532"/>
                </a:lnTo>
                <a:lnTo>
                  <a:pt x="17019" y="340238"/>
                </a:lnTo>
                <a:lnTo>
                  <a:pt x="4382" y="297564"/>
                </a:lnTo>
                <a:lnTo>
                  <a:pt x="0" y="25222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977385" y="1127887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420614" y="972311"/>
            <a:ext cx="633095" cy="593090"/>
          </a:xfrm>
          <a:custGeom>
            <a:avLst/>
            <a:gdLst/>
            <a:ahLst/>
            <a:cxnLst/>
            <a:rect l="l" t="t" r="r" b="b"/>
            <a:pathLst>
              <a:path w="633095" h="593090">
                <a:moveTo>
                  <a:pt x="315595" y="0"/>
                </a:moveTo>
                <a:lnTo>
                  <a:pt x="267843" y="3810"/>
                </a:lnTo>
                <a:lnTo>
                  <a:pt x="221361" y="13969"/>
                </a:lnTo>
                <a:lnTo>
                  <a:pt x="165100" y="36829"/>
                </a:lnTo>
                <a:lnTo>
                  <a:pt x="114681" y="68579"/>
                </a:lnTo>
                <a:lnTo>
                  <a:pt x="71882" y="109219"/>
                </a:lnTo>
                <a:lnTo>
                  <a:pt x="38353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1" y="283210"/>
                </a:lnTo>
                <a:lnTo>
                  <a:pt x="0" y="298450"/>
                </a:lnTo>
                <a:lnTo>
                  <a:pt x="381" y="313689"/>
                </a:lnTo>
                <a:lnTo>
                  <a:pt x="6858" y="358139"/>
                </a:lnTo>
                <a:lnTo>
                  <a:pt x="20065" y="401319"/>
                </a:lnTo>
                <a:lnTo>
                  <a:pt x="40132" y="441960"/>
                </a:lnTo>
                <a:lnTo>
                  <a:pt x="74930" y="488950"/>
                </a:lnTo>
                <a:lnTo>
                  <a:pt x="117983" y="528319"/>
                </a:lnTo>
                <a:lnTo>
                  <a:pt x="168656" y="558800"/>
                </a:lnTo>
                <a:lnTo>
                  <a:pt x="224155" y="580389"/>
                </a:lnTo>
                <a:lnTo>
                  <a:pt x="239395" y="585469"/>
                </a:lnTo>
                <a:lnTo>
                  <a:pt x="254253" y="588010"/>
                </a:lnTo>
                <a:lnTo>
                  <a:pt x="270128" y="590550"/>
                </a:lnTo>
                <a:lnTo>
                  <a:pt x="301625" y="593089"/>
                </a:lnTo>
                <a:lnTo>
                  <a:pt x="333501" y="593089"/>
                </a:lnTo>
                <a:lnTo>
                  <a:pt x="365125" y="590550"/>
                </a:lnTo>
                <a:lnTo>
                  <a:pt x="380746" y="588010"/>
                </a:lnTo>
                <a:lnTo>
                  <a:pt x="395605" y="584200"/>
                </a:lnTo>
                <a:lnTo>
                  <a:pt x="411734" y="580389"/>
                </a:lnTo>
                <a:lnTo>
                  <a:pt x="440563" y="570229"/>
                </a:lnTo>
                <a:lnTo>
                  <a:pt x="454279" y="563879"/>
                </a:lnTo>
                <a:lnTo>
                  <a:pt x="302133" y="563879"/>
                </a:lnTo>
                <a:lnTo>
                  <a:pt x="273431" y="561339"/>
                </a:lnTo>
                <a:lnTo>
                  <a:pt x="231775" y="552450"/>
                </a:lnTo>
                <a:lnTo>
                  <a:pt x="180721" y="532129"/>
                </a:lnTo>
                <a:lnTo>
                  <a:pt x="135000" y="504189"/>
                </a:lnTo>
                <a:lnTo>
                  <a:pt x="96012" y="468629"/>
                </a:lnTo>
                <a:lnTo>
                  <a:pt x="64897" y="425450"/>
                </a:lnTo>
                <a:lnTo>
                  <a:pt x="47244" y="389889"/>
                </a:lnTo>
                <a:lnTo>
                  <a:pt x="35560" y="351789"/>
                </a:lnTo>
                <a:lnTo>
                  <a:pt x="29972" y="311150"/>
                </a:lnTo>
                <a:lnTo>
                  <a:pt x="29625" y="298450"/>
                </a:lnTo>
                <a:lnTo>
                  <a:pt x="29625" y="295910"/>
                </a:lnTo>
                <a:lnTo>
                  <a:pt x="32893" y="256539"/>
                </a:lnTo>
                <a:lnTo>
                  <a:pt x="42418" y="218439"/>
                </a:lnTo>
                <a:lnTo>
                  <a:pt x="58038" y="181610"/>
                </a:lnTo>
                <a:lnTo>
                  <a:pt x="78486" y="148589"/>
                </a:lnTo>
                <a:lnTo>
                  <a:pt x="113664" y="107950"/>
                </a:lnTo>
                <a:lnTo>
                  <a:pt x="155956" y="76200"/>
                </a:lnTo>
                <a:lnTo>
                  <a:pt x="204470" y="50800"/>
                </a:lnTo>
                <a:lnTo>
                  <a:pt x="244601" y="38100"/>
                </a:lnTo>
                <a:lnTo>
                  <a:pt x="301371" y="30479"/>
                </a:lnTo>
                <a:lnTo>
                  <a:pt x="455210" y="30479"/>
                </a:lnTo>
                <a:lnTo>
                  <a:pt x="436752" y="22860"/>
                </a:lnTo>
                <a:lnTo>
                  <a:pt x="408813" y="12700"/>
                </a:lnTo>
                <a:lnTo>
                  <a:pt x="393573" y="8889"/>
                </a:lnTo>
                <a:lnTo>
                  <a:pt x="363220" y="3810"/>
                </a:lnTo>
                <a:lnTo>
                  <a:pt x="315595" y="0"/>
                </a:lnTo>
                <a:close/>
              </a:path>
              <a:path w="633095" h="593090">
                <a:moveTo>
                  <a:pt x="455210" y="30479"/>
                </a:moveTo>
                <a:lnTo>
                  <a:pt x="330835" y="30479"/>
                </a:lnTo>
                <a:lnTo>
                  <a:pt x="359663" y="33019"/>
                </a:lnTo>
                <a:lnTo>
                  <a:pt x="387476" y="38100"/>
                </a:lnTo>
                <a:lnTo>
                  <a:pt x="427227" y="50800"/>
                </a:lnTo>
                <a:lnTo>
                  <a:pt x="475869" y="74929"/>
                </a:lnTo>
                <a:lnTo>
                  <a:pt x="518413" y="107950"/>
                </a:lnTo>
                <a:lnTo>
                  <a:pt x="553593" y="147319"/>
                </a:lnTo>
                <a:lnTo>
                  <a:pt x="574675" y="180339"/>
                </a:lnTo>
                <a:lnTo>
                  <a:pt x="590296" y="217169"/>
                </a:lnTo>
                <a:lnTo>
                  <a:pt x="599948" y="256539"/>
                </a:lnTo>
                <a:lnTo>
                  <a:pt x="603330" y="295910"/>
                </a:lnTo>
                <a:lnTo>
                  <a:pt x="603338" y="298450"/>
                </a:lnTo>
                <a:lnTo>
                  <a:pt x="602996" y="309879"/>
                </a:lnTo>
                <a:lnTo>
                  <a:pt x="597535" y="350519"/>
                </a:lnTo>
                <a:lnTo>
                  <a:pt x="585977" y="388619"/>
                </a:lnTo>
                <a:lnTo>
                  <a:pt x="568578" y="424179"/>
                </a:lnTo>
                <a:lnTo>
                  <a:pt x="537972" y="467360"/>
                </a:lnTo>
                <a:lnTo>
                  <a:pt x="499110" y="502919"/>
                </a:lnTo>
                <a:lnTo>
                  <a:pt x="453516" y="532129"/>
                </a:lnTo>
                <a:lnTo>
                  <a:pt x="402209" y="552450"/>
                </a:lnTo>
                <a:lnTo>
                  <a:pt x="388238" y="554989"/>
                </a:lnTo>
                <a:lnTo>
                  <a:pt x="374523" y="558800"/>
                </a:lnTo>
                <a:lnTo>
                  <a:pt x="360299" y="561339"/>
                </a:lnTo>
                <a:lnTo>
                  <a:pt x="331470" y="563879"/>
                </a:lnTo>
                <a:lnTo>
                  <a:pt x="454279" y="563879"/>
                </a:lnTo>
                <a:lnTo>
                  <a:pt x="494030" y="542289"/>
                </a:lnTo>
                <a:lnTo>
                  <a:pt x="540638" y="506729"/>
                </a:lnTo>
                <a:lnTo>
                  <a:pt x="579247" y="462279"/>
                </a:lnTo>
                <a:lnTo>
                  <a:pt x="601472" y="426719"/>
                </a:lnTo>
                <a:lnTo>
                  <a:pt x="618871" y="384810"/>
                </a:lnTo>
                <a:lnTo>
                  <a:pt x="629412" y="341629"/>
                </a:lnTo>
                <a:lnTo>
                  <a:pt x="632968" y="295910"/>
                </a:lnTo>
                <a:lnTo>
                  <a:pt x="632460" y="280669"/>
                </a:lnTo>
                <a:lnTo>
                  <a:pt x="626110" y="234950"/>
                </a:lnTo>
                <a:lnTo>
                  <a:pt x="613028" y="193039"/>
                </a:lnTo>
                <a:lnTo>
                  <a:pt x="592836" y="152400"/>
                </a:lnTo>
                <a:lnTo>
                  <a:pt x="558164" y="105410"/>
                </a:lnTo>
                <a:lnTo>
                  <a:pt x="514985" y="66039"/>
                </a:lnTo>
                <a:lnTo>
                  <a:pt x="464438" y="34289"/>
                </a:lnTo>
                <a:lnTo>
                  <a:pt x="455210" y="30479"/>
                </a:lnTo>
                <a:close/>
              </a:path>
              <a:path w="633095" h="593090">
                <a:moveTo>
                  <a:pt x="330200" y="59689"/>
                </a:moveTo>
                <a:lnTo>
                  <a:pt x="303657" y="59689"/>
                </a:lnTo>
                <a:lnTo>
                  <a:pt x="277495" y="62229"/>
                </a:lnTo>
                <a:lnTo>
                  <a:pt x="216662" y="78739"/>
                </a:lnTo>
                <a:lnTo>
                  <a:pt x="172847" y="100329"/>
                </a:lnTo>
                <a:lnTo>
                  <a:pt x="134747" y="129539"/>
                </a:lnTo>
                <a:lnTo>
                  <a:pt x="103377" y="163829"/>
                </a:lnTo>
                <a:lnTo>
                  <a:pt x="79501" y="204469"/>
                </a:lnTo>
                <a:lnTo>
                  <a:pt x="64515" y="248919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3" y="355600"/>
                </a:lnTo>
                <a:lnTo>
                  <a:pt x="84327" y="398779"/>
                </a:lnTo>
                <a:lnTo>
                  <a:pt x="117094" y="447039"/>
                </a:lnTo>
                <a:lnTo>
                  <a:pt x="151891" y="478789"/>
                </a:lnTo>
                <a:lnTo>
                  <a:pt x="192912" y="505460"/>
                </a:lnTo>
                <a:lnTo>
                  <a:pt x="251460" y="527050"/>
                </a:lnTo>
                <a:lnTo>
                  <a:pt x="302768" y="534669"/>
                </a:lnTo>
                <a:lnTo>
                  <a:pt x="329438" y="534669"/>
                </a:lnTo>
                <a:lnTo>
                  <a:pt x="380746" y="527050"/>
                </a:lnTo>
                <a:lnTo>
                  <a:pt x="438912" y="505460"/>
                </a:lnTo>
                <a:lnTo>
                  <a:pt x="441268" y="504189"/>
                </a:lnTo>
                <a:lnTo>
                  <a:pt x="291973" y="504189"/>
                </a:lnTo>
                <a:lnTo>
                  <a:pt x="280035" y="502919"/>
                </a:lnTo>
                <a:lnTo>
                  <a:pt x="269239" y="500379"/>
                </a:lnTo>
                <a:lnTo>
                  <a:pt x="257556" y="497839"/>
                </a:lnTo>
                <a:lnTo>
                  <a:pt x="247014" y="495300"/>
                </a:lnTo>
                <a:lnTo>
                  <a:pt x="205105" y="478789"/>
                </a:lnTo>
                <a:lnTo>
                  <a:pt x="168783" y="454660"/>
                </a:lnTo>
                <a:lnTo>
                  <a:pt x="138175" y="426719"/>
                </a:lnTo>
                <a:lnTo>
                  <a:pt x="114553" y="392429"/>
                </a:lnTo>
                <a:lnTo>
                  <a:pt x="98425" y="356869"/>
                </a:lnTo>
                <a:lnTo>
                  <a:pt x="89788" y="316229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224" y="163829"/>
                </a:lnTo>
                <a:lnTo>
                  <a:pt x="172085" y="135889"/>
                </a:lnTo>
                <a:lnTo>
                  <a:pt x="208534" y="114300"/>
                </a:lnTo>
                <a:lnTo>
                  <a:pt x="249809" y="97789"/>
                </a:lnTo>
                <a:lnTo>
                  <a:pt x="270763" y="93979"/>
                </a:lnTo>
                <a:lnTo>
                  <a:pt x="282194" y="91439"/>
                </a:lnTo>
                <a:lnTo>
                  <a:pt x="305815" y="88900"/>
                </a:lnTo>
                <a:lnTo>
                  <a:pt x="440182" y="88900"/>
                </a:lnTo>
                <a:lnTo>
                  <a:pt x="417575" y="78739"/>
                </a:lnTo>
                <a:lnTo>
                  <a:pt x="381508" y="67310"/>
                </a:lnTo>
                <a:lnTo>
                  <a:pt x="356108" y="62229"/>
                </a:lnTo>
                <a:lnTo>
                  <a:pt x="330200" y="59689"/>
                </a:lnTo>
                <a:close/>
              </a:path>
              <a:path w="633095" h="593090">
                <a:moveTo>
                  <a:pt x="440182" y="88900"/>
                </a:moveTo>
                <a:lnTo>
                  <a:pt x="317373" y="88900"/>
                </a:lnTo>
                <a:lnTo>
                  <a:pt x="329564" y="90169"/>
                </a:lnTo>
                <a:lnTo>
                  <a:pt x="340995" y="90169"/>
                </a:lnTo>
                <a:lnTo>
                  <a:pt x="352678" y="91439"/>
                </a:lnTo>
                <a:lnTo>
                  <a:pt x="408050" y="106679"/>
                </a:lnTo>
                <a:lnTo>
                  <a:pt x="446786" y="127000"/>
                </a:lnTo>
                <a:lnTo>
                  <a:pt x="480313" y="152400"/>
                </a:lnTo>
                <a:lnTo>
                  <a:pt x="507364" y="184150"/>
                </a:lnTo>
                <a:lnTo>
                  <a:pt x="522732" y="209550"/>
                </a:lnTo>
                <a:lnTo>
                  <a:pt x="527303" y="218439"/>
                </a:lnTo>
                <a:lnTo>
                  <a:pt x="539876" y="256539"/>
                </a:lnTo>
                <a:lnTo>
                  <a:pt x="544068" y="298450"/>
                </a:lnTo>
                <a:lnTo>
                  <a:pt x="543687" y="308610"/>
                </a:lnTo>
                <a:lnTo>
                  <a:pt x="536828" y="349250"/>
                </a:lnTo>
                <a:lnTo>
                  <a:pt x="516763" y="396239"/>
                </a:lnTo>
                <a:lnTo>
                  <a:pt x="491744" y="429260"/>
                </a:lnTo>
                <a:lnTo>
                  <a:pt x="461010" y="457200"/>
                </a:lnTo>
                <a:lnTo>
                  <a:pt x="424434" y="480060"/>
                </a:lnTo>
                <a:lnTo>
                  <a:pt x="383159" y="495300"/>
                </a:lnTo>
                <a:lnTo>
                  <a:pt x="339089" y="504189"/>
                </a:lnTo>
                <a:lnTo>
                  <a:pt x="441268" y="504189"/>
                </a:lnTo>
                <a:lnTo>
                  <a:pt x="480060" y="480060"/>
                </a:lnTo>
                <a:lnTo>
                  <a:pt x="514858" y="448310"/>
                </a:lnTo>
                <a:lnTo>
                  <a:pt x="542671" y="410210"/>
                </a:lnTo>
                <a:lnTo>
                  <a:pt x="562101" y="368300"/>
                </a:lnTo>
                <a:lnTo>
                  <a:pt x="572262" y="321310"/>
                </a:lnTo>
                <a:lnTo>
                  <a:pt x="573630" y="295910"/>
                </a:lnTo>
                <a:lnTo>
                  <a:pt x="573405" y="285750"/>
                </a:lnTo>
                <a:lnTo>
                  <a:pt x="565785" y="238760"/>
                </a:lnTo>
                <a:lnTo>
                  <a:pt x="548639" y="194310"/>
                </a:lnTo>
                <a:lnTo>
                  <a:pt x="515874" y="147319"/>
                </a:lnTo>
                <a:lnTo>
                  <a:pt x="481075" y="114300"/>
                </a:lnTo>
                <a:lnTo>
                  <a:pt x="461390" y="100329"/>
                </a:lnTo>
                <a:lnTo>
                  <a:pt x="440182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91584" y="754126"/>
            <a:ext cx="515620" cy="429259"/>
          </a:xfrm>
          <a:custGeom>
            <a:avLst/>
            <a:gdLst/>
            <a:ahLst/>
            <a:cxnLst/>
            <a:rect l="l" t="t" r="r" b="b"/>
            <a:pathLst>
              <a:path w="515620" h="429259">
                <a:moveTo>
                  <a:pt x="267207" y="0"/>
                </a:moveTo>
                <a:lnTo>
                  <a:pt x="264287" y="0"/>
                </a:lnTo>
                <a:lnTo>
                  <a:pt x="256666" y="508"/>
                </a:lnTo>
                <a:lnTo>
                  <a:pt x="255777" y="508"/>
                </a:lnTo>
                <a:lnTo>
                  <a:pt x="254888" y="635"/>
                </a:lnTo>
                <a:lnTo>
                  <a:pt x="253873" y="888"/>
                </a:lnTo>
                <a:lnTo>
                  <a:pt x="243712" y="3175"/>
                </a:lnTo>
                <a:lnTo>
                  <a:pt x="207010" y="24129"/>
                </a:lnTo>
                <a:lnTo>
                  <a:pt x="173609" y="59562"/>
                </a:lnTo>
                <a:lnTo>
                  <a:pt x="149351" y="94361"/>
                </a:lnTo>
                <a:lnTo>
                  <a:pt x="125475" y="135000"/>
                </a:lnTo>
                <a:lnTo>
                  <a:pt x="93852" y="197103"/>
                </a:lnTo>
                <a:lnTo>
                  <a:pt x="62356" y="265811"/>
                </a:lnTo>
                <a:lnTo>
                  <a:pt x="46736" y="302006"/>
                </a:lnTo>
                <a:lnTo>
                  <a:pt x="31114" y="339216"/>
                </a:lnTo>
                <a:lnTo>
                  <a:pt x="15493" y="376936"/>
                </a:lnTo>
                <a:lnTo>
                  <a:pt x="0" y="414782"/>
                </a:lnTo>
                <a:lnTo>
                  <a:pt x="35305" y="429260"/>
                </a:lnTo>
                <a:lnTo>
                  <a:pt x="50800" y="391287"/>
                </a:lnTo>
                <a:lnTo>
                  <a:pt x="66293" y="353695"/>
                </a:lnTo>
                <a:lnTo>
                  <a:pt x="81914" y="316864"/>
                </a:lnTo>
                <a:lnTo>
                  <a:pt x="97409" y="280924"/>
                </a:lnTo>
                <a:lnTo>
                  <a:pt x="128397" y="213233"/>
                </a:lnTo>
                <a:lnTo>
                  <a:pt x="151384" y="167259"/>
                </a:lnTo>
                <a:lnTo>
                  <a:pt x="174116" y="126619"/>
                </a:lnTo>
                <a:lnTo>
                  <a:pt x="196723" y="92201"/>
                </a:lnTo>
                <a:lnTo>
                  <a:pt x="225425" y="58674"/>
                </a:lnTo>
                <a:lnTo>
                  <a:pt x="259696" y="38481"/>
                </a:lnTo>
                <a:lnTo>
                  <a:pt x="259079" y="38481"/>
                </a:lnTo>
                <a:lnTo>
                  <a:pt x="261874" y="38100"/>
                </a:lnTo>
                <a:lnTo>
                  <a:pt x="264795" y="38100"/>
                </a:lnTo>
                <a:lnTo>
                  <a:pt x="265077" y="38081"/>
                </a:lnTo>
                <a:lnTo>
                  <a:pt x="263778" y="37973"/>
                </a:lnTo>
                <a:lnTo>
                  <a:pt x="336132" y="37973"/>
                </a:lnTo>
                <a:lnTo>
                  <a:pt x="331342" y="32893"/>
                </a:lnTo>
                <a:lnTo>
                  <a:pt x="295148" y="6858"/>
                </a:lnTo>
                <a:lnTo>
                  <a:pt x="277749" y="1270"/>
                </a:lnTo>
                <a:lnTo>
                  <a:pt x="276860" y="1015"/>
                </a:lnTo>
                <a:lnTo>
                  <a:pt x="275843" y="762"/>
                </a:lnTo>
                <a:lnTo>
                  <a:pt x="274827" y="762"/>
                </a:lnTo>
                <a:lnTo>
                  <a:pt x="267207" y="0"/>
                </a:lnTo>
                <a:close/>
              </a:path>
              <a:path w="515620" h="429259">
                <a:moveTo>
                  <a:pt x="444438" y="329767"/>
                </a:moveTo>
                <a:lnTo>
                  <a:pt x="408939" y="343662"/>
                </a:lnTo>
                <a:lnTo>
                  <a:pt x="503809" y="429260"/>
                </a:lnTo>
                <a:lnTo>
                  <a:pt x="511236" y="347472"/>
                </a:lnTo>
                <a:lnTo>
                  <a:pt x="451357" y="347472"/>
                </a:lnTo>
                <a:lnTo>
                  <a:pt x="444438" y="329767"/>
                </a:lnTo>
                <a:close/>
              </a:path>
              <a:path w="515620" h="429259">
                <a:moveTo>
                  <a:pt x="479908" y="315884"/>
                </a:moveTo>
                <a:lnTo>
                  <a:pt x="444438" y="329767"/>
                </a:lnTo>
                <a:lnTo>
                  <a:pt x="451357" y="347472"/>
                </a:lnTo>
                <a:lnTo>
                  <a:pt x="486917" y="333628"/>
                </a:lnTo>
                <a:lnTo>
                  <a:pt x="479908" y="315884"/>
                </a:lnTo>
                <a:close/>
              </a:path>
              <a:path w="515620" h="429259">
                <a:moveTo>
                  <a:pt x="515365" y="302006"/>
                </a:moveTo>
                <a:lnTo>
                  <a:pt x="479908" y="315884"/>
                </a:lnTo>
                <a:lnTo>
                  <a:pt x="486917" y="333628"/>
                </a:lnTo>
                <a:lnTo>
                  <a:pt x="451357" y="347472"/>
                </a:lnTo>
                <a:lnTo>
                  <a:pt x="511236" y="347472"/>
                </a:lnTo>
                <a:lnTo>
                  <a:pt x="515365" y="302006"/>
                </a:lnTo>
                <a:close/>
              </a:path>
              <a:path w="515620" h="429259">
                <a:moveTo>
                  <a:pt x="270026" y="38493"/>
                </a:moveTo>
                <a:lnTo>
                  <a:pt x="305180" y="60706"/>
                </a:lnTo>
                <a:lnTo>
                  <a:pt x="332613" y="94996"/>
                </a:lnTo>
                <a:lnTo>
                  <a:pt x="353949" y="129794"/>
                </a:lnTo>
                <a:lnTo>
                  <a:pt x="375665" y="170941"/>
                </a:lnTo>
                <a:lnTo>
                  <a:pt x="397510" y="217677"/>
                </a:lnTo>
                <a:lnTo>
                  <a:pt x="426847" y="286258"/>
                </a:lnTo>
                <a:lnTo>
                  <a:pt x="441578" y="322452"/>
                </a:lnTo>
                <a:lnTo>
                  <a:pt x="444438" y="329767"/>
                </a:lnTo>
                <a:lnTo>
                  <a:pt x="479908" y="315884"/>
                </a:lnTo>
                <a:lnTo>
                  <a:pt x="462025" y="271525"/>
                </a:lnTo>
                <a:lnTo>
                  <a:pt x="447039" y="235838"/>
                </a:lnTo>
                <a:lnTo>
                  <a:pt x="417194" y="169290"/>
                </a:lnTo>
                <a:lnTo>
                  <a:pt x="394588" y="124333"/>
                </a:lnTo>
                <a:lnTo>
                  <a:pt x="371475" y="84836"/>
                </a:lnTo>
                <a:lnTo>
                  <a:pt x="347852" y="51435"/>
                </a:lnTo>
                <a:lnTo>
                  <a:pt x="336731" y="38608"/>
                </a:lnTo>
                <a:lnTo>
                  <a:pt x="271399" y="38608"/>
                </a:lnTo>
                <a:lnTo>
                  <a:pt x="270026" y="38493"/>
                </a:lnTo>
                <a:close/>
              </a:path>
              <a:path w="515620" h="429259">
                <a:moveTo>
                  <a:pt x="268477" y="38100"/>
                </a:moveTo>
                <a:lnTo>
                  <a:pt x="270026" y="38493"/>
                </a:lnTo>
                <a:lnTo>
                  <a:pt x="271399" y="38608"/>
                </a:lnTo>
                <a:lnTo>
                  <a:pt x="268477" y="38100"/>
                </a:lnTo>
                <a:close/>
              </a:path>
              <a:path w="515620" h="429259">
                <a:moveTo>
                  <a:pt x="336252" y="38100"/>
                </a:moveTo>
                <a:lnTo>
                  <a:pt x="268477" y="38100"/>
                </a:lnTo>
                <a:lnTo>
                  <a:pt x="271399" y="38608"/>
                </a:lnTo>
                <a:lnTo>
                  <a:pt x="336731" y="38608"/>
                </a:lnTo>
                <a:lnTo>
                  <a:pt x="336252" y="38100"/>
                </a:lnTo>
                <a:close/>
              </a:path>
              <a:path w="515620" h="429259">
                <a:moveTo>
                  <a:pt x="336132" y="37973"/>
                </a:moveTo>
                <a:lnTo>
                  <a:pt x="266700" y="37973"/>
                </a:lnTo>
                <a:lnTo>
                  <a:pt x="265077" y="38081"/>
                </a:lnTo>
                <a:lnTo>
                  <a:pt x="270026" y="38493"/>
                </a:lnTo>
                <a:lnTo>
                  <a:pt x="268477" y="38100"/>
                </a:lnTo>
                <a:lnTo>
                  <a:pt x="336252" y="38100"/>
                </a:lnTo>
                <a:close/>
              </a:path>
              <a:path w="515620" h="429259">
                <a:moveTo>
                  <a:pt x="261874" y="38100"/>
                </a:moveTo>
                <a:lnTo>
                  <a:pt x="259079" y="38481"/>
                </a:lnTo>
                <a:lnTo>
                  <a:pt x="260076" y="38414"/>
                </a:lnTo>
                <a:lnTo>
                  <a:pt x="261874" y="38100"/>
                </a:lnTo>
                <a:close/>
              </a:path>
              <a:path w="515620" h="429259">
                <a:moveTo>
                  <a:pt x="260076" y="38414"/>
                </a:moveTo>
                <a:lnTo>
                  <a:pt x="259079" y="38481"/>
                </a:lnTo>
                <a:lnTo>
                  <a:pt x="259696" y="38481"/>
                </a:lnTo>
                <a:lnTo>
                  <a:pt x="260076" y="38414"/>
                </a:lnTo>
                <a:close/>
              </a:path>
              <a:path w="515620" h="429259">
                <a:moveTo>
                  <a:pt x="264795" y="38100"/>
                </a:moveTo>
                <a:lnTo>
                  <a:pt x="261874" y="38100"/>
                </a:lnTo>
                <a:lnTo>
                  <a:pt x="260076" y="38414"/>
                </a:lnTo>
                <a:lnTo>
                  <a:pt x="264795" y="38100"/>
                </a:lnTo>
                <a:close/>
              </a:path>
              <a:path w="515620" h="429259">
                <a:moveTo>
                  <a:pt x="266700" y="37973"/>
                </a:moveTo>
                <a:lnTo>
                  <a:pt x="263778" y="37973"/>
                </a:lnTo>
                <a:lnTo>
                  <a:pt x="265077" y="38081"/>
                </a:lnTo>
                <a:lnTo>
                  <a:pt x="266700" y="37973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61994" y="1770126"/>
            <a:ext cx="542925" cy="506095"/>
          </a:xfrm>
          <a:custGeom>
            <a:avLst/>
            <a:gdLst/>
            <a:ahLst/>
            <a:cxnLst/>
            <a:rect l="l" t="t" r="r" b="b"/>
            <a:pathLst>
              <a:path w="542925" h="506094">
                <a:moveTo>
                  <a:pt x="0" y="252984"/>
                </a:moveTo>
                <a:lnTo>
                  <a:pt x="4369" y="207514"/>
                </a:lnTo>
                <a:lnTo>
                  <a:pt x="16966" y="164717"/>
                </a:lnTo>
                <a:lnTo>
                  <a:pt x="37027" y="125306"/>
                </a:lnTo>
                <a:lnTo>
                  <a:pt x="63786" y="89997"/>
                </a:lnTo>
                <a:lnTo>
                  <a:pt x="96478" y="59504"/>
                </a:lnTo>
                <a:lnTo>
                  <a:pt x="134337" y="34543"/>
                </a:lnTo>
                <a:lnTo>
                  <a:pt x="176600" y="15829"/>
                </a:lnTo>
                <a:lnTo>
                  <a:pt x="222499" y="4076"/>
                </a:lnTo>
                <a:lnTo>
                  <a:pt x="271271" y="0"/>
                </a:lnTo>
                <a:lnTo>
                  <a:pt x="320044" y="4076"/>
                </a:lnTo>
                <a:lnTo>
                  <a:pt x="365943" y="15829"/>
                </a:lnTo>
                <a:lnTo>
                  <a:pt x="408206" y="34544"/>
                </a:lnTo>
                <a:lnTo>
                  <a:pt x="446065" y="59504"/>
                </a:lnTo>
                <a:lnTo>
                  <a:pt x="478757" y="89997"/>
                </a:lnTo>
                <a:lnTo>
                  <a:pt x="505516" y="125306"/>
                </a:lnTo>
                <a:lnTo>
                  <a:pt x="525577" y="164717"/>
                </a:lnTo>
                <a:lnTo>
                  <a:pt x="538174" y="207514"/>
                </a:lnTo>
                <a:lnTo>
                  <a:pt x="542543" y="252984"/>
                </a:lnTo>
                <a:lnTo>
                  <a:pt x="538174" y="298453"/>
                </a:lnTo>
                <a:lnTo>
                  <a:pt x="525577" y="341250"/>
                </a:lnTo>
                <a:lnTo>
                  <a:pt x="505516" y="380661"/>
                </a:lnTo>
                <a:lnTo>
                  <a:pt x="478757" y="415970"/>
                </a:lnTo>
                <a:lnTo>
                  <a:pt x="446065" y="446463"/>
                </a:lnTo>
                <a:lnTo>
                  <a:pt x="408206" y="471424"/>
                </a:lnTo>
                <a:lnTo>
                  <a:pt x="365943" y="490138"/>
                </a:lnTo>
                <a:lnTo>
                  <a:pt x="320044" y="501891"/>
                </a:lnTo>
                <a:lnTo>
                  <a:pt x="271271" y="505968"/>
                </a:lnTo>
                <a:lnTo>
                  <a:pt x="222499" y="501891"/>
                </a:lnTo>
                <a:lnTo>
                  <a:pt x="176600" y="490138"/>
                </a:lnTo>
                <a:lnTo>
                  <a:pt x="134337" y="471424"/>
                </a:lnTo>
                <a:lnTo>
                  <a:pt x="96478" y="446463"/>
                </a:lnTo>
                <a:lnTo>
                  <a:pt x="63786" y="415970"/>
                </a:lnTo>
                <a:lnTo>
                  <a:pt x="37027" y="380661"/>
                </a:lnTo>
                <a:lnTo>
                  <a:pt x="16966" y="341250"/>
                </a:lnTo>
                <a:lnTo>
                  <a:pt x="4369" y="298453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955160" y="1848738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20614" y="1725422"/>
            <a:ext cx="633095" cy="594360"/>
          </a:xfrm>
          <a:custGeom>
            <a:avLst/>
            <a:gdLst/>
            <a:ahLst/>
            <a:cxnLst/>
            <a:rect l="l" t="t" r="r" b="b"/>
            <a:pathLst>
              <a:path w="633095" h="594360">
                <a:moveTo>
                  <a:pt x="331343" y="0"/>
                </a:moveTo>
                <a:lnTo>
                  <a:pt x="299085" y="0"/>
                </a:lnTo>
                <a:lnTo>
                  <a:pt x="283463" y="1270"/>
                </a:lnTo>
                <a:lnTo>
                  <a:pt x="237362" y="8889"/>
                </a:lnTo>
                <a:lnTo>
                  <a:pt x="192277" y="24130"/>
                </a:lnTo>
                <a:lnTo>
                  <a:pt x="138937" y="50800"/>
                </a:lnTo>
                <a:lnTo>
                  <a:pt x="92456" y="87630"/>
                </a:lnTo>
                <a:lnTo>
                  <a:pt x="53721" y="132080"/>
                </a:lnTo>
                <a:lnTo>
                  <a:pt x="31369" y="167639"/>
                </a:lnTo>
                <a:lnTo>
                  <a:pt x="14097" y="209550"/>
                </a:lnTo>
                <a:lnTo>
                  <a:pt x="3556" y="252730"/>
                </a:lnTo>
                <a:lnTo>
                  <a:pt x="0" y="298450"/>
                </a:lnTo>
                <a:lnTo>
                  <a:pt x="381" y="313689"/>
                </a:lnTo>
                <a:lnTo>
                  <a:pt x="6858" y="359410"/>
                </a:lnTo>
                <a:lnTo>
                  <a:pt x="19938" y="401320"/>
                </a:lnTo>
                <a:lnTo>
                  <a:pt x="40132" y="441960"/>
                </a:lnTo>
                <a:lnTo>
                  <a:pt x="74802" y="488950"/>
                </a:lnTo>
                <a:lnTo>
                  <a:pt x="118110" y="529589"/>
                </a:lnTo>
                <a:lnTo>
                  <a:pt x="168656" y="560070"/>
                </a:lnTo>
                <a:lnTo>
                  <a:pt x="224409" y="581660"/>
                </a:lnTo>
                <a:lnTo>
                  <a:pt x="269748" y="591820"/>
                </a:lnTo>
                <a:lnTo>
                  <a:pt x="301625" y="594360"/>
                </a:lnTo>
                <a:lnTo>
                  <a:pt x="333501" y="594360"/>
                </a:lnTo>
                <a:lnTo>
                  <a:pt x="365125" y="591820"/>
                </a:lnTo>
                <a:lnTo>
                  <a:pt x="380746" y="589280"/>
                </a:lnTo>
                <a:lnTo>
                  <a:pt x="395859" y="585470"/>
                </a:lnTo>
                <a:lnTo>
                  <a:pt x="411734" y="581660"/>
                </a:lnTo>
                <a:lnTo>
                  <a:pt x="440563" y="571500"/>
                </a:lnTo>
                <a:lnTo>
                  <a:pt x="454342" y="565150"/>
                </a:lnTo>
                <a:lnTo>
                  <a:pt x="302133" y="565150"/>
                </a:lnTo>
                <a:lnTo>
                  <a:pt x="273303" y="562610"/>
                </a:lnTo>
                <a:lnTo>
                  <a:pt x="231901" y="553720"/>
                </a:lnTo>
                <a:lnTo>
                  <a:pt x="180721" y="533400"/>
                </a:lnTo>
                <a:lnTo>
                  <a:pt x="135000" y="505460"/>
                </a:lnTo>
                <a:lnTo>
                  <a:pt x="96012" y="468630"/>
                </a:lnTo>
                <a:lnTo>
                  <a:pt x="64897" y="426720"/>
                </a:lnTo>
                <a:lnTo>
                  <a:pt x="47244" y="389889"/>
                </a:lnTo>
                <a:lnTo>
                  <a:pt x="35560" y="351789"/>
                </a:lnTo>
                <a:lnTo>
                  <a:pt x="29972" y="311150"/>
                </a:lnTo>
                <a:lnTo>
                  <a:pt x="29590" y="298450"/>
                </a:lnTo>
                <a:lnTo>
                  <a:pt x="29972" y="284480"/>
                </a:lnTo>
                <a:lnTo>
                  <a:pt x="35433" y="243839"/>
                </a:lnTo>
                <a:lnTo>
                  <a:pt x="46989" y="205739"/>
                </a:lnTo>
                <a:lnTo>
                  <a:pt x="64262" y="170180"/>
                </a:lnTo>
                <a:lnTo>
                  <a:pt x="94996" y="127000"/>
                </a:lnTo>
                <a:lnTo>
                  <a:pt x="133858" y="91439"/>
                </a:lnTo>
                <a:lnTo>
                  <a:pt x="179577" y="62230"/>
                </a:lnTo>
                <a:lnTo>
                  <a:pt x="230759" y="41910"/>
                </a:lnTo>
                <a:lnTo>
                  <a:pt x="272669" y="33020"/>
                </a:lnTo>
                <a:lnTo>
                  <a:pt x="316230" y="29210"/>
                </a:lnTo>
                <a:lnTo>
                  <a:pt x="452190" y="29210"/>
                </a:lnTo>
                <a:lnTo>
                  <a:pt x="436880" y="22860"/>
                </a:lnTo>
                <a:lnTo>
                  <a:pt x="408559" y="12700"/>
                </a:lnTo>
                <a:lnTo>
                  <a:pt x="393953" y="8889"/>
                </a:lnTo>
                <a:lnTo>
                  <a:pt x="347599" y="1270"/>
                </a:lnTo>
                <a:lnTo>
                  <a:pt x="331343" y="0"/>
                </a:lnTo>
                <a:close/>
              </a:path>
              <a:path w="633095" h="594360">
                <a:moveTo>
                  <a:pt x="452190" y="29210"/>
                </a:moveTo>
                <a:lnTo>
                  <a:pt x="316230" y="29210"/>
                </a:lnTo>
                <a:lnTo>
                  <a:pt x="330835" y="30480"/>
                </a:lnTo>
                <a:lnTo>
                  <a:pt x="345439" y="30480"/>
                </a:lnTo>
                <a:lnTo>
                  <a:pt x="387603" y="38100"/>
                </a:lnTo>
                <a:lnTo>
                  <a:pt x="427227" y="50800"/>
                </a:lnTo>
                <a:lnTo>
                  <a:pt x="475869" y="74930"/>
                </a:lnTo>
                <a:lnTo>
                  <a:pt x="518413" y="106680"/>
                </a:lnTo>
                <a:lnTo>
                  <a:pt x="553593" y="147320"/>
                </a:lnTo>
                <a:lnTo>
                  <a:pt x="574675" y="180339"/>
                </a:lnTo>
                <a:lnTo>
                  <a:pt x="590296" y="217170"/>
                </a:lnTo>
                <a:lnTo>
                  <a:pt x="599948" y="256539"/>
                </a:lnTo>
                <a:lnTo>
                  <a:pt x="603330" y="295910"/>
                </a:lnTo>
                <a:lnTo>
                  <a:pt x="603342" y="298450"/>
                </a:lnTo>
                <a:lnTo>
                  <a:pt x="602996" y="311150"/>
                </a:lnTo>
                <a:lnTo>
                  <a:pt x="597535" y="351789"/>
                </a:lnTo>
                <a:lnTo>
                  <a:pt x="585977" y="389889"/>
                </a:lnTo>
                <a:lnTo>
                  <a:pt x="568578" y="425450"/>
                </a:lnTo>
                <a:lnTo>
                  <a:pt x="537972" y="467360"/>
                </a:lnTo>
                <a:lnTo>
                  <a:pt x="499110" y="504189"/>
                </a:lnTo>
                <a:lnTo>
                  <a:pt x="453516" y="533400"/>
                </a:lnTo>
                <a:lnTo>
                  <a:pt x="402209" y="552450"/>
                </a:lnTo>
                <a:lnTo>
                  <a:pt x="360299" y="562610"/>
                </a:lnTo>
                <a:lnTo>
                  <a:pt x="331470" y="565150"/>
                </a:lnTo>
                <a:lnTo>
                  <a:pt x="454342" y="565150"/>
                </a:lnTo>
                <a:lnTo>
                  <a:pt x="494030" y="543560"/>
                </a:lnTo>
                <a:lnTo>
                  <a:pt x="540765" y="508000"/>
                </a:lnTo>
                <a:lnTo>
                  <a:pt x="579247" y="463550"/>
                </a:lnTo>
                <a:lnTo>
                  <a:pt x="601599" y="426720"/>
                </a:lnTo>
                <a:lnTo>
                  <a:pt x="618871" y="386080"/>
                </a:lnTo>
                <a:lnTo>
                  <a:pt x="629412" y="341630"/>
                </a:lnTo>
                <a:lnTo>
                  <a:pt x="632968" y="295910"/>
                </a:lnTo>
                <a:lnTo>
                  <a:pt x="632460" y="280670"/>
                </a:lnTo>
                <a:lnTo>
                  <a:pt x="626110" y="236220"/>
                </a:lnTo>
                <a:lnTo>
                  <a:pt x="612901" y="193039"/>
                </a:lnTo>
                <a:lnTo>
                  <a:pt x="592836" y="152400"/>
                </a:lnTo>
                <a:lnTo>
                  <a:pt x="558291" y="105410"/>
                </a:lnTo>
                <a:lnTo>
                  <a:pt x="514985" y="66039"/>
                </a:lnTo>
                <a:lnTo>
                  <a:pt x="464438" y="34289"/>
                </a:lnTo>
                <a:lnTo>
                  <a:pt x="452190" y="29210"/>
                </a:lnTo>
                <a:close/>
              </a:path>
              <a:path w="633095" h="594360">
                <a:moveTo>
                  <a:pt x="330200" y="59689"/>
                </a:moveTo>
                <a:lnTo>
                  <a:pt x="303657" y="59689"/>
                </a:lnTo>
                <a:lnTo>
                  <a:pt x="277495" y="62230"/>
                </a:lnTo>
                <a:lnTo>
                  <a:pt x="216662" y="77470"/>
                </a:lnTo>
                <a:lnTo>
                  <a:pt x="172847" y="100330"/>
                </a:lnTo>
                <a:lnTo>
                  <a:pt x="134747" y="129539"/>
                </a:lnTo>
                <a:lnTo>
                  <a:pt x="103377" y="163830"/>
                </a:lnTo>
                <a:lnTo>
                  <a:pt x="79375" y="204470"/>
                </a:lnTo>
                <a:lnTo>
                  <a:pt x="64515" y="248920"/>
                </a:lnTo>
                <a:lnTo>
                  <a:pt x="59347" y="295910"/>
                </a:lnTo>
                <a:lnTo>
                  <a:pt x="59334" y="298450"/>
                </a:lnTo>
                <a:lnTo>
                  <a:pt x="59562" y="309880"/>
                </a:lnTo>
                <a:lnTo>
                  <a:pt x="67183" y="356870"/>
                </a:lnTo>
                <a:lnTo>
                  <a:pt x="84327" y="400050"/>
                </a:lnTo>
                <a:lnTo>
                  <a:pt x="117094" y="448310"/>
                </a:lnTo>
                <a:lnTo>
                  <a:pt x="151891" y="480060"/>
                </a:lnTo>
                <a:lnTo>
                  <a:pt x="192912" y="506730"/>
                </a:lnTo>
                <a:lnTo>
                  <a:pt x="251587" y="528320"/>
                </a:lnTo>
                <a:lnTo>
                  <a:pt x="302768" y="535939"/>
                </a:lnTo>
                <a:lnTo>
                  <a:pt x="329438" y="535939"/>
                </a:lnTo>
                <a:lnTo>
                  <a:pt x="380746" y="528320"/>
                </a:lnTo>
                <a:lnTo>
                  <a:pt x="438912" y="506730"/>
                </a:lnTo>
                <a:lnTo>
                  <a:pt x="441268" y="505460"/>
                </a:lnTo>
                <a:lnTo>
                  <a:pt x="303402" y="505460"/>
                </a:lnTo>
                <a:lnTo>
                  <a:pt x="268859" y="501650"/>
                </a:lnTo>
                <a:lnTo>
                  <a:pt x="224916" y="488950"/>
                </a:lnTo>
                <a:lnTo>
                  <a:pt x="186182" y="468630"/>
                </a:lnTo>
                <a:lnTo>
                  <a:pt x="153035" y="441960"/>
                </a:lnTo>
                <a:lnTo>
                  <a:pt x="125602" y="411480"/>
                </a:lnTo>
                <a:lnTo>
                  <a:pt x="105663" y="375920"/>
                </a:lnTo>
                <a:lnTo>
                  <a:pt x="93090" y="337820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8" y="245110"/>
                </a:lnTo>
                <a:lnTo>
                  <a:pt x="102743" y="226060"/>
                </a:lnTo>
                <a:lnTo>
                  <a:pt x="106680" y="215900"/>
                </a:lnTo>
                <a:lnTo>
                  <a:pt x="128143" y="180339"/>
                </a:lnTo>
                <a:lnTo>
                  <a:pt x="155956" y="149860"/>
                </a:lnTo>
                <a:lnTo>
                  <a:pt x="189737" y="124460"/>
                </a:lnTo>
                <a:lnTo>
                  <a:pt x="228853" y="105410"/>
                </a:lnTo>
                <a:lnTo>
                  <a:pt x="271018" y="92710"/>
                </a:lnTo>
                <a:lnTo>
                  <a:pt x="305815" y="88900"/>
                </a:lnTo>
                <a:lnTo>
                  <a:pt x="440182" y="88900"/>
                </a:lnTo>
                <a:lnTo>
                  <a:pt x="417575" y="78739"/>
                </a:lnTo>
                <a:lnTo>
                  <a:pt x="393700" y="69850"/>
                </a:lnTo>
                <a:lnTo>
                  <a:pt x="356108" y="62230"/>
                </a:lnTo>
                <a:lnTo>
                  <a:pt x="330200" y="59689"/>
                </a:lnTo>
                <a:close/>
              </a:path>
              <a:path w="633095" h="594360">
                <a:moveTo>
                  <a:pt x="440182" y="88900"/>
                </a:moveTo>
                <a:lnTo>
                  <a:pt x="329564" y="88900"/>
                </a:lnTo>
                <a:lnTo>
                  <a:pt x="352678" y="91439"/>
                </a:lnTo>
                <a:lnTo>
                  <a:pt x="364236" y="93980"/>
                </a:lnTo>
                <a:lnTo>
                  <a:pt x="375031" y="96520"/>
                </a:lnTo>
                <a:lnTo>
                  <a:pt x="386334" y="99060"/>
                </a:lnTo>
                <a:lnTo>
                  <a:pt x="407924" y="106680"/>
                </a:lnTo>
                <a:lnTo>
                  <a:pt x="446659" y="127000"/>
                </a:lnTo>
                <a:lnTo>
                  <a:pt x="480313" y="152400"/>
                </a:lnTo>
                <a:lnTo>
                  <a:pt x="507364" y="184150"/>
                </a:lnTo>
                <a:lnTo>
                  <a:pt x="522732" y="209550"/>
                </a:lnTo>
                <a:lnTo>
                  <a:pt x="527303" y="218439"/>
                </a:lnTo>
                <a:lnTo>
                  <a:pt x="539876" y="257810"/>
                </a:lnTo>
                <a:lnTo>
                  <a:pt x="544068" y="298450"/>
                </a:lnTo>
                <a:lnTo>
                  <a:pt x="543687" y="309880"/>
                </a:lnTo>
                <a:lnTo>
                  <a:pt x="536828" y="350520"/>
                </a:lnTo>
                <a:lnTo>
                  <a:pt x="533781" y="359410"/>
                </a:lnTo>
                <a:lnTo>
                  <a:pt x="530351" y="369570"/>
                </a:lnTo>
                <a:lnTo>
                  <a:pt x="504825" y="414020"/>
                </a:lnTo>
                <a:lnTo>
                  <a:pt x="477012" y="445770"/>
                </a:lnTo>
                <a:lnTo>
                  <a:pt x="443230" y="471170"/>
                </a:lnTo>
                <a:lnTo>
                  <a:pt x="404240" y="490220"/>
                </a:lnTo>
                <a:lnTo>
                  <a:pt x="350774" y="504189"/>
                </a:lnTo>
                <a:lnTo>
                  <a:pt x="339089" y="505460"/>
                </a:lnTo>
                <a:lnTo>
                  <a:pt x="441268" y="505460"/>
                </a:lnTo>
                <a:lnTo>
                  <a:pt x="480060" y="481330"/>
                </a:lnTo>
                <a:lnTo>
                  <a:pt x="514858" y="449580"/>
                </a:lnTo>
                <a:lnTo>
                  <a:pt x="542671" y="411480"/>
                </a:lnTo>
                <a:lnTo>
                  <a:pt x="553465" y="389889"/>
                </a:lnTo>
                <a:lnTo>
                  <a:pt x="558164" y="379730"/>
                </a:lnTo>
                <a:lnTo>
                  <a:pt x="570738" y="334010"/>
                </a:lnTo>
                <a:lnTo>
                  <a:pt x="573659" y="298450"/>
                </a:lnTo>
                <a:lnTo>
                  <a:pt x="573405" y="285750"/>
                </a:lnTo>
                <a:lnTo>
                  <a:pt x="565785" y="238760"/>
                </a:lnTo>
                <a:lnTo>
                  <a:pt x="548639" y="195580"/>
                </a:lnTo>
                <a:lnTo>
                  <a:pt x="515747" y="147320"/>
                </a:lnTo>
                <a:lnTo>
                  <a:pt x="481075" y="114300"/>
                </a:lnTo>
                <a:lnTo>
                  <a:pt x="461263" y="100330"/>
                </a:lnTo>
                <a:lnTo>
                  <a:pt x="440182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660516" y="1848738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06114" y="2455164"/>
            <a:ext cx="633095" cy="593090"/>
          </a:xfrm>
          <a:custGeom>
            <a:avLst/>
            <a:gdLst/>
            <a:ahLst/>
            <a:cxnLst/>
            <a:rect l="l" t="t" r="r" b="b"/>
            <a:pathLst>
              <a:path w="633095" h="593089">
                <a:moveTo>
                  <a:pt x="315595" y="0"/>
                </a:moveTo>
                <a:lnTo>
                  <a:pt x="267843" y="3810"/>
                </a:lnTo>
                <a:lnTo>
                  <a:pt x="221361" y="13969"/>
                </a:lnTo>
                <a:lnTo>
                  <a:pt x="165100" y="36829"/>
                </a:lnTo>
                <a:lnTo>
                  <a:pt x="114681" y="68579"/>
                </a:lnTo>
                <a:lnTo>
                  <a:pt x="71882" y="109219"/>
                </a:lnTo>
                <a:lnTo>
                  <a:pt x="38353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1" y="283210"/>
                </a:lnTo>
                <a:lnTo>
                  <a:pt x="0" y="298450"/>
                </a:lnTo>
                <a:lnTo>
                  <a:pt x="381" y="313689"/>
                </a:lnTo>
                <a:lnTo>
                  <a:pt x="6858" y="358139"/>
                </a:lnTo>
                <a:lnTo>
                  <a:pt x="20065" y="401319"/>
                </a:lnTo>
                <a:lnTo>
                  <a:pt x="40132" y="441960"/>
                </a:lnTo>
                <a:lnTo>
                  <a:pt x="74930" y="488950"/>
                </a:lnTo>
                <a:lnTo>
                  <a:pt x="117983" y="528319"/>
                </a:lnTo>
                <a:lnTo>
                  <a:pt x="168656" y="558800"/>
                </a:lnTo>
                <a:lnTo>
                  <a:pt x="224155" y="580389"/>
                </a:lnTo>
                <a:lnTo>
                  <a:pt x="239395" y="585469"/>
                </a:lnTo>
                <a:lnTo>
                  <a:pt x="254253" y="588010"/>
                </a:lnTo>
                <a:lnTo>
                  <a:pt x="270128" y="590550"/>
                </a:lnTo>
                <a:lnTo>
                  <a:pt x="301625" y="593089"/>
                </a:lnTo>
                <a:lnTo>
                  <a:pt x="333501" y="593089"/>
                </a:lnTo>
                <a:lnTo>
                  <a:pt x="365125" y="590550"/>
                </a:lnTo>
                <a:lnTo>
                  <a:pt x="380746" y="588010"/>
                </a:lnTo>
                <a:lnTo>
                  <a:pt x="395605" y="584200"/>
                </a:lnTo>
                <a:lnTo>
                  <a:pt x="411734" y="580389"/>
                </a:lnTo>
                <a:lnTo>
                  <a:pt x="440563" y="570229"/>
                </a:lnTo>
                <a:lnTo>
                  <a:pt x="454279" y="563879"/>
                </a:lnTo>
                <a:lnTo>
                  <a:pt x="302133" y="563879"/>
                </a:lnTo>
                <a:lnTo>
                  <a:pt x="273431" y="561339"/>
                </a:lnTo>
                <a:lnTo>
                  <a:pt x="231775" y="552450"/>
                </a:lnTo>
                <a:lnTo>
                  <a:pt x="180721" y="532129"/>
                </a:lnTo>
                <a:lnTo>
                  <a:pt x="135000" y="504189"/>
                </a:lnTo>
                <a:lnTo>
                  <a:pt x="96012" y="468629"/>
                </a:lnTo>
                <a:lnTo>
                  <a:pt x="64897" y="425450"/>
                </a:lnTo>
                <a:lnTo>
                  <a:pt x="47244" y="389889"/>
                </a:lnTo>
                <a:lnTo>
                  <a:pt x="35560" y="351789"/>
                </a:lnTo>
                <a:lnTo>
                  <a:pt x="29972" y="311150"/>
                </a:lnTo>
                <a:lnTo>
                  <a:pt x="29625" y="298450"/>
                </a:lnTo>
                <a:lnTo>
                  <a:pt x="29625" y="295910"/>
                </a:lnTo>
                <a:lnTo>
                  <a:pt x="32893" y="256539"/>
                </a:lnTo>
                <a:lnTo>
                  <a:pt x="42418" y="218439"/>
                </a:lnTo>
                <a:lnTo>
                  <a:pt x="58038" y="181610"/>
                </a:lnTo>
                <a:lnTo>
                  <a:pt x="78486" y="148589"/>
                </a:lnTo>
                <a:lnTo>
                  <a:pt x="113664" y="107950"/>
                </a:lnTo>
                <a:lnTo>
                  <a:pt x="155956" y="76200"/>
                </a:lnTo>
                <a:lnTo>
                  <a:pt x="204470" y="50800"/>
                </a:lnTo>
                <a:lnTo>
                  <a:pt x="244601" y="38100"/>
                </a:lnTo>
                <a:lnTo>
                  <a:pt x="301371" y="30479"/>
                </a:lnTo>
                <a:lnTo>
                  <a:pt x="455210" y="30479"/>
                </a:lnTo>
                <a:lnTo>
                  <a:pt x="436752" y="22860"/>
                </a:lnTo>
                <a:lnTo>
                  <a:pt x="408813" y="12700"/>
                </a:lnTo>
                <a:lnTo>
                  <a:pt x="393573" y="8889"/>
                </a:lnTo>
                <a:lnTo>
                  <a:pt x="363220" y="3810"/>
                </a:lnTo>
                <a:lnTo>
                  <a:pt x="315595" y="0"/>
                </a:lnTo>
                <a:close/>
              </a:path>
              <a:path w="633095" h="593089">
                <a:moveTo>
                  <a:pt x="455210" y="30479"/>
                </a:moveTo>
                <a:lnTo>
                  <a:pt x="330835" y="30479"/>
                </a:lnTo>
                <a:lnTo>
                  <a:pt x="359663" y="33019"/>
                </a:lnTo>
                <a:lnTo>
                  <a:pt x="387476" y="38100"/>
                </a:lnTo>
                <a:lnTo>
                  <a:pt x="427227" y="50800"/>
                </a:lnTo>
                <a:lnTo>
                  <a:pt x="475869" y="74929"/>
                </a:lnTo>
                <a:lnTo>
                  <a:pt x="518413" y="107950"/>
                </a:lnTo>
                <a:lnTo>
                  <a:pt x="553593" y="147319"/>
                </a:lnTo>
                <a:lnTo>
                  <a:pt x="574675" y="180339"/>
                </a:lnTo>
                <a:lnTo>
                  <a:pt x="590296" y="217169"/>
                </a:lnTo>
                <a:lnTo>
                  <a:pt x="599948" y="256539"/>
                </a:lnTo>
                <a:lnTo>
                  <a:pt x="603330" y="295910"/>
                </a:lnTo>
                <a:lnTo>
                  <a:pt x="603338" y="298450"/>
                </a:lnTo>
                <a:lnTo>
                  <a:pt x="602996" y="309879"/>
                </a:lnTo>
                <a:lnTo>
                  <a:pt x="597535" y="350519"/>
                </a:lnTo>
                <a:lnTo>
                  <a:pt x="585977" y="388619"/>
                </a:lnTo>
                <a:lnTo>
                  <a:pt x="568578" y="424179"/>
                </a:lnTo>
                <a:lnTo>
                  <a:pt x="537972" y="467360"/>
                </a:lnTo>
                <a:lnTo>
                  <a:pt x="499110" y="502919"/>
                </a:lnTo>
                <a:lnTo>
                  <a:pt x="453516" y="532129"/>
                </a:lnTo>
                <a:lnTo>
                  <a:pt x="402209" y="552450"/>
                </a:lnTo>
                <a:lnTo>
                  <a:pt x="388238" y="554989"/>
                </a:lnTo>
                <a:lnTo>
                  <a:pt x="374523" y="558800"/>
                </a:lnTo>
                <a:lnTo>
                  <a:pt x="360299" y="561339"/>
                </a:lnTo>
                <a:lnTo>
                  <a:pt x="331470" y="563879"/>
                </a:lnTo>
                <a:lnTo>
                  <a:pt x="454279" y="563879"/>
                </a:lnTo>
                <a:lnTo>
                  <a:pt x="494030" y="542289"/>
                </a:lnTo>
                <a:lnTo>
                  <a:pt x="540638" y="506729"/>
                </a:lnTo>
                <a:lnTo>
                  <a:pt x="579247" y="462279"/>
                </a:lnTo>
                <a:lnTo>
                  <a:pt x="601472" y="426719"/>
                </a:lnTo>
                <a:lnTo>
                  <a:pt x="618871" y="384810"/>
                </a:lnTo>
                <a:lnTo>
                  <a:pt x="629412" y="341629"/>
                </a:lnTo>
                <a:lnTo>
                  <a:pt x="632968" y="295910"/>
                </a:lnTo>
                <a:lnTo>
                  <a:pt x="632460" y="280669"/>
                </a:lnTo>
                <a:lnTo>
                  <a:pt x="626110" y="234950"/>
                </a:lnTo>
                <a:lnTo>
                  <a:pt x="613028" y="193039"/>
                </a:lnTo>
                <a:lnTo>
                  <a:pt x="592836" y="152400"/>
                </a:lnTo>
                <a:lnTo>
                  <a:pt x="558164" y="105410"/>
                </a:lnTo>
                <a:lnTo>
                  <a:pt x="514985" y="66039"/>
                </a:lnTo>
                <a:lnTo>
                  <a:pt x="464438" y="34289"/>
                </a:lnTo>
                <a:lnTo>
                  <a:pt x="455210" y="30479"/>
                </a:lnTo>
                <a:close/>
              </a:path>
              <a:path w="633095" h="593089">
                <a:moveTo>
                  <a:pt x="330200" y="59689"/>
                </a:moveTo>
                <a:lnTo>
                  <a:pt x="303657" y="59689"/>
                </a:lnTo>
                <a:lnTo>
                  <a:pt x="277495" y="62229"/>
                </a:lnTo>
                <a:lnTo>
                  <a:pt x="216662" y="78739"/>
                </a:lnTo>
                <a:lnTo>
                  <a:pt x="172847" y="100329"/>
                </a:lnTo>
                <a:lnTo>
                  <a:pt x="134747" y="129539"/>
                </a:lnTo>
                <a:lnTo>
                  <a:pt x="103377" y="163829"/>
                </a:lnTo>
                <a:lnTo>
                  <a:pt x="79501" y="204469"/>
                </a:lnTo>
                <a:lnTo>
                  <a:pt x="64515" y="248919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3" y="355600"/>
                </a:lnTo>
                <a:lnTo>
                  <a:pt x="84327" y="398779"/>
                </a:lnTo>
                <a:lnTo>
                  <a:pt x="117094" y="447039"/>
                </a:lnTo>
                <a:lnTo>
                  <a:pt x="151891" y="478789"/>
                </a:lnTo>
                <a:lnTo>
                  <a:pt x="192912" y="505460"/>
                </a:lnTo>
                <a:lnTo>
                  <a:pt x="251460" y="527050"/>
                </a:lnTo>
                <a:lnTo>
                  <a:pt x="302768" y="534669"/>
                </a:lnTo>
                <a:lnTo>
                  <a:pt x="329438" y="534669"/>
                </a:lnTo>
                <a:lnTo>
                  <a:pt x="380746" y="527050"/>
                </a:lnTo>
                <a:lnTo>
                  <a:pt x="438912" y="505460"/>
                </a:lnTo>
                <a:lnTo>
                  <a:pt x="441268" y="504189"/>
                </a:lnTo>
                <a:lnTo>
                  <a:pt x="291973" y="504189"/>
                </a:lnTo>
                <a:lnTo>
                  <a:pt x="280035" y="502919"/>
                </a:lnTo>
                <a:lnTo>
                  <a:pt x="269239" y="500379"/>
                </a:lnTo>
                <a:lnTo>
                  <a:pt x="257556" y="497839"/>
                </a:lnTo>
                <a:lnTo>
                  <a:pt x="247014" y="495300"/>
                </a:lnTo>
                <a:lnTo>
                  <a:pt x="205105" y="478789"/>
                </a:lnTo>
                <a:lnTo>
                  <a:pt x="168783" y="454660"/>
                </a:lnTo>
                <a:lnTo>
                  <a:pt x="138175" y="426719"/>
                </a:lnTo>
                <a:lnTo>
                  <a:pt x="114553" y="392429"/>
                </a:lnTo>
                <a:lnTo>
                  <a:pt x="98425" y="356869"/>
                </a:lnTo>
                <a:lnTo>
                  <a:pt x="89788" y="316229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224" y="165100"/>
                </a:lnTo>
                <a:lnTo>
                  <a:pt x="172085" y="135889"/>
                </a:lnTo>
                <a:lnTo>
                  <a:pt x="208534" y="114300"/>
                </a:lnTo>
                <a:lnTo>
                  <a:pt x="249809" y="97789"/>
                </a:lnTo>
                <a:lnTo>
                  <a:pt x="270763" y="93979"/>
                </a:lnTo>
                <a:lnTo>
                  <a:pt x="282194" y="91439"/>
                </a:lnTo>
                <a:lnTo>
                  <a:pt x="305815" y="88900"/>
                </a:lnTo>
                <a:lnTo>
                  <a:pt x="440182" y="88900"/>
                </a:lnTo>
                <a:lnTo>
                  <a:pt x="417575" y="78739"/>
                </a:lnTo>
                <a:lnTo>
                  <a:pt x="381508" y="67310"/>
                </a:lnTo>
                <a:lnTo>
                  <a:pt x="356108" y="62229"/>
                </a:lnTo>
                <a:lnTo>
                  <a:pt x="330200" y="59689"/>
                </a:lnTo>
                <a:close/>
              </a:path>
              <a:path w="633095" h="593089">
                <a:moveTo>
                  <a:pt x="440182" y="88900"/>
                </a:moveTo>
                <a:lnTo>
                  <a:pt x="317373" y="88900"/>
                </a:lnTo>
                <a:lnTo>
                  <a:pt x="329564" y="90169"/>
                </a:lnTo>
                <a:lnTo>
                  <a:pt x="340995" y="90169"/>
                </a:lnTo>
                <a:lnTo>
                  <a:pt x="352678" y="91439"/>
                </a:lnTo>
                <a:lnTo>
                  <a:pt x="408050" y="106679"/>
                </a:lnTo>
                <a:lnTo>
                  <a:pt x="446786" y="127000"/>
                </a:lnTo>
                <a:lnTo>
                  <a:pt x="480313" y="152400"/>
                </a:lnTo>
                <a:lnTo>
                  <a:pt x="507364" y="184150"/>
                </a:lnTo>
                <a:lnTo>
                  <a:pt x="522732" y="209550"/>
                </a:lnTo>
                <a:lnTo>
                  <a:pt x="527303" y="218439"/>
                </a:lnTo>
                <a:lnTo>
                  <a:pt x="539876" y="256539"/>
                </a:lnTo>
                <a:lnTo>
                  <a:pt x="544068" y="298450"/>
                </a:lnTo>
                <a:lnTo>
                  <a:pt x="543687" y="308610"/>
                </a:lnTo>
                <a:lnTo>
                  <a:pt x="536828" y="349250"/>
                </a:lnTo>
                <a:lnTo>
                  <a:pt x="526288" y="377189"/>
                </a:lnTo>
                <a:lnTo>
                  <a:pt x="521843" y="387350"/>
                </a:lnTo>
                <a:lnTo>
                  <a:pt x="491744" y="429260"/>
                </a:lnTo>
                <a:lnTo>
                  <a:pt x="461010" y="457200"/>
                </a:lnTo>
                <a:lnTo>
                  <a:pt x="424434" y="480060"/>
                </a:lnTo>
                <a:lnTo>
                  <a:pt x="383159" y="495300"/>
                </a:lnTo>
                <a:lnTo>
                  <a:pt x="339089" y="504189"/>
                </a:lnTo>
                <a:lnTo>
                  <a:pt x="441268" y="504189"/>
                </a:lnTo>
                <a:lnTo>
                  <a:pt x="480060" y="480060"/>
                </a:lnTo>
                <a:lnTo>
                  <a:pt x="514858" y="448310"/>
                </a:lnTo>
                <a:lnTo>
                  <a:pt x="542671" y="410210"/>
                </a:lnTo>
                <a:lnTo>
                  <a:pt x="562101" y="368300"/>
                </a:lnTo>
                <a:lnTo>
                  <a:pt x="572262" y="321310"/>
                </a:lnTo>
                <a:lnTo>
                  <a:pt x="573630" y="295910"/>
                </a:lnTo>
                <a:lnTo>
                  <a:pt x="573405" y="285750"/>
                </a:lnTo>
                <a:lnTo>
                  <a:pt x="565785" y="238760"/>
                </a:lnTo>
                <a:lnTo>
                  <a:pt x="548639" y="194310"/>
                </a:lnTo>
                <a:lnTo>
                  <a:pt x="515874" y="147319"/>
                </a:lnTo>
                <a:lnTo>
                  <a:pt x="481075" y="114300"/>
                </a:lnTo>
                <a:lnTo>
                  <a:pt x="461390" y="100329"/>
                </a:lnTo>
                <a:lnTo>
                  <a:pt x="440182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945763" y="2577464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16782" y="3179064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30580" y="0"/>
                </a:moveTo>
                <a:lnTo>
                  <a:pt x="314832" y="0"/>
                </a:lnTo>
                <a:lnTo>
                  <a:pt x="267207" y="3810"/>
                </a:lnTo>
                <a:lnTo>
                  <a:pt x="220725" y="13970"/>
                </a:lnTo>
                <a:lnTo>
                  <a:pt x="164718" y="36830"/>
                </a:lnTo>
                <a:lnTo>
                  <a:pt x="114553" y="68580"/>
                </a:lnTo>
                <a:lnTo>
                  <a:pt x="71754" y="109220"/>
                </a:lnTo>
                <a:lnTo>
                  <a:pt x="38353" y="154939"/>
                </a:lnTo>
                <a:lnTo>
                  <a:pt x="19176" y="195580"/>
                </a:lnTo>
                <a:lnTo>
                  <a:pt x="6350" y="237489"/>
                </a:lnTo>
                <a:lnTo>
                  <a:pt x="380" y="283210"/>
                </a:lnTo>
                <a:lnTo>
                  <a:pt x="0" y="298450"/>
                </a:lnTo>
                <a:lnTo>
                  <a:pt x="507" y="313689"/>
                </a:lnTo>
                <a:lnTo>
                  <a:pt x="6857" y="358139"/>
                </a:lnTo>
                <a:lnTo>
                  <a:pt x="20065" y="401320"/>
                </a:lnTo>
                <a:lnTo>
                  <a:pt x="40004" y="441960"/>
                </a:lnTo>
                <a:lnTo>
                  <a:pt x="74675" y="488950"/>
                </a:lnTo>
                <a:lnTo>
                  <a:pt x="117728" y="528320"/>
                </a:lnTo>
                <a:lnTo>
                  <a:pt x="168275" y="558800"/>
                </a:lnTo>
                <a:lnTo>
                  <a:pt x="223646" y="580390"/>
                </a:lnTo>
                <a:lnTo>
                  <a:pt x="269493" y="590550"/>
                </a:lnTo>
                <a:lnTo>
                  <a:pt x="300863" y="593090"/>
                </a:lnTo>
                <a:lnTo>
                  <a:pt x="332739" y="593090"/>
                </a:lnTo>
                <a:lnTo>
                  <a:pt x="364108" y="590550"/>
                </a:lnTo>
                <a:lnTo>
                  <a:pt x="379856" y="588010"/>
                </a:lnTo>
                <a:lnTo>
                  <a:pt x="394715" y="584200"/>
                </a:lnTo>
                <a:lnTo>
                  <a:pt x="410717" y="580390"/>
                </a:lnTo>
                <a:lnTo>
                  <a:pt x="439546" y="570230"/>
                </a:lnTo>
                <a:lnTo>
                  <a:pt x="453136" y="563880"/>
                </a:lnTo>
                <a:lnTo>
                  <a:pt x="301497" y="563880"/>
                </a:lnTo>
                <a:lnTo>
                  <a:pt x="272795" y="561340"/>
                </a:lnTo>
                <a:lnTo>
                  <a:pt x="231266" y="552450"/>
                </a:lnTo>
                <a:lnTo>
                  <a:pt x="180339" y="532130"/>
                </a:lnTo>
                <a:lnTo>
                  <a:pt x="134746" y="504190"/>
                </a:lnTo>
                <a:lnTo>
                  <a:pt x="95884" y="467360"/>
                </a:lnTo>
                <a:lnTo>
                  <a:pt x="64769" y="425450"/>
                </a:lnTo>
                <a:lnTo>
                  <a:pt x="47243" y="389889"/>
                </a:lnTo>
                <a:lnTo>
                  <a:pt x="35559" y="351789"/>
                </a:lnTo>
                <a:lnTo>
                  <a:pt x="30098" y="311150"/>
                </a:lnTo>
                <a:lnTo>
                  <a:pt x="29625" y="295910"/>
                </a:lnTo>
                <a:lnTo>
                  <a:pt x="29971" y="283210"/>
                </a:lnTo>
                <a:lnTo>
                  <a:pt x="35432" y="243839"/>
                </a:lnTo>
                <a:lnTo>
                  <a:pt x="46989" y="205739"/>
                </a:lnTo>
                <a:lnTo>
                  <a:pt x="64262" y="170180"/>
                </a:lnTo>
                <a:lnTo>
                  <a:pt x="94868" y="127000"/>
                </a:lnTo>
                <a:lnTo>
                  <a:pt x="133730" y="91439"/>
                </a:lnTo>
                <a:lnTo>
                  <a:pt x="179196" y="62230"/>
                </a:lnTo>
                <a:lnTo>
                  <a:pt x="230250" y="41910"/>
                </a:lnTo>
                <a:lnTo>
                  <a:pt x="272033" y="33020"/>
                </a:lnTo>
                <a:lnTo>
                  <a:pt x="300735" y="30480"/>
                </a:lnTo>
                <a:lnTo>
                  <a:pt x="454067" y="30480"/>
                </a:lnTo>
                <a:lnTo>
                  <a:pt x="435609" y="22860"/>
                </a:lnTo>
                <a:lnTo>
                  <a:pt x="407796" y="12700"/>
                </a:lnTo>
                <a:lnTo>
                  <a:pt x="392683" y="8889"/>
                </a:lnTo>
                <a:lnTo>
                  <a:pt x="362330" y="3810"/>
                </a:lnTo>
                <a:lnTo>
                  <a:pt x="346837" y="2539"/>
                </a:lnTo>
                <a:lnTo>
                  <a:pt x="330580" y="0"/>
                </a:lnTo>
                <a:close/>
              </a:path>
              <a:path w="631825" h="593089">
                <a:moveTo>
                  <a:pt x="454067" y="30480"/>
                </a:moveTo>
                <a:lnTo>
                  <a:pt x="330072" y="30480"/>
                </a:lnTo>
                <a:lnTo>
                  <a:pt x="358775" y="33020"/>
                </a:lnTo>
                <a:lnTo>
                  <a:pt x="386588" y="38100"/>
                </a:lnTo>
                <a:lnTo>
                  <a:pt x="426084" y="50800"/>
                </a:lnTo>
                <a:lnTo>
                  <a:pt x="474598" y="74930"/>
                </a:lnTo>
                <a:lnTo>
                  <a:pt x="517143" y="107950"/>
                </a:lnTo>
                <a:lnTo>
                  <a:pt x="552195" y="147320"/>
                </a:lnTo>
                <a:lnTo>
                  <a:pt x="573151" y="180339"/>
                </a:lnTo>
                <a:lnTo>
                  <a:pt x="588771" y="217170"/>
                </a:lnTo>
                <a:lnTo>
                  <a:pt x="598423" y="256539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1" y="309880"/>
                </a:lnTo>
                <a:lnTo>
                  <a:pt x="596010" y="350520"/>
                </a:lnTo>
                <a:lnTo>
                  <a:pt x="584453" y="388620"/>
                </a:lnTo>
                <a:lnTo>
                  <a:pt x="567181" y="424180"/>
                </a:lnTo>
                <a:lnTo>
                  <a:pt x="536575" y="467360"/>
                </a:lnTo>
                <a:lnTo>
                  <a:pt x="497839" y="502920"/>
                </a:lnTo>
                <a:lnTo>
                  <a:pt x="452246" y="532130"/>
                </a:lnTo>
                <a:lnTo>
                  <a:pt x="401192" y="552450"/>
                </a:lnTo>
                <a:lnTo>
                  <a:pt x="387222" y="554990"/>
                </a:lnTo>
                <a:lnTo>
                  <a:pt x="373506" y="558800"/>
                </a:lnTo>
                <a:lnTo>
                  <a:pt x="359409" y="561340"/>
                </a:lnTo>
                <a:lnTo>
                  <a:pt x="330707" y="563880"/>
                </a:lnTo>
                <a:lnTo>
                  <a:pt x="453136" y="563880"/>
                </a:lnTo>
                <a:lnTo>
                  <a:pt x="492759" y="542290"/>
                </a:lnTo>
                <a:lnTo>
                  <a:pt x="539368" y="506730"/>
                </a:lnTo>
                <a:lnTo>
                  <a:pt x="577976" y="462280"/>
                </a:lnTo>
                <a:lnTo>
                  <a:pt x="600201" y="425450"/>
                </a:lnTo>
                <a:lnTo>
                  <a:pt x="617346" y="384810"/>
                </a:lnTo>
                <a:lnTo>
                  <a:pt x="627888" y="341630"/>
                </a:lnTo>
                <a:lnTo>
                  <a:pt x="631443" y="295910"/>
                </a:lnTo>
                <a:lnTo>
                  <a:pt x="630935" y="280670"/>
                </a:lnTo>
                <a:lnTo>
                  <a:pt x="624585" y="234950"/>
                </a:lnTo>
                <a:lnTo>
                  <a:pt x="611504" y="193039"/>
                </a:lnTo>
                <a:lnTo>
                  <a:pt x="591438" y="152400"/>
                </a:lnTo>
                <a:lnTo>
                  <a:pt x="556894" y="105410"/>
                </a:lnTo>
                <a:lnTo>
                  <a:pt x="513714" y="66039"/>
                </a:lnTo>
                <a:lnTo>
                  <a:pt x="463295" y="34289"/>
                </a:lnTo>
                <a:lnTo>
                  <a:pt x="454067" y="30480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4" y="59689"/>
                </a:lnTo>
                <a:lnTo>
                  <a:pt x="276732" y="62230"/>
                </a:lnTo>
                <a:lnTo>
                  <a:pt x="216280" y="78739"/>
                </a:lnTo>
                <a:lnTo>
                  <a:pt x="172592" y="100330"/>
                </a:lnTo>
                <a:lnTo>
                  <a:pt x="134492" y="129539"/>
                </a:lnTo>
                <a:lnTo>
                  <a:pt x="103250" y="163830"/>
                </a:lnTo>
                <a:lnTo>
                  <a:pt x="79501" y="204470"/>
                </a:lnTo>
                <a:lnTo>
                  <a:pt x="64515" y="248920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2" y="355600"/>
                </a:lnTo>
                <a:lnTo>
                  <a:pt x="84200" y="398780"/>
                </a:lnTo>
                <a:lnTo>
                  <a:pt x="117093" y="447040"/>
                </a:lnTo>
                <a:lnTo>
                  <a:pt x="151764" y="480060"/>
                </a:lnTo>
                <a:lnTo>
                  <a:pt x="192531" y="505460"/>
                </a:lnTo>
                <a:lnTo>
                  <a:pt x="251078" y="527050"/>
                </a:lnTo>
                <a:lnTo>
                  <a:pt x="302132" y="534670"/>
                </a:lnTo>
                <a:lnTo>
                  <a:pt x="328548" y="534670"/>
                </a:lnTo>
                <a:lnTo>
                  <a:pt x="379856" y="527050"/>
                </a:lnTo>
                <a:lnTo>
                  <a:pt x="437768" y="505460"/>
                </a:lnTo>
                <a:lnTo>
                  <a:pt x="440111" y="504190"/>
                </a:lnTo>
                <a:lnTo>
                  <a:pt x="302767" y="504190"/>
                </a:lnTo>
                <a:lnTo>
                  <a:pt x="279272" y="501650"/>
                </a:lnTo>
                <a:lnTo>
                  <a:pt x="224535" y="487680"/>
                </a:lnTo>
                <a:lnTo>
                  <a:pt x="185800" y="467360"/>
                </a:lnTo>
                <a:lnTo>
                  <a:pt x="152653" y="441960"/>
                </a:lnTo>
                <a:lnTo>
                  <a:pt x="125475" y="410210"/>
                </a:lnTo>
                <a:lnTo>
                  <a:pt x="105790" y="375920"/>
                </a:lnTo>
                <a:lnTo>
                  <a:pt x="93090" y="336550"/>
                </a:lnTo>
                <a:lnTo>
                  <a:pt x="88900" y="295910"/>
                </a:lnTo>
                <a:lnTo>
                  <a:pt x="89280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096" y="165100"/>
                </a:lnTo>
                <a:lnTo>
                  <a:pt x="171830" y="135889"/>
                </a:lnTo>
                <a:lnTo>
                  <a:pt x="208279" y="114300"/>
                </a:lnTo>
                <a:lnTo>
                  <a:pt x="249427" y="97789"/>
                </a:lnTo>
                <a:lnTo>
                  <a:pt x="270255" y="93980"/>
                </a:lnTo>
                <a:lnTo>
                  <a:pt x="281558" y="91439"/>
                </a:lnTo>
                <a:lnTo>
                  <a:pt x="305180" y="88900"/>
                </a:lnTo>
                <a:lnTo>
                  <a:pt x="439038" y="88900"/>
                </a:lnTo>
                <a:lnTo>
                  <a:pt x="416559" y="78739"/>
                </a:lnTo>
                <a:lnTo>
                  <a:pt x="392556" y="69850"/>
                </a:lnTo>
                <a:lnTo>
                  <a:pt x="355345" y="62230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8" y="88900"/>
                </a:moveTo>
                <a:lnTo>
                  <a:pt x="328802" y="88900"/>
                </a:lnTo>
                <a:lnTo>
                  <a:pt x="351789" y="91439"/>
                </a:lnTo>
                <a:lnTo>
                  <a:pt x="374395" y="96520"/>
                </a:lnTo>
                <a:lnTo>
                  <a:pt x="426846" y="115570"/>
                </a:lnTo>
                <a:lnTo>
                  <a:pt x="462914" y="138430"/>
                </a:lnTo>
                <a:lnTo>
                  <a:pt x="493267" y="167639"/>
                </a:lnTo>
                <a:lnTo>
                  <a:pt x="517016" y="200660"/>
                </a:lnTo>
                <a:lnTo>
                  <a:pt x="533018" y="237489"/>
                </a:lnTo>
                <a:lnTo>
                  <a:pt x="541527" y="276860"/>
                </a:lnTo>
                <a:lnTo>
                  <a:pt x="542543" y="298450"/>
                </a:lnTo>
                <a:lnTo>
                  <a:pt x="542163" y="308610"/>
                </a:lnTo>
                <a:lnTo>
                  <a:pt x="535304" y="349250"/>
                </a:lnTo>
                <a:lnTo>
                  <a:pt x="524763" y="377189"/>
                </a:lnTo>
                <a:lnTo>
                  <a:pt x="520318" y="387350"/>
                </a:lnTo>
                <a:lnTo>
                  <a:pt x="490473" y="429260"/>
                </a:lnTo>
                <a:lnTo>
                  <a:pt x="459739" y="457200"/>
                </a:lnTo>
                <a:lnTo>
                  <a:pt x="423163" y="480060"/>
                </a:lnTo>
                <a:lnTo>
                  <a:pt x="382015" y="495300"/>
                </a:lnTo>
                <a:lnTo>
                  <a:pt x="338200" y="504190"/>
                </a:lnTo>
                <a:lnTo>
                  <a:pt x="440111" y="504190"/>
                </a:lnTo>
                <a:lnTo>
                  <a:pt x="478789" y="480060"/>
                </a:lnTo>
                <a:lnTo>
                  <a:pt x="513588" y="448310"/>
                </a:lnTo>
                <a:lnTo>
                  <a:pt x="541273" y="410210"/>
                </a:lnTo>
                <a:lnTo>
                  <a:pt x="560577" y="368300"/>
                </a:lnTo>
                <a:lnTo>
                  <a:pt x="570738" y="321310"/>
                </a:lnTo>
                <a:lnTo>
                  <a:pt x="572106" y="295910"/>
                </a:lnTo>
                <a:lnTo>
                  <a:pt x="571880" y="285750"/>
                </a:lnTo>
                <a:lnTo>
                  <a:pt x="564260" y="238760"/>
                </a:lnTo>
                <a:lnTo>
                  <a:pt x="552322" y="205739"/>
                </a:lnTo>
                <a:lnTo>
                  <a:pt x="547242" y="194310"/>
                </a:lnTo>
                <a:lnTo>
                  <a:pt x="514476" y="147320"/>
                </a:lnTo>
                <a:lnTo>
                  <a:pt x="479805" y="114300"/>
                </a:lnTo>
                <a:lnTo>
                  <a:pt x="460120" y="100330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955160" y="3301745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885438" y="3938778"/>
            <a:ext cx="542925" cy="506095"/>
          </a:xfrm>
          <a:custGeom>
            <a:avLst/>
            <a:gdLst/>
            <a:ahLst/>
            <a:cxnLst/>
            <a:rect l="l" t="t" r="r" b="b"/>
            <a:pathLst>
              <a:path w="542925" h="506095">
                <a:moveTo>
                  <a:pt x="0" y="252984"/>
                </a:moveTo>
                <a:lnTo>
                  <a:pt x="4369" y="207514"/>
                </a:lnTo>
                <a:lnTo>
                  <a:pt x="16966" y="164717"/>
                </a:lnTo>
                <a:lnTo>
                  <a:pt x="37027" y="125306"/>
                </a:lnTo>
                <a:lnTo>
                  <a:pt x="63786" y="89997"/>
                </a:lnTo>
                <a:lnTo>
                  <a:pt x="96478" y="59504"/>
                </a:lnTo>
                <a:lnTo>
                  <a:pt x="134337" y="34543"/>
                </a:lnTo>
                <a:lnTo>
                  <a:pt x="176600" y="15829"/>
                </a:lnTo>
                <a:lnTo>
                  <a:pt x="222499" y="4076"/>
                </a:lnTo>
                <a:lnTo>
                  <a:pt x="271272" y="0"/>
                </a:lnTo>
                <a:lnTo>
                  <a:pt x="320044" y="4076"/>
                </a:lnTo>
                <a:lnTo>
                  <a:pt x="365943" y="15829"/>
                </a:lnTo>
                <a:lnTo>
                  <a:pt x="408206" y="34543"/>
                </a:lnTo>
                <a:lnTo>
                  <a:pt x="446065" y="59504"/>
                </a:lnTo>
                <a:lnTo>
                  <a:pt x="478757" y="89997"/>
                </a:lnTo>
                <a:lnTo>
                  <a:pt x="505516" y="125306"/>
                </a:lnTo>
                <a:lnTo>
                  <a:pt x="525577" y="164717"/>
                </a:lnTo>
                <a:lnTo>
                  <a:pt x="538174" y="207514"/>
                </a:lnTo>
                <a:lnTo>
                  <a:pt x="542544" y="252984"/>
                </a:lnTo>
                <a:lnTo>
                  <a:pt x="538174" y="298453"/>
                </a:lnTo>
                <a:lnTo>
                  <a:pt x="525577" y="341250"/>
                </a:lnTo>
                <a:lnTo>
                  <a:pt x="505516" y="380661"/>
                </a:lnTo>
                <a:lnTo>
                  <a:pt x="478757" y="415970"/>
                </a:lnTo>
                <a:lnTo>
                  <a:pt x="446065" y="446463"/>
                </a:lnTo>
                <a:lnTo>
                  <a:pt x="408206" y="471424"/>
                </a:lnTo>
                <a:lnTo>
                  <a:pt x="365943" y="490138"/>
                </a:lnTo>
                <a:lnTo>
                  <a:pt x="320044" y="501891"/>
                </a:lnTo>
                <a:lnTo>
                  <a:pt x="271272" y="505968"/>
                </a:lnTo>
                <a:lnTo>
                  <a:pt x="222499" y="501891"/>
                </a:lnTo>
                <a:lnTo>
                  <a:pt x="176600" y="490138"/>
                </a:lnTo>
                <a:lnTo>
                  <a:pt x="134337" y="471424"/>
                </a:lnTo>
                <a:lnTo>
                  <a:pt x="96478" y="446463"/>
                </a:lnTo>
                <a:lnTo>
                  <a:pt x="63786" y="415970"/>
                </a:lnTo>
                <a:lnTo>
                  <a:pt x="37027" y="380661"/>
                </a:lnTo>
                <a:lnTo>
                  <a:pt x="16966" y="341250"/>
                </a:lnTo>
                <a:lnTo>
                  <a:pt x="4369" y="298453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078985" y="4017645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467858" y="3899915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2" y="0"/>
                </a:moveTo>
                <a:lnTo>
                  <a:pt x="267207" y="3810"/>
                </a:lnTo>
                <a:lnTo>
                  <a:pt x="220725" y="13970"/>
                </a:lnTo>
                <a:lnTo>
                  <a:pt x="164718" y="36830"/>
                </a:lnTo>
                <a:lnTo>
                  <a:pt x="114553" y="68580"/>
                </a:lnTo>
                <a:lnTo>
                  <a:pt x="71754" y="109220"/>
                </a:lnTo>
                <a:lnTo>
                  <a:pt x="38353" y="154940"/>
                </a:lnTo>
                <a:lnTo>
                  <a:pt x="19176" y="195580"/>
                </a:lnTo>
                <a:lnTo>
                  <a:pt x="6350" y="237490"/>
                </a:lnTo>
                <a:lnTo>
                  <a:pt x="380" y="283210"/>
                </a:lnTo>
                <a:lnTo>
                  <a:pt x="0" y="298450"/>
                </a:lnTo>
                <a:lnTo>
                  <a:pt x="507" y="313690"/>
                </a:lnTo>
                <a:lnTo>
                  <a:pt x="6857" y="358140"/>
                </a:lnTo>
                <a:lnTo>
                  <a:pt x="20065" y="401320"/>
                </a:lnTo>
                <a:lnTo>
                  <a:pt x="40004" y="441960"/>
                </a:lnTo>
                <a:lnTo>
                  <a:pt x="74675" y="488950"/>
                </a:lnTo>
                <a:lnTo>
                  <a:pt x="117728" y="528320"/>
                </a:lnTo>
                <a:lnTo>
                  <a:pt x="168275" y="558800"/>
                </a:lnTo>
                <a:lnTo>
                  <a:pt x="223646" y="580390"/>
                </a:lnTo>
                <a:lnTo>
                  <a:pt x="238759" y="585470"/>
                </a:lnTo>
                <a:lnTo>
                  <a:pt x="253491" y="588010"/>
                </a:lnTo>
                <a:lnTo>
                  <a:pt x="269493" y="590550"/>
                </a:lnTo>
                <a:lnTo>
                  <a:pt x="300863" y="593090"/>
                </a:lnTo>
                <a:lnTo>
                  <a:pt x="332739" y="593090"/>
                </a:lnTo>
                <a:lnTo>
                  <a:pt x="364108" y="590550"/>
                </a:lnTo>
                <a:lnTo>
                  <a:pt x="379856" y="588010"/>
                </a:lnTo>
                <a:lnTo>
                  <a:pt x="394715" y="584200"/>
                </a:lnTo>
                <a:lnTo>
                  <a:pt x="410717" y="580390"/>
                </a:lnTo>
                <a:lnTo>
                  <a:pt x="439546" y="570230"/>
                </a:lnTo>
                <a:lnTo>
                  <a:pt x="453136" y="563880"/>
                </a:lnTo>
                <a:lnTo>
                  <a:pt x="301497" y="563880"/>
                </a:lnTo>
                <a:lnTo>
                  <a:pt x="272795" y="561340"/>
                </a:lnTo>
                <a:lnTo>
                  <a:pt x="231266" y="552450"/>
                </a:lnTo>
                <a:lnTo>
                  <a:pt x="180339" y="532130"/>
                </a:lnTo>
                <a:lnTo>
                  <a:pt x="134746" y="504190"/>
                </a:lnTo>
                <a:lnTo>
                  <a:pt x="95884" y="467360"/>
                </a:lnTo>
                <a:lnTo>
                  <a:pt x="64769" y="425450"/>
                </a:lnTo>
                <a:lnTo>
                  <a:pt x="47243" y="389890"/>
                </a:lnTo>
                <a:lnTo>
                  <a:pt x="35559" y="351790"/>
                </a:lnTo>
                <a:lnTo>
                  <a:pt x="30099" y="311150"/>
                </a:lnTo>
                <a:lnTo>
                  <a:pt x="29625" y="295910"/>
                </a:lnTo>
                <a:lnTo>
                  <a:pt x="29971" y="283210"/>
                </a:lnTo>
                <a:lnTo>
                  <a:pt x="35432" y="243840"/>
                </a:lnTo>
                <a:lnTo>
                  <a:pt x="46989" y="205740"/>
                </a:lnTo>
                <a:lnTo>
                  <a:pt x="64262" y="170180"/>
                </a:lnTo>
                <a:lnTo>
                  <a:pt x="94868" y="127000"/>
                </a:lnTo>
                <a:lnTo>
                  <a:pt x="133730" y="91440"/>
                </a:lnTo>
                <a:lnTo>
                  <a:pt x="179196" y="62230"/>
                </a:lnTo>
                <a:lnTo>
                  <a:pt x="230250" y="41910"/>
                </a:lnTo>
                <a:lnTo>
                  <a:pt x="272033" y="33020"/>
                </a:lnTo>
                <a:lnTo>
                  <a:pt x="300736" y="30480"/>
                </a:lnTo>
                <a:lnTo>
                  <a:pt x="454067" y="30480"/>
                </a:lnTo>
                <a:lnTo>
                  <a:pt x="435609" y="22860"/>
                </a:lnTo>
                <a:lnTo>
                  <a:pt x="407796" y="12700"/>
                </a:lnTo>
                <a:lnTo>
                  <a:pt x="392683" y="8890"/>
                </a:lnTo>
                <a:lnTo>
                  <a:pt x="362330" y="3810"/>
                </a:lnTo>
                <a:lnTo>
                  <a:pt x="314832" y="0"/>
                </a:lnTo>
                <a:close/>
              </a:path>
              <a:path w="631825" h="593089">
                <a:moveTo>
                  <a:pt x="454067" y="30480"/>
                </a:moveTo>
                <a:lnTo>
                  <a:pt x="330072" y="30480"/>
                </a:lnTo>
                <a:lnTo>
                  <a:pt x="358775" y="33020"/>
                </a:lnTo>
                <a:lnTo>
                  <a:pt x="386588" y="38100"/>
                </a:lnTo>
                <a:lnTo>
                  <a:pt x="426084" y="50800"/>
                </a:lnTo>
                <a:lnTo>
                  <a:pt x="474599" y="74930"/>
                </a:lnTo>
                <a:lnTo>
                  <a:pt x="517143" y="107950"/>
                </a:lnTo>
                <a:lnTo>
                  <a:pt x="552195" y="147320"/>
                </a:lnTo>
                <a:lnTo>
                  <a:pt x="573151" y="180340"/>
                </a:lnTo>
                <a:lnTo>
                  <a:pt x="588771" y="217170"/>
                </a:lnTo>
                <a:lnTo>
                  <a:pt x="598424" y="256540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1" y="309880"/>
                </a:lnTo>
                <a:lnTo>
                  <a:pt x="596011" y="350520"/>
                </a:lnTo>
                <a:lnTo>
                  <a:pt x="584453" y="388620"/>
                </a:lnTo>
                <a:lnTo>
                  <a:pt x="567181" y="424180"/>
                </a:lnTo>
                <a:lnTo>
                  <a:pt x="536575" y="467360"/>
                </a:lnTo>
                <a:lnTo>
                  <a:pt x="497839" y="502920"/>
                </a:lnTo>
                <a:lnTo>
                  <a:pt x="452246" y="532130"/>
                </a:lnTo>
                <a:lnTo>
                  <a:pt x="401192" y="552450"/>
                </a:lnTo>
                <a:lnTo>
                  <a:pt x="387222" y="554990"/>
                </a:lnTo>
                <a:lnTo>
                  <a:pt x="373506" y="558800"/>
                </a:lnTo>
                <a:lnTo>
                  <a:pt x="359409" y="561340"/>
                </a:lnTo>
                <a:lnTo>
                  <a:pt x="330707" y="563880"/>
                </a:lnTo>
                <a:lnTo>
                  <a:pt x="453136" y="563880"/>
                </a:lnTo>
                <a:lnTo>
                  <a:pt x="492759" y="542290"/>
                </a:lnTo>
                <a:lnTo>
                  <a:pt x="539368" y="506730"/>
                </a:lnTo>
                <a:lnTo>
                  <a:pt x="577976" y="462280"/>
                </a:lnTo>
                <a:lnTo>
                  <a:pt x="600201" y="425450"/>
                </a:lnTo>
                <a:lnTo>
                  <a:pt x="617346" y="384810"/>
                </a:lnTo>
                <a:lnTo>
                  <a:pt x="627888" y="341630"/>
                </a:lnTo>
                <a:lnTo>
                  <a:pt x="631443" y="295910"/>
                </a:lnTo>
                <a:lnTo>
                  <a:pt x="630936" y="280670"/>
                </a:lnTo>
                <a:lnTo>
                  <a:pt x="624586" y="234950"/>
                </a:lnTo>
                <a:lnTo>
                  <a:pt x="611504" y="193040"/>
                </a:lnTo>
                <a:lnTo>
                  <a:pt x="591438" y="152400"/>
                </a:lnTo>
                <a:lnTo>
                  <a:pt x="556894" y="105410"/>
                </a:lnTo>
                <a:lnTo>
                  <a:pt x="513714" y="66040"/>
                </a:lnTo>
                <a:lnTo>
                  <a:pt x="463295" y="34290"/>
                </a:lnTo>
                <a:lnTo>
                  <a:pt x="454067" y="30480"/>
                </a:lnTo>
                <a:close/>
              </a:path>
              <a:path w="631825" h="593089">
                <a:moveTo>
                  <a:pt x="329438" y="59690"/>
                </a:moveTo>
                <a:lnTo>
                  <a:pt x="302894" y="59690"/>
                </a:lnTo>
                <a:lnTo>
                  <a:pt x="276732" y="62230"/>
                </a:lnTo>
                <a:lnTo>
                  <a:pt x="216280" y="78740"/>
                </a:lnTo>
                <a:lnTo>
                  <a:pt x="172592" y="100330"/>
                </a:lnTo>
                <a:lnTo>
                  <a:pt x="134492" y="129540"/>
                </a:lnTo>
                <a:lnTo>
                  <a:pt x="103250" y="163830"/>
                </a:lnTo>
                <a:lnTo>
                  <a:pt x="79501" y="204470"/>
                </a:lnTo>
                <a:lnTo>
                  <a:pt x="64515" y="248920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2" y="355600"/>
                </a:lnTo>
                <a:lnTo>
                  <a:pt x="84200" y="398780"/>
                </a:lnTo>
                <a:lnTo>
                  <a:pt x="117093" y="447040"/>
                </a:lnTo>
                <a:lnTo>
                  <a:pt x="151764" y="480060"/>
                </a:lnTo>
                <a:lnTo>
                  <a:pt x="192531" y="505460"/>
                </a:lnTo>
                <a:lnTo>
                  <a:pt x="251078" y="527050"/>
                </a:lnTo>
                <a:lnTo>
                  <a:pt x="302132" y="534670"/>
                </a:lnTo>
                <a:lnTo>
                  <a:pt x="328549" y="534670"/>
                </a:lnTo>
                <a:lnTo>
                  <a:pt x="379856" y="527050"/>
                </a:lnTo>
                <a:lnTo>
                  <a:pt x="437768" y="505460"/>
                </a:lnTo>
                <a:lnTo>
                  <a:pt x="440111" y="504190"/>
                </a:lnTo>
                <a:lnTo>
                  <a:pt x="291338" y="504190"/>
                </a:lnTo>
                <a:lnTo>
                  <a:pt x="279272" y="502920"/>
                </a:lnTo>
                <a:lnTo>
                  <a:pt x="268604" y="500380"/>
                </a:lnTo>
                <a:lnTo>
                  <a:pt x="257175" y="497840"/>
                </a:lnTo>
                <a:lnTo>
                  <a:pt x="246379" y="495300"/>
                </a:lnTo>
                <a:lnTo>
                  <a:pt x="204724" y="478790"/>
                </a:lnTo>
                <a:lnTo>
                  <a:pt x="168655" y="454660"/>
                </a:lnTo>
                <a:lnTo>
                  <a:pt x="138175" y="426720"/>
                </a:lnTo>
                <a:lnTo>
                  <a:pt x="114426" y="392430"/>
                </a:lnTo>
                <a:lnTo>
                  <a:pt x="98425" y="356870"/>
                </a:lnTo>
                <a:lnTo>
                  <a:pt x="89915" y="316230"/>
                </a:lnTo>
                <a:lnTo>
                  <a:pt x="88900" y="295910"/>
                </a:lnTo>
                <a:lnTo>
                  <a:pt x="89280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096" y="163830"/>
                </a:lnTo>
                <a:lnTo>
                  <a:pt x="171830" y="135890"/>
                </a:lnTo>
                <a:lnTo>
                  <a:pt x="208279" y="114300"/>
                </a:lnTo>
                <a:lnTo>
                  <a:pt x="249427" y="97790"/>
                </a:lnTo>
                <a:lnTo>
                  <a:pt x="270255" y="93980"/>
                </a:lnTo>
                <a:lnTo>
                  <a:pt x="281558" y="91440"/>
                </a:lnTo>
                <a:lnTo>
                  <a:pt x="305180" y="88900"/>
                </a:lnTo>
                <a:lnTo>
                  <a:pt x="439038" y="88900"/>
                </a:lnTo>
                <a:lnTo>
                  <a:pt x="416559" y="78740"/>
                </a:lnTo>
                <a:lnTo>
                  <a:pt x="380491" y="67310"/>
                </a:lnTo>
                <a:lnTo>
                  <a:pt x="355345" y="62230"/>
                </a:lnTo>
                <a:lnTo>
                  <a:pt x="329438" y="59690"/>
                </a:lnTo>
                <a:close/>
              </a:path>
              <a:path w="631825" h="593089">
                <a:moveTo>
                  <a:pt x="439038" y="88900"/>
                </a:moveTo>
                <a:lnTo>
                  <a:pt x="316611" y="88900"/>
                </a:lnTo>
                <a:lnTo>
                  <a:pt x="328802" y="90170"/>
                </a:lnTo>
                <a:lnTo>
                  <a:pt x="340105" y="90170"/>
                </a:lnTo>
                <a:lnTo>
                  <a:pt x="351789" y="91440"/>
                </a:lnTo>
                <a:lnTo>
                  <a:pt x="407034" y="106680"/>
                </a:lnTo>
                <a:lnTo>
                  <a:pt x="445515" y="127000"/>
                </a:lnTo>
                <a:lnTo>
                  <a:pt x="478789" y="152400"/>
                </a:lnTo>
                <a:lnTo>
                  <a:pt x="506094" y="184150"/>
                </a:lnTo>
                <a:lnTo>
                  <a:pt x="525652" y="218440"/>
                </a:lnTo>
                <a:lnTo>
                  <a:pt x="538352" y="256540"/>
                </a:lnTo>
                <a:lnTo>
                  <a:pt x="542543" y="298450"/>
                </a:lnTo>
                <a:lnTo>
                  <a:pt x="542163" y="308610"/>
                </a:lnTo>
                <a:lnTo>
                  <a:pt x="535304" y="349250"/>
                </a:lnTo>
                <a:lnTo>
                  <a:pt x="524763" y="377190"/>
                </a:lnTo>
                <a:lnTo>
                  <a:pt x="520318" y="387350"/>
                </a:lnTo>
                <a:lnTo>
                  <a:pt x="490474" y="429260"/>
                </a:lnTo>
                <a:lnTo>
                  <a:pt x="459739" y="457200"/>
                </a:lnTo>
                <a:lnTo>
                  <a:pt x="423163" y="480060"/>
                </a:lnTo>
                <a:lnTo>
                  <a:pt x="382015" y="495300"/>
                </a:lnTo>
                <a:lnTo>
                  <a:pt x="338200" y="504190"/>
                </a:lnTo>
                <a:lnTo>
                  <a:pt x="440111" y="504190"/>
                </a:lnTo>
                <a:lnTo>
                  <a:pt x="478789" y="480060"/>
                </a:lnTo>
                <a:lnTo>
                  <a:pt x="513588" y="448310"/>
                </a:lnTo>
                <a:lnTo>
                  <a:pt x="541274" y="410210"/>
                </a:lnTo>
                <a:lnTo>
                  <a:pt x="560577" y="368300"/>
                </a:lnTo>
                <a:lnTo>
                  <a:pt x="570738" y="321310"/>
                </a:lnTo>
                <a:lnTo>
                  <a:pt x="572106" y="295910"/>
                </a:lnTo>
                <a:lnTo>
                  <a:pt x="571880" y="285750"/>
                </a:lnTo>
                <a:lnTo>
                  <a:pt x="564261" y="238760"/>
                </a:lnTo>
                <a:lnTo>
                  <a:pt x="552322" y="205740"/>
                </a:lnTo>
                <a:lnTo>
                  <a:pt x="547242" y="194310"/>
                </a:lnTo>
                <a:lnTo>
                  <a:pt x="514476" y="147320"/>
                </a:lnTo>
                <a:lnTo>
                  <a:pt x="479805" y="114300"/>
                </a:lnTo>
                <a:lnTo>
                  <a:pt x="460120" y="100330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706617" y="4022597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70550" y="4597908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30580" y="0"/>
                </a:moveTo>
                <a:lnTo>
                  <a:pt x="314833" y="0"/>
                </a:lnTo>
                <a:lnTo>
                  <a:pt x="267208" y="3809"/>
                </a:lnTo>
                <a:lnTo>
                  <a:pt x="220725" y="13969"/>
                </a:lnTo>
                <a:lnTo>
                  <a:pt x="164719" y="36829"/>
                </a:lnTo>
                <a:lnTo>
                  <a:pt x="114553" y="68579"/>
                </a:lnTo>
                <a:lnTo>
                  <a:pt x="71754" y="109219"/>
                </a:lnTo>
                <a:lnTo>
                  <a:pt x="38353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0" y="283209"/>
                </a:lnTo>
                <a:lnTo>
                  <a:pt x="0" y="298450"/>
                </a:lnTo>
                <a:lnTo>
                  <a:pt x="508" y="313689"/>
                </a:lnTo>
                <a:lnTo>
                  <a:pt x="6858" y="358139"/>
                </a:lnTo>
                <a:lnTo>
                  <a:pt x="20065" y="401319"/>
                </a:lnTo>
                <a:lnTo>
                  <a:pt x="40004" y="441959"/>
                </a:lnTo>
                <a:lnTo>
                  <a:pt x="74675" y="488950"/>
                </a:lnTo>
                <a:lnTo>
                  <a:pt x="117728" y="528319"/>
                </a:lnTo>
                <a:lnTo>
                  <a:pt x="168275" y="558800"/>
                </a:lnTo>
                <a:lnTo>
                  <a:pt x="223647" y="580389"/>
                </a:lnTo>
                <a:lnTo>
                  <a:pt x="269494" y="590550"/>
                </a:lnTo>
                <a:lnTo>
                  <a:pt x="300863" y="593089"/>
                </a:lnTo>
                <a:lnTo>
                  <a:pt x="332739" y="593089"/>
                </a:lnTo>
                <a:lnTo>
                  <a:pt x="364109" y="590550"/>
                </a:lnTo>
                <a:lnTo>
                  <a:pt x="379857" y="588009"/>
                </a:lnTo>
                <a:lnTo>
                  <a:pt x="394715" y="584200"/>
                </a:lnTo>
                <a:lnTo>
                  <a:pt x="410717" y="580389"/>
                </a:lnTo>
                <a:lnTo>
                  <a:pt x="439547" y="570229"/>
                </a:lnTo>
                <a:lnTo>
                  <a:pt x="453136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6" y="552450"/>
                </a:lnTo>
                <a:lnTo>
                  <a:pt x="180339" y="532129"/>
                </a:lnTo>
                <a:lnTo>
                  <a:pt x="134747" y="504189"/>
                </a:lnTo>
                <a:lnTo>
                  <a:pt x="95885" y="467359"/>
                </a:lnTo>
                <a:lnTo>
                  <a:pt x="64770" y="425450"/>
                </a:lnTo>
                <a:lnTo>
                  <a:pt x="47244" y="389889"/>
                </a:lnTo>
                <a:lnTo>
                  <a:pt x="35560" y="351789"/>
                </a:lnTo>
                <a:lnTo>
                  <a:pt x="30099" y="311150"/>
                </a:lnTo>
                <a:lnTo>
                  <a:pt x="29625" y="295909"/>
                </a:lnTo>
                <a:lnTo>
                  <a:pt x="29972" y="283209"/>
                </a:lnTo>
                <a:lnTo>
                  <a:pt x="35433" y="243839"/>
                </a:lnTo>
                <a:lnTo>
                  <a:pt x="52070" y="193039"/>
                </a:lnTo>
                <a:lnTo>
                  <a:pt x="78486" y="147319"/>
                </a:lnTo>
                <a:lnTo>
                  <a:pt x="113284" y="107950"/>
                </a:lnTo>
                <a:lnTo>
                  <a:pt x="155575" y="76200"/>
                </a:lnTo>
                <a:lnTo>
                  <a:pt x="204088" y="50800"/>
                </a:lnTo>
                <a:lnTo>
                  <a:pt x="244221" y="38100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10" y="22859"/>
                </a:lnTo>
                <a:lnTo>
                  <a:pt x="407797" y="12700"/>
                </a:lnTo>
                <a:lnTo>
                  <a:pt x="392684" y="8889"/>
                </a:lnTo>
                <a:lnTo>
                  <a:pt x="346837" y="1269"/>
                </a:lnTo>
                <a:lnTo>
                  <a:pt x="330580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3" y="30479"/>
                </a:lnTo>
                <a:lnTo>
                  <a:pt x="358775" y="33019"/>
                </a:lnTo>
                <a:lnTo>
                  <a:pt x="386588" y="38100"/>
                </a:lnTo>
                <a:lnTo>
                  <a:pt x="426085" y="50800"/>
                </a:lnTo>
                <a:lnTo>
                  <a:pt x="474599" y="74929"/>
                </a:lnTo>
                <a:lnTo>
                  <a:pt x="517144" y="107950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4" y="255269"/>
                </a:lnTo>
                <a:lnTo>
                  <a:pt x="601806" y="295909"/>
                </a:lnTo>
                <a:lnTo>
                  <a:pt x="601814" y="298450"/>
                </a:lnTo>
                <a:lnTo>
                  <a:pt x="601472" y="309879"/>
                </a:lnTo>
                <a:lnTo>
                  <a:pt x="596011" y="350519"/>
                </a:lnTo>
                <a:lnTo>
                  <a:pt x="584453" y="388619"/>
                </a:lnTo>
                <a:lnTo>
                  <a:pt x="567182" y="424179"/>
                </a:lnTo>
                <a:lnTo>
                  <a:pt x="536575" y="467359"/>
                </a:lnTo>
                <a:lnTo>
                  <a:pt x="497839" y="502919"/>
                </a:lnTo>
                <a:lnTo>
                  <a:pt x="452247" y="532129"/>
                </a:lnTo>
                <a:lnTo>
                  <a:pt x="401192" y="552450"/>
                </a:lnTo>
                <a:lnTo>
                  <a:pt x="387223" y="554989"/>
                </a:lnTo>
                <a:lnTo>
                  <a:pt x="373507" y="558800"/>
                </a:lnTo>
                <a:lnTo>
                  <a:pt x="359410" y="561339"/>
                </a:lnTo>
                <a:lnTo>
                  <a:pt x="330708" y="563879"/>
                </a:lnTo>
                <a:lnTo>
                  <a:pt x="453136" y="563879"/>
                </a:lnTo>
                <a:lnTo>
                  <a:pt x="492760" y="542289"/>
                </a:lnTo>
                <a:lnTo>
                  <a:pt x="539369" y="506729"/>
                </a:lnTo>
                <a:lnTo>
                  <a:pt x="577976" y="462279"/>
                </a:lnTo>
                <a:lnTo>
                  <a:pt x="600201" y="425450"/>
                </a:lnTo>
                <a:lnTo>
                  <a:pt x="617347" y="384809"/>
                </a:lnTo>
                <a:lnTo>
                  <a:pt x="627888" y="341629"/>
                </a:lnTo>
                <a:lnTo>
                  <a:pt x="631444" y="295909"/>
                </a:lnTo>
                <a:lnTo>
                  <a:pt x="630936" y="280669"/>
                </a:lnTo>
                <a:lnTo>
                  <a:pt x="624586" y="234950"/>
                </a:lnTo>
                <a:lnTo>
                  <a:pt x="611504" y="193039"/>
                </a:lnTo>
                <a:lnTo>
                  <a:pt x="591438" y="152400"/>
                </a:lnTo>
                <a:lnTo>
                  <a:pt x="556895" y="105409"/>
                </a:lnTo>
                <a:lnTo>
                  <a:pt x="513714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5" y="59689"/>
                </a:lnTo>
                <a:lnTo>
                  <a:pt x="276733" y="62229"/>
                </a:lnTo>
                <a:lnTo>
                  <a:pt x="216280" y="77469"/>
                </a:lnTo>
                <a:lnTo>
                  <a:pt x="172592" y="100329"/>
                </a:lnTo>
                <a:lnTo>
                  <a:pt x="134492" y="129539"/>
                </a:lnTo>
                <a:lnTo>
                  <a:pt x="103250" y="163829"/>
                </a:lnTo>
                <a:lnTo>
                  <a:pt x="79501" y="204469"/>
                </a:lnTo>
                <a:lnTo>
                  <a:pt x="64515" y="248919"/>
                </a:lnTo>
                <a:lnTo>
                  <a:pt x="59347" y="295909"/>
                </a:lnTo>
                <a:lnTo>
                  <a:pt x="59337" y="298450"/>
                </a:lnTo>
                <a:lnTo>
                  <a:pt x="59562" y="308609"/>
                </a:lnTo>
                <a:lnTo>
                  <a:pt x="67183" y="355600"/>
                </a:lnTo>
                <a:lnTo>
                  <a:pt x="84200" y="398779"/>
                </a:lnTo>
                <a:lnTo>
                  <a:pt x="117094" y="447039"/>
                </a:lnTo>
                <a:lnTo>
                  <a:pt x="151764" y="480059"/>
                </a:lnTo>
                <a:lnTo>
                  <a:pt x="192532" y="505459"/>
                </a:lnTo>
                <a:lnTo>
                  <a:pt x="251078" y="527050"/>
                </a:lnTo>
                <a:lnTo>
                  <a:pt x="302133" y="534669"/>
                </a:lnTo>
                <a:lnTo>
                  <a:pt x="328549" y="534669"/>
                </a:lnTo>
                <a:lnTo>
                  <a:pt x="379857" y="527050"/>
                </a:lnTo>
                <a:lnTo>
                  <a:pt x="437769" y="505459"/>
                </a:lnTo>
                <a:lnTo>
                  <a:pt x="440111" y="504189"/>
                </a:lnTo>
                <a:lnTo>
                  <a:pt x="302767" y="504189"/>
                </a:lnTo>
                <a:lnTo>
                  <a:pt x="279273" y="501650"/>
                </a:lnTo>
                <a:lnTo>
                  <a:pt x="224536" y="487679"/>
                </a:lnTo>
                <a:lnTo>
                  <a:pt x="185800" y="467359"/>
                </a:lnTo>
                <a:lnTo>
                  <a:pt x="152653" y="441959"/>
                </a:lnTo>
                <a:lnTo>
                  <a:pt x="125475" y="410209"/>
                </a:lnTo>
                <a:lnTo>
                  <a:pt x="105790" y="375919"/>
                </a:lnTo>
                <a:lnTo>
                  <a:pt x="93090" y="336550"/>
                </a:lnTo>
                <a:lnTo>
                  <a:pt x="88900" y="295909"/>
                </a:lnTo>
                <a:lnTo>
                  <a:pt x="89280" y="285750"/>
                </a:lnTo>
                <a:lnTo>
                  <a:pt x="96138" y="245109"/>
                </a:lnTo>
                <a:lnTo>
                  <a:pt x="111125" y="207009"/>
                </a:lnTo>
                <a:lnTo>
                  <a:pt x="141097" y="163829"/>
                </a:lnTo>
                <a:lnTo>
                  <a:pt x="171830" y="135889"/>
                </a:lnTo>
                <a:lnTo>
                  <a:pt x="208279" y="114300"/>
                </a:lnTo>
                <a:lnTo>
                  <a:pt x="249427" y="97789"/>
                </a:lnTo>
                <a:lnTo>
                  <a:pt x="270255" y="93979"/>
                </a:lnTo>
                <a:lnTo>
                  <a:pt x="281559" y="91439"/>
                </a:lnTo>
                <a:lnTo>
                  <a:pt x="305180" y="88900"/>
                </a:lnTo>
                <a:lnTo>
                  <a:pt x="439038" y="88900"/>
                </a:lnTo>
                <a:lnTo>
                  <a:pt x="416560" y="78739"/>
                </a:lnTo>
                <a:lnTo>
                  <a:pt x="392557" y="69850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8" y="88900"/>
                </a:moveTo>
                <a:lnTo>
                  <a:pt x="328802" y="88900"/>
                </a:lnTo>
                <a:lnTo>
                  <a:pt x="351789" y="91439"/>
                </a:lnTo>
                <a:lnTo>
                  <a:pt x="374396" y="96519"/>
                </a:lnTo>
                <a:lnTo>
                  <a:pt x="426847" y="115569"/>
                </a:lnTo>
                <a:lnTo>
                  <a:pt x="462914" y="138429"/>
                </a:lnTo>
                <a:lnTo>
                  <a:pt x="493267" y="167639"/>
                </a:lnTo>
                <a:lnTo>
                  <a:pt x="517016" y="200659"/>
                </a:lnTo>
                <a:lnTo>
                  <a:pt x="533019" y="237489"/>
                </a:lnTo>
                <a:lnTo>
                  <a:pt x="541527" y="276859"/>
                </a:lnTo>
                <a:lnTo>
                  <a:pt x="542544" y="298450"/>
                </a:lnTo>
                <a:lnTo>
                  <a:pt x="542163" y="308609"/>
                </a:lnTo>
                <a:lnTo>
                  <a:pt x="535304" y="349250"/>
                </a:lnTo>
                <a:lnTo>
                  <a:pt x="524763" y="377189"/>
                </a:lnTo>
                <a:lnTo>
                  <a:pt x="520319" y="387350"/>
                </a:lnTo>
                <a:lnTo>
                  <a:pt x="490474" y="429259"/>
                </a:lnTo>
                <a:lnTo>
                  <a:pt x="459739" y="457200"/>
                </a:lnTo>
                <a:lnTo>
                  <a:pt x="423163" y="480059"/>
                </a:lnTo>
                <a:lnTo>
                  <a:pt x="382015" y="495300"/>
                </a:lnTo>
                <a:lnTo>
                  <a:pt x="338200" y="504189"/>
                </a:lnTo>
                <a:lnTo>
                  <a:pt x="440111" y="504189"/>
                </a:lnTo>
                <a:lnTo>
                  <a:pt x="478789" y="480059"/>
                </a:lnTo>
                <a:lnTo>
                  <a:pt x="513588" y="448309"/>
                </a:lnTo>
                <a:lnTo>
                  <a:pt x="541274" y="410209"/>
                </a:lnTo>
                <a:lnTo>
                  <a:pt x="560577" y="368300"/>
                </a:lnTo>
                <a:lnTo>
                  <a:pt x="570738" y="321309"/>
                </a:lnTo>
                <a:lnTo>
                  <a:pt x="572106" y="295909"/>
                </a:lnTo>
                <a:lnTo>
                  <a:pt x="571880" y="285750"/>
                </a:lnTo>
                <a:lnTo>
                  <a:pt x="564261" y="238759"/>
                </a:lnTo>
                <a:lnTo>
                  <a:pt x="552323" y="205739"/>
                </a:lnTo>
                <a:lnTo>
                  <a:pt x="547242" y="194309"/>
                </a:lnTo>
                <a:lnTo>
                  <a:pt x="514476" y="147319"/>
                </a:lnTo>
                <a:lnTo>
                  <a:pt x="479805" y="114300"/>
                </a:lnTo>
                <a:lnTo>
                  <a:pt x="460121" y="100329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909817" y="4721097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441950" y="5407139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3" y="0"/>
                </a:moveTo>
                <a:lnTo>
                  <a:pt x="267208" y="3809"/>
                </a:lnTo>
                <a:lnTo>
                  <a:pt x="220725" y="13969"/>
                </a:lnTo>
                <a:lnTo>
                  <a:pt x="164719" y="36829"/>
                </a:lnTo>
                <a:lnTo>
                  <a:pt x="114553" y="68579"/>
                </a:lnTo>
                <a:lnTo>
                  <a:pt x="71754" y="109219"/>
                </a:lnTo>
                <a:lnTo>
                  <a:pt x="38353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0" y="283209"/>
                </a:lnTo>
                <a:lnTo>
                  <a:pt x="0" y="298449"/>
                </a:lnTo>
                <a:lnTo>
                  <a:pt x="508" y="313689"/>
                </a:lnTo>
                <a:lnTo>
                  <a:pt x="6858" y="358139"/>
                </a:lnTo>
                <a:lnTo>
                  <a:pt x="20065" y="401319"/>
                </a:lnTo>
                <a:lnTo>
                  <a:pt x="40004" y="441959"/>
                </a:lnTo>
                <a:lnTo>
                  <a:pt x="74675" y="488949"/>
                </a:lnTo>
                <a:lnTo>
                  <a:pt x="117728" y="528319"/>
                </a:lnTo>
                <a:lnTo>
                  <a:pt x="168275" y="558799"/>
                </a:lnTo>
                <a:lnTo>
                  <a:pt x="223647" y="580389"/>
                </a:lnTo>
                <a:lnTo>
                  <a:pt x="238760" y="585469"/>
                </a:lnTo>
                <a:lnTo>
                  <a:pt x="253491" y="588009"/>
                </a:lnTo>
                <a:lnTo>
                  <a:pt x="269494" y="590549"/>
                </a:lnTo>
                <a:lnTo>
                  <a:pt x="300863" y="593089"/>
                </a:lnTo>
                <a:lnTo>
                  <a:pt x="332739" y="593089"/>
                </a:lnTo>
                <a:lnTo>
                  <a:pt x="364109" y="590549"/>
                </a:lnTo>
                <a:lnTo>
                  <a:pt x="379857" y="588009"/>
                </a:lnTo>
                <a:lnTo>
                  <a:pt x="394715" y="584199"/>
                </a:lnTo>
                <a:lnTo>
                  <a:pt x="410717" y="580389"/>
                </a:lnTo>
                <a:lnTo>
                  <a:pt x="439547" y="570229"/>
                </a:lnTo>
                <a:lnTo>
                  <a:pt x="453136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6" y="552449"/>
                </a:lnTo>
                <a:lnTo>
                  <a:pt x="180339" y="532129"/>
                </a:lnTo>
                <a:lnTo>
                  <a:pt x="134747" y="504189"/>
                </a:lnTo>
                <a:lnTo>
                  <a:pt x="95885" y="467359"/>
                </a:lnTo>
                <a:lnTo>
                  <a:pt x="64770" y="425449"/>
                </a:lnTo>
                <a:lnTo>
                  <a:pt x="47244" y="389889"/>
                </a:lnTo>
                <a:lnTo>
                  <a:pt x="35560" y="351789"/>
                </a:lnTo>
                <a:lnTo>
                  <a:pt x="30099" y="311149"/>
                </a:lnTo>
                <a:lnTo>
                  <a:pt x="29625" y="295909"/>
                </a:lnTo>
                <a:lnTo>
                  <a:pt x="29972" y="283209"/>
                </a:lnTo>
                <a:lnTo>
                  <a:pt x="35433" y="243839"/>
                </a:lnTo>
                <a:lnTo>
                  <a:pt x="52070" y="193039"/>
                </a:lnTo>
                <a:lnTo>
                  <a:pt x="78486" y="148589"/>
                </a:lnTo>
                <a:lnTo>
                  <a:pt x="113284" y="107949"/>
                </a:lnTo>
                <a:lnTo>
                  <a:pt x="155575" y="76199"/>
                </a:lnTo>
                <a:lnTo>
                  <a:pt x="204088" y="50799"/>
                </a:lnTo>
                <a:lnTo>
                  <a:pt x="244221" y="38099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10" y="22859"/>
                </a:lnTo>
                <a:lnTo>
                  <a:pt x="407797" y="12699"/>
                </a:lnTo>
                <a:lnTo>
                  <a:pt x="392684" y="8889"/>
                </a:lnTo>
                <a:lnTo>
                  <a:pt x="362330" y="3809"/>
                </a:lnTo>
                <a:lnTo>
                  <a:pt x="314833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3" y="30479"/>
                </a:lnTo>
                <a:lnTo>
                  <a:pt x="358775" y="33019"/>
                </a:lnTo>
                <a:lnTo>
                  <a:pt x="386588" y="38099"/>
                </a:lnTo>
                <a:lnTo>
                  <a:pt x="426085" y="50799"/>
                </a:lnTo>
                <a:lnTo>
                  <a:pt x="474599" y="74929"/>
                </a:lnTo>
                <a:lnTo>
                  <a:pt x="517144" y="107949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4" y="255269"/>
                </a:lnTo>
                <a:lnTo>
                  <a:pt x="601806" y="295909"/>
                </a:lnTo>
                <a:lnTo>
                  <a:pt x="601814" y="298449"/>
                </a:lnTo>
                <a:lnTo>
                  <a:pt x="601472" y="309879"/>
                </a:lnTo>
                <a:lnTo>
                  <a:pt x="596011" y="350519"/>
                </a:lnTo>
                <a:lnTo>
                  <a:pt x="584453" y="388619"/>
                </a:lnTo>
                <a:lnTo>
                  <a:pt x="567182" y="424179"/>
                </a:lnTo>
                <a:lnTo>
                  <a:pt x="536575" y="467359"/>
                </a:lnTo>
                <a:lnTo>
                  <a:pt x="497839" y="502919"/>
                </a:lnTo>
                <a:lnTo>
                  <a:pt x="452247" y="532129"/>
                </a:lnTo>
                <a:lnTo>
                  <a:pt x="401192" y="552449"/>
                </a:lnTo>
                <a:lnTo>
                  <a:pt x="387223" y="554989"/>
                </a:lnTo>
                <a:lnTo>
                  <a:pt x="373507" y="558799"/>
                </a:lnTo>
                <a:lnTo>
                  <a:pt x="359410" y="561339"/>
                </a:lnTo>
                <a:lnTo>
                  <a:pt x="330708" y="563879"/>
                </a:lnTo>
                <a:lnTo>
                  <a:pt x="453136" y="563879"/>
                </a:lnTo>
                <a:lnTo>
                  <a:pt x="492760" y="542289"/>
                </a:lnTo>
                <a:lnTo>
                  <a:pt x="539369" y="506729"/>
                </a:lnTo>
                <a:lnTo>
                  <a:pt x="577976" y="462279"/>
                </a:lnTo>
                <a:lnTo>
                  <a:pt x="600201" y="425449"/>
                </a:lnTo>
                <a:lnTo>
                  <a:pt x="617347" y="384809"/>
                </a:lnTo>
                <a:lnTo>
                  <a:pt x="627888" y="341629"/>
                </a:lnTo>
                <a:lnTo>
                  <a:pt x="631444" y="295909"/>
                </a:lnTo>
                <a:lnTo>
                  <a:pt x="630936" y="280669"/>
                </a:lnTo>
                <a:lnTo>
                  <a:pt x="624586" y="234949"/>
                </a:lnTo>
                <a:lnTo>
                  <a:pt x="611504" y="193039"/>
                </a:lnTo>
                <a:lnTo>
                  <a:pt x="591438" y="152399"/>
                </a:lnTo>
                <a:lnTo>
                  <a:pt x="556895" y="105409"/>
                </a:lnTo>
                <a:lnTo>
                  <a:pt x="513714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5" y="59689"/>
                </a:lnTo>
                <a:lnTo>
                  <a:pt x="276733" y="62229"/>
                </a:lnTo>
                <a:lnTo>
                  <a:pt x="216280" y="78739"/>
                </a:lnTo>
                <a:lnTo>
                  <a:pt x="172592" y="100329"/>
                </a:lnTo>
                <a:lnTo>
                  <a:pt x="134492" y="129539"/>
                </a:lnTo>
                <a:lnTo>
                  <a:pt x="103250" y="163829"/>
                </a:lnTo>
                <a:lnTo>
                  <a:pt x="79501" y="204469"/>
                </a:lnTo>
                <a:lnTo>
                  <a:pt x="64515" y="248919"/>
                </a:lnTo>
                <a:lnTo>
                  <a:pt x="59347" y="295909"/>
                </a:lnTo>
                <a:lnTo>
                  <a:pt x="59337" y="298449"/>
                </a:lnTo>
                <a:lnTo>
                  <a:pt x="59562" y="308609"/>
                </a:lnTo>
                <a:lnTo>
                  <a:pt x="67183" y="355599"/>
                </a:lnTo>
                <a:lnTo>
                  <a:pt x="84200" y="398779"/>
                </a:lnTo>
                <a:lnTo>
                  <a:pt x="117094" y="447039"/>
                </a:lnTo>
                <a:lnTo>
                  <a:pt x="151764" y="480059"/>
                </a:lnTo>
                <a:lnTo>
                  <a:pt x="192532" y="505459"/>
                </a:lnTo>
                <a:lnTo>
                  <a:pt x="251078" y="527049"/>
                </a:lnTo>
                <a:lnTo>
                  <a:pt x="302133" y="534669"/>
                </a:lnTo>
                <a:lnTo>
                  <a:pt x="328549" y="534669"/>
                </a:lnTo>
                <a:lnTo>
                  <a:pt x="379857" y="527049"/>
                </a:lnTo>
                <a:lnTo>
                  <a:pt x="437769" y="505459"/>
                </a:lnTo>
                <a:lnTo>
                  <a:pt x="314451" y="505459"/>
                </a:lnTo>
                <a:lnTo>
                  <a:pt x="302767" y="504189"/>
                </a:lnTo>
                <a:lnTo>
                  <a:pt x="291338" y="504189"/>
                </a:lnTo>
                <a:lnTo>
                  <a:pt x="279273" y="501649"/>
                </a:lnTo>
                <a:lnTo>
                  <a:pt x="268604" y="500379"/>
                </a:lnTo>
                <a:lnTo>
                  <a:pt x="224536" y="487679"/>
                </a:lnTo>
                <a:lnTo>
                  <a:pt x="185800" y="467359"/>
                </a:lnTo>
                <a:lnTo>
                  <a:pt x="152653" y="441959"/>
                </a:lnTo>
                <a:lnTo>
                  <a:pt x="125475" y="410209"/>
                </a:lnTo>
                <a:lnTo>
                  <a:pt x="105790" y="375919"/>
                </a:lnTo>
                <a:lnTo>
                  <a:pt x="93090" y="336549"/>
                </a:lnTo>
                <a:lnTo>
                  <a:pt x="88900" y="295909"/>
                </a:lnTo>
                <a:lnTo>
                  <a:pt x="89280" y="285749"/>
                </a:lnTo>
                <a:lnTo>
                  <a:pt x="96138" y="245109"/>
                </a:lnTo>
                <a:lnTo>
                  <a:pt x="111125" y="207009"/>
                </a:lnTo>
                <a:lnTo>
                  <a:pt x="141097" y="165099"/>
                </a:lnTo>
                <a:lnTo>
                  <a:pt x="171830" y="135889"/>
                </a:lnTo>
                <a:lnTo>
                  <a:pt x="208279" y="114299"/>
                </a:lnTo>
                <a:lnTo>
                  <a:pt x="249427" y="97789"/>
                </a:lnTo>
                <a:lnTo>
                  <a:pt x="270255" y="93979"/>
                </a:lnTo>
                <a:lnTo>
                  <a:pt x="281559" y="91439"/>
                </a:lnTo>
                <a:lnTo>
                  <a:pt x="305180" y="88899"/>
                </a:lnTo>
                <a:lnTo>
                  <a:pt x="439038" y="88899"/>
                </a:lnTo>
                <a:lnTo>
                  <a:pt x="416560" y="78739"/>
                </a:lnTo>
                <a:lnTo>
                  <a:pt x="380491" y="67309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8" y="88899"/>
                </a:moveTo>
                <a:lnTo>
                  <a:pt x="316611" y="88899"/>
                </a:lnTo>
                <a:lnTo>
                  <a:pt x="328802" y="90169"/>
                </a:lnTo>
                <a:lnTo>
                  <a:pt x="340105" y="90169"/>
                </a:lnTo>
                <a:lnTo>
                  <a:pt x="351789" y="91439"/>
                </a:lnTo>
                <a:lnTo>
                  <a:pt x="407035" y="106679"/>
                </a:lnTo>
                <a:lnTo>
                  <a:pt x="445515" y="126999"/>
                </a:lnTo>
                <a:lnTo>
                  <a:pt x="478789" y="152399"/>
                </a:lnTo>
                <a:lnTo>
                  <a:pt x="506095" y="184149"/>
                </a:lnTo>
                <a:lnTo>
                  <a:pt x="525652" y="218439"/>
                </a:lnTo>
                <a:lnTo>
                  <a:pt x="538352" y="256539"/>
                </a:lnTo>
                <a:lnTo>
                  <a:pt x="542544" y="298449"/>
                </a:lnTo>
                <a:lnTo>
                  <a:pt x="542163" y="308609"/>
                </a:lnTo>
                <a:lnTo>
                  <a:pt x="535304" y="349249"/>
                </a:lnTo>
                <a:lnTo>
                  <a:pt x="520319" y="387349"/>
                </a:lnTo>
                <a:lnTo>
                  <a:pt x="490474" y="429259"/>
                </a:lnTo>
                <a:lnTo>
                  <a:pt x="459739" y="457199"/>
                </a:lnTo>
                <a:lnTo>
                  <a:pt x="423163" y="480059"/>
                </a:lnTo>
                <a:lnTo>
                  <a:pt x="382015" y="495299"/>
                </a:lnTo>
                <a:lnTo>
                  <a:pt x="338200" y="504189"/>
                </a:lnTo>
                <a:lnTo>
                  <a:pt x="326516" y="504189"/>
                </a:lnTo>
                <a:lnTo>
                  <a:pt x="314451" y="505459"/>
                </a:lnTo>
                <a:lnTo>
                  <a:pt x="437769" y="505459"/>
                </a:lnTo>
                <a:lnTo>
                  <a:pt x="458850" y="494029"/>
                </a:lnTo>
                <a:lnTo>
                  <a:pt x="496950" y="464819"/>
                </a:lnTo>
                <a:lnTo>
                  <a:pt x="528320" y="430529"/>
                </a:lnTo>
                <a:lnTo>
                  <a:pt x="552069" y="389889"/>
                </a:lnTo>
                <a:lnTo>
                  <a:pt x="566927" y="345439"/>
                </a:lnTo>
                <a:lnTo>
                  <a:pt x="572096" y="298449"/>
                </a:lnTo>
                <a:lnTo>
                  <a:pt x="572106" y="295909"/>
                </a:lnTo>
                <a:lnTo>
                  <a:pt x="571880" y="285749"/>
                </a:lnTo>
                <a:lnTo>
                  <a:pt x="564261" y="238759"/>
                </a:lnTo>
                <a:lnTo>
                  <a:pt x="552323" y="205739"/>
                </a:lnTo>
                <a:lnTo>
                  <a:pt x="547242" y="194309"/>
                </a:lnTo>
                <a:lnTo>
                  <a:pt x="514476" y="147319"/>
                </a:lnTo>
                <a:lnTo>
                  <a:pt x="479805" y="114299"/>
                </a:lnTo>
                <a:lnTo>
                  <a:pt x="460121" y="100329"/>
                </a:lnTo>
                <a:lnTo>
                  <a:pt x="439038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618734" y="5531002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392170" y="4697221"/>
            <a:ext cx="631825" cy="594360"/>
          </a:xfrm>
          <a:custGeom>
            <a:avLst/>
            <a:gdLst/>
            <a:ahLst/>
            <a:cxnLst/>
            <a:rect l="l" t="t" r="r" b="b"/>
            <a:pathLst>
              <a:path w="631825" h="594360">
                <a:moveTo>
                  <a:pt x="330580" y="0"/>
                </a:moveTo>
                <a:lnTo>
                  <a:pt x="298450" y="0"/>
                </a:lnTo>
                <a:lnTo>
                  <a:pt x="282701" y="1269"/>
                </a:lnTo>
                <a:lnTo>
                  <a:pt x="251587" y="6350"/>
                </a:lnTo>
                <a:lnTo>
                  <a:pt x="236981" y="10159"/>
                </a:lnTo>
                <a:lnTo>
                  <a:pt x="220599" y="13969"/>
                </a:lnTo>
                <a:lnTo>
                  <a:pt x="164591" y="36829"/>
                </a:lnTo>
                <a:lnTo>
                  <a:pt x="114553" y="68579"/>
                </a:lnTo>
                <a:lnTo>
                  <a:pt x="71754" y="109219"/>
                </a:lnTo>
                <a:lnTo>
                  <a:pt x="38226" y="156209"/>
                </a:lnTo>
                <a:lnTo>
                  <a:pt x="19176" y="195579"/>
                </a:lnTo>
                <a:lnTo>
                  <a:pt x="6350" y="238759"/>
                </a:lnTo>
                <a:lnTo>
                  <a:pt x="380" y="283209"/>
                </a:lnTo>
                <a:lnTo>
                  <a:pt x="0" y="298449"/>
                </a:lnTo>
                <a:lnTo>
                  <a:pt x="507" y="313689"/>
                </a:lnTo>
                <a:lnTo>
                  <a:pt x="6857" y="359409"/>
                </a:lnTo>
                <a:lnTo>
                  <a:pt x="19938" y="401319"/>
                </a:lnTo>
                <a:lnTo>
                  <a:pt x="40004" y="441959"/>
                </a:lnTo>
                <a:lnTo>
                  <a:pt x="74549" y="488949"/>
                </a:lnTo>
                <a:lnTo>
                  <a:pt x="117855" y="529589"/>
                </a:lnTo>
                <a:lnTo>
                  <a:pt x="168275" y="560069"/>
                </a:lnTo>
                <a:lnTo>
                  <a:pt x="224027" y="581659"/>
                </a:lnTo>
                <a:lnTo>
                  <a:pt x="269113" y="591819"/>
                </a:lnTo>
                <a:lnTo>
                  <a:pt x="300863" y="594359"/>
                </a:lnTo>
                <a:lnTo>
                  <a:pt x="332739" y="594359"/>
                </a:lnTo>
                <a:lnTo>
                  <a:pt x="364108" y="591819"/>
                </a:lnTo>
                <a:lnTo>
                  <a:pt x="379856" y="589279"/>
                </a:lnTo>
                <a:lnTo>
                  <a:pt x="394969" y="585469"/>
                </a:lnTo>
                <a:lnTo>
                  <a:pt x="410717" y="581659"/>
                </a:lnTo>
                <a:lnTo>
                  <a:pt x="439546" y="571499"/>
                </a:lnTo>
                <a:lnTo>
                  <a:pt x="453199" y="565149"/>
                </a:lnTo>
                <a:lnTo>
                  <a:pt x="301497" y="565149"/>
                </a:lnTo>
                <a:lnTo>
                  <a:pt x="272668" y="562609"/>
                </a:lnTo>
                <a:lnTo>
                  <a:pt x="231393" y="553719"/>
                </a:lnTo>
                <a:lnTo>
                  <a:pt x="180339" y="533399"/>
                </a:lnTo>
                <a:lnTo>
                  <a:pt x="134746" y="505459"/>
                </a:lnTo>
                <a:lnTo>
                  <a:pt x="95884" y="468629"/>
                </a:lnTo>
                <a:lnTo>
                  <a:pt x="64769" y="426719"/>
                </a:lnTo>
                <a:lnTo>
                  <a:pt x="47243" y="389889"/>
                </a:lnTo>
                <a:lnTo>
                  <a:pt x="35559" y="351789"/>
                </a:lnTo>
                <a:lnTo>
                  <a:pt x="30099" y="311149"/>
                </a:lnTo>
                <a:lnTo>
                  <a:pt x="29590" y="298449"/>
                </a:lnTo>
                <a:lnTo>
                  <a:pt x="29971" y="284479"/>
                </a:lnTo>
                <a:lnTo>
                  <a:pt x="35432" y="243839"/>
                </a:lnTo>
                <a:lnTo>
                  <a:pt x="46989" y="205739"/>
                </a:lnTo>
                <a:lnTo>
                  <a:pt x="64262" y="170179"/>
                </a:lnTo>
                <a:lnTo>
                  <a:pt x="94868" y="127000"/>
                </a:lnTo>
                <a:lnTo>
                  <a:pt x="133730" y="91439"/>
                </a:lnTo>
                <a:lnTo>
                  <a:pt x="179196" y="62229"/>
                </a:lnTo>
                <a:lnTo>
                  <a:pt x="230250" y="41909"/>
                </a:lnTo>
                <a:lnTo>
                  <a:pt x="272033" y="33019"/>
                </a:lnTo>
                <a:lnTo>
                  <a:pt x="315467" y="29209"/>
                </a:lnTo>
                <a:lnTo>
                  <a:pt x="451047" y="29209"/>
                </a:lnTo>
                <a:lnTo>
                  <a:pt x="435737" y="22859"/>
                </a:lnTo>
                <a:lnTo>
                  <a:pt x="407542" y="12700"/>
                </a:lnTo>
                <a:lnTo>
                  <a:pt x="392938" y="8889"/>
                </a:lnTo>
                <a:lnTo>
                  <a:pt x="346837" y="1269"/>
                </a:lnTo>
                <a:lnTo>
                  <a:pt x="330580" y="0"/>
                </a:lnTo>
                <a:close/>
              </a:path>
              <a:path w="631825" h="594360">
                <a:moveTo>
                  <a:pt x="451047" y="29209"/>
                </a:moveTo>
                <a:lnTo>
                  <a:pt x="315467" y="29209"/>
                </a:lnTo>
                <a:lnTo>
                  <a:pt x="330072" y="30479"/>
                </a:lnTo>
                <a:lnTo>
                  <a:pt x="344550" y="30479"/>
                </a:lnTo>
                <a:lnTo>
                  <a:pt x="386714" y="38100"/>
                </a:lnTo>
                <a:lnTo>
                  <a:pt x="426212" y="50800"/>
                </a:lnTo>
                <a:lnTo>
                  <a:pt x="474725" y="74929"/>
                </a:lnTo>
                <a:lnTo>
                  <a:pt x="517143" y="106679"/>
                </a:lnTo>
                <a:lnTo>
                  <a:pt x="552195" y="147319"/>
                </a:lnTo>
                <a:lnTo>
                  <a:pt x="573277" y="180339"/>
                </a:lnTo>
                <a:lnTo>
                  <a:pt x="578992" y="193039"/>
                </a:lnTo>
                <a:lnTo>
                  <a:pt x="584200" y="204469"/>
                </a:lnTo>
                <a:lnTo>
                  <a:pt x="595883" y="242569"/>
                </a:lnTo>
                <a:lnTo>
                  <a:pt x="601344" y="283209"/>
                </a:lnTo>
                <a:lnTo>
                  <a:pt x="601818" y="298449"/>
                </a:lnTo>
                <a:lnTo>
                  <a:pt x="601471" y="311149"/>
                </a:lnTo>
                <a:lnTo>
                  <a:pt x="596010" y="351789"/>
                </a:lnTo>
                <a:lnTo>
                  <a:pt x="584453" y="389889"/>
                </a:lnTo>
                <a:lnTo>
                  <a:pt x="567181" y="425449"/>
                </a:lnTo>
                <a:lnTo>
                  <a:pt x="536575" y="467359"/>
                </a:lnTo>
                <a:lnTo>
                  <a:pt x="497839" y="504189"/>
                </a:lnTo>
                <a:lnTo>
                  <a:pt x="452246" y="533399"/>
                </a:lnTo>
                <a:lnTo>
                  <a:pt x="401192" y="553719"/>
                </a:lnTo>
                <a:lnTo>
                  <a:pt x="387350" y="556259"/>
                </a:lnTo>
                <a:lnTo>
                  <a:pt x="373506" y="560069"/>
                </a:lnTo>
                <a:lnTo>
                  <a:pt x="359409" y="562609"/>
                </a:lnTo>
                <a:lnTo>
                  <a:pt x="330707" y="565149"/>
                </a:lnTo>
                <a:lnTo>
                  <a:pt x="453199" y="565149"/>
                </a:lnTo>
                <a:lnTo>
                  <a:pt x="492759" y="543559"/>
                </a:lnTo>
                <a:lnTo>
                  <a:pt x="539368" y="507999"/>
                </a:lnTo>
                <a:lnTo>
                  <a:pt x="577976" y="463549"/>
                </a:lnTo>
                <a:lnTo>
                  <a:pt x="600201" y="426719"/>
                </a:lnTo>
                <a:lnTo>
                  <a:pt x="617346" y="386079"/>
                </a:lnTo>
                <a:lnTo>
                  <a:pt x="627888" y="341629"/>
                </a:lnTo>
                <a:lnTo>
                  <a:pt x="631443" y="295909"/>
                </a:lnTo>
                <a:lnTo>
                  <a:pt x="630935" y="280669"/>
                </a:lnTo>
                <a:lnTo>
                  <a:pt x="624585" y="236219"/>
                </a:lnTo>
                <a:lnTo>
                  <a:pt x="611377" y="193039"/>
                </a:lnTo>
                <a:lnTo>
                  <a:pt x="591565" y="152400"/>
                </a:lnTo>
                <a:lnTo>
                  <a:pt x="556894" y="105409"/>
                </a:lnTo>
                <a:lnTo>
                  <a:pt x="513714" y="66039"/>
                </a:lnTo>
                <a:lnTo>
                  <a:pt x="463295" y="34289"/>
                </a:lnTo>
                <a:lnTo>
                  <a:pt x="451047" y="29209"/>
                </a:lnTo>
                <a:close/>
              </a:path>
              <a:path w="631825" h="594360">
                <a:moveTo>
                  <a:pt x="329438" y="59689"/>
                </a:moveTo>
                <a:lnTo>
                  <a:pt x="302894" y="59689"/>
                </a:lnTo>
                <a:lnTo>
                  <a:pt x="276732" y="62229"/>
                </a:lnTo>
                <a:lnTo>
                  <a:pt x="216280" y="77469"/>
                </a:lnTo>
                <a:lnTo>
                  <a:pt x="172592" y="100329"/>
                </a:lnTo>
                <a:lnTo>
                  <a:pt x="134492" y="129539"/>
                </a:lnTo>
                <a:lnTo>
                  <a:pt x="103250" y="163829"/>
                </a:lnTo>
                <a:lnTo>
                  <a:pt x="79375" y="204469"/>
                </a:lnTo>
                <a:lnTo>
                  <a:pt x="64515" y="248919"/>
                </a:lnTo>
                <a:lnTo>
                  <a:pt x="59347" y="295909"/>
                </a:lnTo>
                <a:lnTo>
                  <a:pt x="59334" y="298449"/>
                </a:lnTo>
                <a:lnTo>
                  <a:pt x="59562" y="309879"/>
                </a:lnTo>
                <a:lnTo>
                  <a:pt x="67182" y="356869"/>
                </a:lnTo>
                <a:lnTo>
                  <a:pt x="84200" y="400049"/>
                </a:lnTo>
                <a:lnTo>
                  <a:pt x="117093" y="448309"/>
                </a:lnTo>
                <a:lnTo>
                  <a:pt x="151637" y="480059"/>
                </a:lnTo>
                <a:lnTo>
                  <a:pt x="192531" y="506729"/>
                </a:lnTo>
                <a:lnTo>
                  <a:pt x="238759" y="524509"/>
                </a:lnTo>
                <a:lnTo>
                  <a:pt x="276097" y="533399"/>
                </a:lnTo>
                <a:lnTo>
                  <a:pt x="302132" y="535939"/>
                </a:lnTo>
                <a:lnTo>
                  <a:pt x="328549" y="535939"/>
                </a:lnTo>
                <a:lnTo>
                  <a:pt x="379729" y="528319"/>
                </a:lnTo>
                <a:lnTo>
                  <a:pt x="437641" y="506729"/>
                </a:lnTo>
                <a:lnTo>
                  <a:pt x="439998" y="505459"/>
                </a:lnTo>
                <a:lnTo>
                  <a:pt x="291338" y="505459"/>
                </a:lnTo>
                <a:lnTo>
                  <a:pt x="279653" y="502919"/>
                </a:lnTo>
                <a:lnTo>
                  <a:pt x="268224" y="501649"/>
                </a:lnTo>
                <a:lnTo>
                  <a:pt x="257555" y="499109"/>
                </a:lnTo>
                <a:lnTo>
                  <a:pt x="246125" y="496569"/>
                </a:lnTo>
                <a:lnTo>
                  <a:pt x="204724" y="480059"/>
                </a:lnTo>
                <a:lnTo>
                  <a:pt x="168528" y="455929"/>
                </a:lnTo>
                <a:lnTo>
                  <a:pt x="138302" y="427989"/>
                </a:lnTo>
                <a:lnTo>
                  <a:pt x="114426" y="393699"/>
                </a:lnTo>
                <a:lnTo>
                  <a:pt x="98425" y="358139"/>
                </a:lnTo>
                <a:lnTo>
                  <a:pt x="89915" y="317499"/>
                </a:lnTo>
                <a:lnTo>
                  <a:pt x="88900" y="295909"/>
                </a:lnTo>
                <a:lnTo>
                  <a:pt x="89280" y="285749"/>
                </a:lnTo>
                <a:lnTo>
                  <a:pt x="96138" y="245109"/>
                </a:lnTo>
                <a:lnTo>
                  <a:pt x="111251" y="207009"/>
                </a:lnTo>
                <a:lnTo>
                  <a:pt x="141096" y="165100"/>
                </a:lnTo>
                <a:lnTo>
                  <a:pt x="171830" y="135889"/>
                </a:lnTo>
                <a:lnTo>
                  <a:pt x="208406" y="114300"/>
                </a:lnTo>
                <a:lnTo>
                  <a:pt x="249554" y="97789"/>
                </a:lnTo>
                <a:lnTo>
                  <a:pt x="305180" y="88900"/>
                </a:lnTo>
                <a:lnTo>
                  <a:pt x="439038" y="88900"/>
                </a:lnTo>
                <a:lnTo>
                  <a:pt x="416559" y="78739"/>
                </a:lnTo>
                <a:lnTo>
                  <a:pt x="392683" y="69850"/>
                </a:lnTo>
                <a:lnTo>
                  <a:pt x="355345" y="62229"/>
                </a:lnTo>
                <a:lnTo>
                  <a:pt x="329438" y="59689"/>
                </a:lnTo>
                <a:close/>
              </a:path>
              <a:path w="631825" h="594360">
                <a:moveTo>
                  <a:pt x="439038" y="88900"/>
                </a:moveTo>
                <a:lnTo>
                  <a:pt x="328802" y="88900"/>
                </a:lnTo>
                <a:lnTo>
                  <a:pt x="351789" y="91439"/>
                </a:lnTo>
                <a:lnTo>
                  <a:pt x="385190" y="99059"/>
                </a:lnTo>
                <a:lnTo>
                  <a:pt x="426846" y="115569"/>
                </a:lnTo>
                <a:lnTo>
                  <a:pt x="462914" y="138429"/>
                </a:lnTo>
                <a:lnTo>
                  <a:pt x="493267" y="167639"/>
                </a:lnTo>
                <a:lnTo>
                  <a:pt x="516889" y="200659"/>
                </a:lnTo>
                <a:lnTo>
                  <a:pt x="521207" y="209549"/>
                </a:lnTo>
                <a:lnTo>
                  <a:pt x="525652" y="218439"/>
                </a:lnTo>
                <a:lnTo>
                  <a:pt x="538352" y="257809"/>
                </a:lnTo>
                <a:lnTo>
                  <a:pt x="542543" y="298449"/>
                </a:lnTo>
                <a:lnTo>
                  <a:pt x="542163" y="309879"/>
                </a:lnTo>
                <a:lnTo>
                  <a:pt x="535304" y="350519"/>
                </a:lnTo>
                <a:lnTo>
                  <a:pt x="532256" y="359409"/>
                </a:lnTo>
                <a:lnTo>
                  <a:pt x="528827" y="369569"/>
                </a:lnTo>
                <a:lnTo>
                  <a:pt x="524637" y="378459"/>
                </a:lnTo>
                <a:lnTo>
                  <a:pt x="520191" y="388619"/>
                </a:lnTo>
                <a:lnTo>
                  <a:pt x="515365" y="396239"/>
                </a:lnTo>
                <a:lnTo>
                  <a:pt x="490474" y="430529"/>
                </a:lnTo>
                <a:lnTo>
                  <a:pt x="459613" y="458469"/>
                </a:lnTo>
                <a:lnTo>
                  <a:pt x="423037" y="481329"/>
                </a:lnTo>
                <a:lnTo>
                  <a:pt x="382015" y="496569"/>
                </a:lnTo>
                <a:lnTo>
                  <a:pt x="338200" y="505459"/>
                </a:lnTo>
                <a:lnTo>
                  <a:pt x="439998" y="505459"/>
                </a:lnTo>
                <a:lnTo>
                  <a:pt x="478789" y="481329"/>
                </a:lnTo>
                <a:lnTo>
                  <a:pt x="513588" y="449579"/>
                </a:lnTo>
                <a:lnTo>
                  <a:pt x="541274" y="411479"/>
                </a:lnTo>
                <a:lnTo>
                  <a:pt x="551941" y="389889"/>
                </a:lnTo>
                <a:lnTo>
                  <a:pt x="556640" y="379729"/>
                </a:lnTo>
                <a:lnTo>
                  <a:pt x="569213" y="334009"/>
                </a:lnTo>
                <a:lnTo>
                  <a:pt x="572134" y="298449"/>
                </a:lnTo>
                <a:lnTo>
                  <a:pt x="571880" y="285749"/>
                </a:lnTo>
                <a:lnTo>
                  <a:pt x="564260" y="238759"/>
                </a:lnTo>
                <a:lnTo>
                  <a:pt x="547242" y="195579"/>
                </a:lnTo>
                <a:lnTo>
                  <a:pt x="514476" y="147319"/>
                </a:lnTo>
                <a:lnTo>
                  <a:pt x="479805" y="114300"/>
                </a:lnTo>
                <a:lnTo>
                  <a:pt x="459993" y="100329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574796" y="4821173"/>
            <a:ext cx="2546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424173" y="5487911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3" y="0"/>
                </a:moveTo>
                <a:lnTo>
                  <a:pt x="267208" y="3809"/>
                </a:lnTo>
                <a:lnTo>
                  <a:pt x="251840" y="6349"/>
                </a:lnTo>
                <a:lnTo>
                  <a:pt x="236600" y="10159"/>
                </a:lnTo>
                <a:lnTo>
                  <a:pt x="220725" y="13969"/>
                </a:lnTo>
                <a:lnTo>
                  <a:pt x="164718" y="36829"/>
                </a:lnTo>
                <a:lnTo>
                  <a:pt x="114553" y="68579"/>
                </a:lnTo>
                <a:lnTo>
                  <a:pt x="71754" y="109219"/>
                </a:lnTo>
                <a:lnTo>
                  <a:pt x="38353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0" y="283209"/>
                </a:lnTo>
                <a:lnTo>
                  <a:pt x="0" y="298449"/>
                </a:lnTo>
                <a:lnTo>
                  <a:pt x="508" y="313689"/>
                </a:lnTo>
                <a:lnTo>
                  <a:pt x="6858" y="358139"/>
                </a:lnTo>
                <a:lnTo>
                  <a:pt x="20065" y="401319"/>
                </a:lnTo>
                <a:lnTo>
                  <a:pt x="40004" y="441959"/>
                </a:lnTo>
                <a:lnTo>
                  <a:pt x="74675" y="488949"/>
                </a:lnTo>
                <a:lnTo>
                  <a:pt x="117728" y="528319"/>
                </a:lnTo>
                <a:lnTo>
                  <a:pt x="168275" y="558799"/>
                </a:lnTo>
                <a:lnTo>
                  <a:pt x="223647" y="580389"/>
                </a:lnTo>
                <a:lnTo>
                  <a:pt x="238760" y="585469"/>
                </a:lnTo>
                <a:lnTo>
                  <a:pt x="253491" y="588009"/>
                </a:lnTo>
                <a:lnTo>
                  <a:pt x="269493" y="590549"/>
                </a:lnTo>
                <a:lnTo>
                  <a:pt x="300863" y="593089"/>
                </a:lnTo>
                <a:lnTo>
                  <a:pt x="332739" y="593089"/>
                </a:lnTo>
                <a:lnTo>
                  <a:pt x="364109" y="590549"/>
                </a:lnTo>
                <a:lnTo>
                  <a:pt x="379856" y="588009"/>
                </a:lnTo>
                <a:lnTo>
                  <a:pt x="394715" y="584199"/>
                </a:lnTo>
                <a:lnTo>
                  <a:pt x="410717" y="580389"/>
                </a:lnTo>
                <a:lnTo>
                  <a:pt x="439547" y="570229"/>
                </a:lnTo>
                <a:lnTo>
                  <a:pt x="453136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6" y="552449"/>
                </a:lnTo>
                <a:lnTo>
                  <a:pt x="180339" y="532129"/>
                </a:lnTo>
                <a:lnTo>
                  <a:pt x="134747" y="504189"/>
                </a:lnTo>
                <a:lnTo>
                  <a:pt x="95885" y="467359"/>
                </a:lnTo>
                <a:lnTo>
                  <a:pt x="64770" y="425449"/>
                </a:lnTo>
                <a:lnTo>
                  <a:pt x="47243" y="389889"/>
                </a:lnTo>
                <a:lnTo>
                  <a:pt x="35560" y="351789"/>
                </a:lnTo>
                <a:lnTo>
                  <a:pt x="30099" y="311149"/>
                </a:lnTo>
                <a:lnTo>
                  <a:pt x="29625" y="295909"/>
                </a:lnTo>
                <a:lnTo>
                  <a:pt x="29972" y="283209"/>
                </a:lnTo>
                <a:lnTo>
                  <a:pt x="35433" y="243839"/>
                </a:lnTo>
                <a:lnTo>
                  <a:pt x="52070" y="193039"/>
                </a:lnTo>
                <a:lnTo>
                  <a:pt x="78486" y="148589"/>
                </a:lnTo>
                <a:lnTo>
                  <a:pt x="113284" y="107949"/>
                </a:lnTo>
                <a:lnTo>
                  <a:pt x="155575" y="76199"/>
                </a:lnTo>
                <a:lnTo>
                  <a:pt x="204088" y="50799"/>
                </a:lnTo>
                <a:lnTo>
                  <a:pt x="244221" y="38099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10" y="22859"/>
                </a:lnTo>
                <a:lnTo>
                  <a:pt x="407797" y="12699"/>
                </a:lnTo>
                <a:lnTo>
                  <a:pt x="392684" y="8889"/>
                </a:lnTo>
                <a:lnTo>
                  <a:pt x="362330" y="3809"/>
                </a:lnTo>
                <a:lnTo>
                  <a:pt x="314833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3" y="30479"/>
                </a:lnTo>
                <a:lnTo>
                  <a:pt x="358775" y="33019"/>
                </a:lnTo>
                <a:lnTo>
                  <a:pt x="386588" y="38099"/>
                </a:lnTo>
                <a:lnTo>
                  <a:pt x="426085" y="50799"/>
                </a:lnTo>
                <a:lnTo>
                  <a:pt x="474599" y="74929"/>
                </a:lnTo>
                <a:lnTo>
                  <a:pt x="517143" y="107949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4" y="255269"/>
                </a:lnTo>
                <a:lnTo>
                  <a:pt x="601806" y="295909"/>
                </a:lnTo>
                <a:lnTo>
                  <a:pt x="601814" y="298449"/>
                </a:lnTo>
                <a:lnTo>
                  <a:pt x="601472" y="309879"/>
                </a:lnTo>
                <a:lnTo>
                  <a:pt x="596011" y="350519"/>
                </a:lnTo>
                <a:lnTo>
                  <a:pt x="584453" y="388619"/>
                </a:lnTo>
                <a:lnTo>
                  <a:pt x="567181" y="424179"/>
                </a:lnTo>
                <a:lnTo>
                  <a:pt x="536575" y="467359"/>
                </a:lnTo>
                <a:lnTo>
                  <a:pt x="497839" y="502919"/>
                </a:lnTo>
                <a:lnTo>
                  <a:pt x="452247" y="532129"/>
                </a:lnTo>
                <a:lnTo>
                  <a:pt x="401192" y="552449"/>
                </a:lnTo>
                <a:lnTo>
                  <a:pt x="387223" y="554989"/>
                </a:lnTo>
                <a:lnTo>
                  <a:pt x="373506" y="558799"/>
                </a:lnTo>
                <a:lnTo>
                  <a:pt x="359410" y="561339"/>
                </a:lnTo>
                <a:lnTo>
                  <a:pt x="330708" y="563879"/>
                </a:lnTo>
                <a:lnTo>
                  <a:pt x="453136" y="563879"/>
                </a:lnTo>
                <a:lnTo>
                  <a:pt x="492760" y="542289"/>
                </a:lnTo>
                <a:lnTo>
                  <a:pt x="539368" y="506729"/>
                </a:lnTo>
                <a:lnTo>
                  <a:pt x="577976" y="462279"/>
                </a:lnTo>
                <a:lnTo>
                  <a:pt x="600201" y="425449"/>
                </a:lnTo>
                <a:lnTo>
                  <a:pt x="617347" y="384809"/>
                </a:lnTo>
                <a:lnTo>
                  <a:pt x="627888" y="341629"/>
                </a:lnTo>
                <a:lnTo>
                  <a:pt x="631443" y="295909"/>
                </a:lnTo>
                <a:lnTo>
                  <a:pt x="630936" y="280669"/>
                </a:lnTo>
                <a:lnTo>
                  <a:pt x="624586" y="234949"/>
                </a:lnTo>
                <a:lnTo>
                  <a:pt x="611504" y="193039"/>
                </a:lnTo>
                <a:lnTo>
                  <a:pt x="591438" y="152399"/>
                </a:lnTo>
                <a:lnTo>
                  <a:pt x="556895" y="105409"/>
                </a:lnTo>
                <a:lnTo>
                  <a:pt x="513714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5" y="59689"/>
                </a:lnTo>
                <a:lnTo>
                  <a:pt x="276733" y="62229"/>
                </a:lnTo>
                <a:lnTo>
                  <a:pt x="216280" y="78739"/>
                </a:lnTo>
                <a:lnTo>
                  <a:pt x="172592" y="100329"/>
                </a:lnTo>
                <a:lnTo>
                  <a:pt x="134492" y="129539"/>
                </a:lnTo>
                <a:lnTo>
                  <a:pt x="103250" y="163829"/>
                </a:lnTo>
                <a:lnTo>
                  <a:pt x="79501" y="204469"/>
                </a:lnTo>
                <a:lnTo>
                  <a:pt x="64515" y="248919"/>
                </a:lnTo>
                <a:lnTo>
                  <a:pt x="59347" y="295909"/>
                </a:lnTo>
                <a:lnTo>
                  <a:pt x="59337" y="298449"/>
                </a:lnTo>
                <a:lnTo>
                  <a:pt x="59562" y="308609"/>
                </a:lnTo>
                <a:lnTo>
                  <a:pt x="67183" y="355599"/>
                </a:lnTo>
                <a:lnTo>
                  <a:pt x="84200" y="398779"/>
                </a:lnTo>
                <a:lnTo>
                  <a:pt x="117093" y="447039"/>
                </a:lnTo>
                <a:lnTo>
                  <a:pt x="151764" y="480059"/>
                </a:lnTo>
                <a:lnTo>
                  <a:pt x="192531" y="505459"/>
                </a:lnTo>
                <a:lnTo>
                  <a:pt x="251078" y="527049"/>
                </a:lnTo>
                <a:lnTo>
                  <a:pt x="302133" y="534669"/>
                </a:lnTo>
                <a:lnTo>
                  <a:pt x="328549" y="534669"/>
                </a:lnTo>
                <a:lnTo>
                  <a:pt x="379856" y="527049"/>
                </a:lnTo>
                <a:lnTo>
                  <a:pt x="437768" y="505459"/>
                </a:lnTo>
                <a:lnTo>
                  <a:pt x="314451" y="505459"/>
                </a:lnTo>
                <a:lnTo>
                  <a:pt x="302767" y="504189"/>
                </a:lnTo>
                <a:lnTo>
                  <a:pt x="291338" y="504189"/>
                </a:lnTo>
                <a:lnTo>
                  <a:pt x="279273" y="501649"/>
                </a:lnTo>
                <a:lnTo>
                  <a:pt x="268604" y="500379"/>
                </a:lnTo>
                <a:lnTo>
                  <a:pt x="224536" y="487679"/>
                </a:lnTo>
                <a:lnTo>
                  <a:pt x="185800" y="467359"/>
                </a:lnTo>
                <a:lnTo>
                  <a:pt x="152653" y="441959"/>
                </a:lnTo>
                <a:lnTo>
                  <a:pt x="125475" y="410209"/>
                </a:lnTo>
                <a:lnTo>
                  <a:pt x="105790" y="375919"/>
                </a:lnTo>
                <a:lnTo>
                  <a:pt x="93090" y="336549"/>
                </a:lnTo>
                <a:lnTo>
                  <a:pt x="88900" y="295909"/>
                </a:lnTo>
                <a:lnTo>
                  <a:pt x="89280" y="285749"/>
                </a:lnTo>
                <a:lnTo>
                  <a:pt x="96138" y="245109"/>
                </a:lnTo>
                <a:lnTo>
                  <a:pt x="111125" y="207009"/>
                </a:lnTo>
                <a:lnTo>
                  <a:pt x="141097" y="165099"/>
                </a:lnTo>
                <a:lnTo>
                  <a:pt x="171830" y="135889"/>
                </a:lnTo>
                <a:lnTo>
                  <a:pt x="208279" y="114299"/>
                </a:lnTo>
                <a:lnTo>
                  <a:pt x="249427" y="97789"/>
                </a:lnTo>
                <a:lnTo>
                  <a:pt x="270255" y="93979"/>
                </a:lnTo>
                <a:lnTo>
                  <a:pt x="281559" y="91439"/>
                </a:lnTo>
                <a:lnTo>
                  <a:pt x="305180" y="88899"/>
                </a:lnTo>
                <a:lnTo>
                  <a:pt x="439038" y="88899"/>
                </a:lnTo>
                <a:lnTo>
                  <a:pt x="416560" y="78739"/>
                </a:lnTo>
                <a:lnTo>
                  <a:pt x="380491" y="67309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8" y="88899"/>
                </a:moveTo>
                <a:lnTo>
                  <a:pt x="316611" y="88899"/>
                </a:lnTo>
                <a:lnTo>
                  <a:pt x="328802" y="90169"/>
                </a:lnTo>
                <a:lnTo>
                  <a:pt x="340105" y="90169"/>
                </a:lnTo>
                <a:lnTo>
                  <a:pt x="351789" y="91439"/>
                </a:lnTo>
                <a:lnTo>
                  <a:pt x="407035" y="106679"/>
                </a:lnTo>
                <a:lnTo>
                  <a:pt x="445515" y="126999"/>
                </a:lnTo>
                <a:lnTo>
                  <a:pt x="478789" y="152399"/>
                </a:lnTo>
                <a:lnTo>
                  <a:pt x="506095" y="184149"/>
                </a:lnTo>
                <a:lnTo>
                  <a:pt x="525652" y="218439"/>
                </a:lnTo>
                <a:lnTo>
                  <a:pt x="538352" y="256539"/>
                </a:lnTo>
                <a:lnTo>
                  <a:pt x="542543" y="298449"/>
                </a:lnTo>
                <a:lnTo>
                  <a:pt x="542163" y="308609"/>
                </a:lnTo>
                <a:lnTo>
                  <a:pt x="535304" y="349249"/>
                </a:lnTo>
                <a:lnTo>
                  <a:pt x="520318" y="387349"/>
                </a:lnTo>
                <a:lnTo>
                  <a:pt x="490474" y="429259"/>
                </a:lnTo>
                <a:lnTo>
                  <a:pt x="459739" y="457199"/>
                </a:lnTo>
                <a:lnTo>
                  <a:pt x="423163" y="480059"/>
                </a:lnTo>
                <a:lnTo>
                  <a:pt x="382015" y="495299"/>
                </a:lnTo>
                <a:lnTo>
                  <a:pt x="338200" y="504189"/>
                </a:lnTo>
                <a:lnTo>
                  <a:pt x="326516" y="504189"/>
                </a:lnTo>
                <a:lnTo>
                  <a:pt x="314451" y="505459"/>
                </a:lnTo>
                <a:lnTo>
                  <a:pt x="437768" y="505459"/>
                </a:lnTo>
                <a:lnTo>
                  <a:pt x="458850" y="494029"/>
                </a:lnTo>
                <a:lnTo>
                  <a:pt x="496950" y="464819"/>
                </a:lnTo>
                <a:lnTo>
                  <a:pt x="528320" y="430529"/>
                </a:lnTo>
                <a:lnTo>
                  <a:pt x="552068" y="389889"/>
                </a:lnTo>
                <a:lnTo>
                  <a:pt x="566927" y="345439"/>
                </a:lnTo>
                <a:lnTo>
                  <a:pt x="572096" y="298449"/>
                </a:lnTo>
                <a:lnTo>
                  <a:pt x="572106" y="295909"/>
                </a:lnTo>
                <a:lnTo>
                  <a:pt x="571880" y="285749"/>
                </a:lnTo>
                <a:lnTo>
                  <a:pt x="564261" y="238759"/>
                </a:lnTo>
                <a:lnTo>
                  <a:pt x="552323" y="205739"/>
                </a:lnTo>
                <a:lnTo>
                  <a:pt x="547242" y="194309"/>
                </a:lnTo>
                <a:lnTo>
                  <a:pt x="514476" y="147319"/>
                </a:lnTo>
                <a:lnTo>
                  <a:pt x="479805" y="114299"/>
                </a:lnTo>
                <a:lnTo>
                  <a:pt x="460121" y="100329"/>
                </a:lnTo>
                <a:lnTo>
                  <a:pt x="439038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600703" y="5612079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658870" y="6242286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90">
                <a:moveTo>
                  <a:pt x="314832" y="0"/>
                </a:moveTo>
                <a:lnTo>
                  <a:pt x="267207" y="3810"/>
                </a:lnTo>
                <a:lnTo>
                  <a:pt x="251840" y="6350"/>
                </a:lnTo>
                <a:lnTo>
                  <a:pt x="236600" y="10160"/>
                </a:lnTo>
                <a:lnTo>
                  <a:pt x="220725" y="13970"/>
                </a:lnTo>
                <a:lnTo>
                  <a:pt x="164718" y="36830"/>
                </a:lnTo>
                <a:lnTo>
                  <a:pt x="114553" y="68580"/>
                </a:lnTo>
                <a:lnTo>
                  <a:pt x="71754" y="109220"/>
                </a:lnTo>
                <a:lnTo>
                  <a:pt x="38353" y="154940"/>
                </a:lnTo>
                <a:lnTo>
                  <a:pt x="19176" y="195580"/>
                </a:lnTo>
                <a:lnTo>
                  <a:pt x="6350" y="237490"/>
                </a:lnTo>
                <a:lnTo>
                  <a:pt x="380" y="283210"/>
                </a:lnTo>
                <a:lnTo>
                  <a:pt x="0" y="298450"/>
                </a:lnTo>
                <a:lnTo>
                  <a:pt x="507" y="313690"/>
                </a:lnTo>
                <a:lnTo>
                  <a:pt x="6857" y="358140"/>
                </a:lnTo>
                <a:lnTo>
                  <a:pt x="20065" y="401320"/>
                </a:lnTo>
                <a:lnTo>
                  <a:pt x="40004" y="441960"/>
                </a:lnTo>
                <a:lnTo>
                  <a:pt x="74675" y="488950"/>
                </a:lnTo>
                <a:lnTo>
                  <a:pt x="117728" y="528320"/>
                </a:lnTo>
                <a:lnTo>
                  <a:pt x="168275" y="558800"/>
                </a:lnTo>
                <a:lnTo>
                  <a:pt x="223646" y="580390"/>
                </a:lnTo>
                <a:lnTo>
                  <a:pt x="238759" y="585470"/>
                </a:lnTo>
                <a:lnTo>
                  <a:pt x="253491" y="588010"/>
                </a:lnTo>
                <a:lnTo>
                  <a:pt x="269493" y="590550"/>
                </a:lnTo>
                <a:lnTo>
                  <a:pt x="300863" y="593090"/>
                </a:lnTo>
                <a:lnTo>
                  <a:pt x="332739" y="593090"/>
                </a:lnTo>
                <a:lnTo>
                  <a:pt x="364108" y="590550"/>
                </a:lnTo>
                <a:lnTo>
                  <a:pt x="379856" y="588010"/>
                </a:lnTo>
                <a:lnTo>
                  <a:pt x="394715" y="584200"/>
                </a:lnTo>
                <a:lnTo>
                  <a:pt x="410717" y="580390"/>
                </a:lnTo>
                <a:lnTo>
                  <a:pt x="439546" y="570230"/>
                </a:lnTo>
                <a:lnTo>
                  <a:pt x="453135" y="563880"/>
                </a:lnTo>
                <a:lnTo>
                  <a:pt x="301497" y="563880"/>
                </a:lnTo>
                <a:lnTo>
                  <a:pt x="272795" y="561340"/>
                </a:lnTo>
                <a:lnTo>
                  <a:pt x="231266" y="552450"/>
                </a:lnTo>
                <a:lnTo>
                  <a:pt x="180339" y="532130"/>
                </a:lnTo>
                <a:lnTo>
                  <a:pt x="134746" y="504190"/>
                </a:lnTo>
                <a:lnTo>
                  <a:pt x="95884" y="467360"/>
                </a:lnTo>
                <a:lnTo>
                  <a:pt x="64769" y="425450"/>
                </a:lnTo>
                <a:lnTo>
                  <a:pt x="47243" y="389890"/>
                </a:lnTo>
                <a:lnTo>
                  <a:pt x="35559" y="351790"/>
                </a:lnTo>
                <a:lnTo>
                  <a:pt x="30099" y="311150"/>
                </a:lnTo>
                <a:lnTo>
                  <a:pt x="29625" y="295910"/>
                </a:lnTo>
                <a:lnTo>
                  <a:pt x="29971" y="283210"/>
                </a:lnTo>
                <a:lnTo>
                  <a:pt x="35432" y="243840"/>
                </a:lnTo>
                <a:lnTo>
                  <a:pt x="52069" y="193040"/>
                </a:lnTo>
                <a:lnTo>
                  <a:pt x="78485" y="148590"/>
                </a:lnTo>
                <a:lnTo>
                  <a:pt x="113283" y="107950"/>
                </a:lnTo>
                <a:lnTo>
                  <a:pt x="155575" y="76200"/>
                </a:lnTo>
                <a:lnTo>
                  <a:pt x="204088" y="50800"/>
                </a:lnTo>
                <a:lnTo>
                  <a:pt x="244220" y="38100"/>
                </a:lnTo>
                <a:lnTo>
                  <a:pt x="300735" y="30480"/>
                </a:lnTo>
                <a:lnTo>
                  <a:pt x="454067" y="30480"/>
                </a:lnTo>
                <a:lnTo>
                  <a:pt x="435609" y="22860"/>
                </a:lnTo>
                <a:lnTo>
                  <a:pt x="407796" y="12700"/>
                </a:lnTo>
                <a:lnTo>
                  <a:pt x="392683" y="8890"/>
                </a:lnTo>
                <a:lnTo>
                  <a:pt x="346837" y="1270"/>
                </a:lnTo>
                <a:lnTo>
                  <a:pt x="330580" y="1270"/>
                </a:lnTo>
                <a:lnTo>
                  <a:pt x="314832" y="0"/>
                </a:lnTo>
                <a:close/>
              </a:path>
              <a:path w="631825" h="593090">
                <a:moveTo>
                  <a:pt x="454067" y="30480"/>
                </a:moveTo>
                <a:lnTo>
                  <a:pt x="330072" y="30480"/>
                </a:lnTo>
                <a:lnTo>
                  <a:pt x="358775" y="33020"/>
                </a:lnTo>
                <a:lnTo>
                  <a:pt x="386588" y="38100"/>
                </a:lnTo>
                <a:lnTo>
                  <a:pt x="426084" y="50800"/>
                </a:lnTo>
                <a:lnTo>
                  <a:pt x="474599" y="74930"/>
                </a:lnTo>
                <a:lnTo>
                  <a:pt x="517143" y="107950"/>
                </a:lnTo>
                <a:lnTo>
                  <a:pt x="552195" y="147320"/>
                </a:lnTo>
                <a:lnTo>
                  <a:pt x="573151" y="180340"/>
                </a:lnTo>
                <a:lnTo>
                  <a:pt x="588771" y="217170"/>
                </a:lnTo>
                <a:lnTo>
                  <a:pt x="598424" y="256540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1" y="309880"/>
                </a:lnTo>
                <a:lnTo>
                  <a:pt x="596010" y="350520"/>
                </a:lnTo>
                <a:lnTo>
                  <a:pt x="584453" y="388620"/>
                </a:lnTo>
                <a:lnTo>
                  <a:pt x="567181" y="424180"/>
                </a:lnTo>
                <a:lnTo>
                  <a:pt x="536575" y="467360"/>
                </a:lnTo>
                <a:lnTo>
                  <a:pt x="497839" y="502920"/>
                </a:lnTo>
                <a:lnTo>
                  <a:pt x="452246" y="532130"/>
                </a:lnTo>
                <a:lnTo>
                  <a:pt x="401192" y="552450"/>
                </a:lnTo>
                <a:lnTo>
                  <a:pt x="359409" y="561340"/>
                </a:lnTo>
                <a:lnTo>
                  <a:pt x="330707" y="563880"/>
                </a:lnTo>
                <a:lnTo>
                  <a:pt x="453135" y="563880"/>
                </a:lnTo>
                <a:lnTo>
                  <a:pt x="492759" y="542290"/>
                </a:lnTo>
                <a:lnTo>
                  <a:pt x="539368" y="506730"/>
                </a:lnTo>
                <a:lnTo>
                  <a:pt x="577976" y="462280"/>
                </a:lnTo>
                <a:lnTo>
                  <a:pt x="600201" y="425450"/>
                </a:lnTo>
                <a:lnTo>
                  <a:pt x="617346" y="384810"/>
                </a:lnTo>
                <a:lnTo>
                  <a:pt x="627888" y="341630"/>
                </a:lnTo>
                <a:lnTo>
                  <a:pt x="631443" y="295910"/>
                </a:lnTo>
                <a:lnTo>
                  <a:pt x="630935" y="280670"/>
                </a:lnTo>
                <a:lnTo>
                  <a:pt x="624585" y="234950"/>
                </a:lnTo>
                <a:lnTo>
                  <a:pt x="611504" y="193040"/>
                </a:lnTo>
                <a:lnTo>
                  <a:pt x="591438" y="152400"/>
                </a:lnTo>
                <a:lnTo>
                  <a:pt x="556894" y="105410"/>
                </a:lnTo>
                <a:lnTo>
                  <a:pt x="513714" y="66040"/>
                </a:lnTo>
                <a:lnTo>
                  <a:pt x="463295" y="34290"/>
                </a:lnTo>
                <a:lnTo>
                  <a:pt x="454067" y="30480"/>
                </a:lnTo>
                <a:close/>
              </a:path>
              <a:path w="631825" h="593090">
                <a:moveTo>
                  <a:pt x="329438" y="59690"/>
                </a:moveTo>
                <a:lnTo>
                  <a:pt x="302894" y="59690"/>
                </a:lnTo>
                <a:lnTo>
                  <a:pt x="276732" y="62230"/>
                </a:lnTo>
                <a:lnTo>
                  <a:pt x="216280" y="78740"/>
                </a:lnTo>
                <a:lnTo>
                  <a:pt x="172592" y="100330"/>
                </a:lnTo>
                <a:lnTo>
                  <a:pt x="134492" y="129540"/>
                </a:lnTo>
                <a:lnTo>
                  <a:pt x="103250" y="163830"/>
                </a:lnTo>
                <a:lnTo>
                  <a:pt x="79501" y="204470"/>
                </a:lnTo>
                <a:lnTo>
                  <a:pt x="64515" y="248920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2" y="355600"/>
                </a:lnTo>
                <a:lnTo>
                  <a:pt x="84200" y="398780"/>
                </a:lnTo>
                <a:lnTo>
                  <a:pt x="117093" y="447040"/>
                </a:lnTo>
                <a:lnTo>
                  <a:pt x="151764" y="480060"/>
                </a:lnTo>
                <a:lnTo>
                  <a:pt x="192531" y="505460"/>
                </a:lnTo>
                <a:lnTo>
                  <a:pt x="251078" y="527050"/>
                </a:lnTo>
                <a:lnTo>
                  <a:pt x="302132" y="534670"/>
                </a:lnTo>
                <a:lnTo>
                  <a:pt x="328549" y="534670"/>
                </a:lnTo>
                <a:lnTo>
                  <a:pt x="379856" y="527050"/>
                </a:lnTo>
                <a:lnTo>
                  <a:pt x="437768" y="505460"/>
                </a:lnTo>
                <a:lnTo>
                  <a:pt x="314451" y="505460"/>
                </a:lnTo>
                <a:lnTo>
                  <a:pt x="302767" y="504190"/>
                </a:lnTo>
                <a:lnTo>
                  <a:pt x="291338" y="504190"/>
                </a:lnTo>
                <a:lnTo>
                  <a:pt x="279272" y="501650"/>
                </a:lnTo>
                <a:lnTo>
                  <a:pt x="268604" y="500380"/>
                </a:lnTo>
                <a:lnTo>
                  <a:pt x="224535" y="487680"/>
                </a:lnTo>
                <a:lnTo>
                  <a:pt x="185800" y="467360"/>
                </a:lnTo>
                <a:lnTo>
                  <a:pt x="152653" y="441960"/>
                </a:lnTo>
                <a:lnTo>
                  <a:pt x="125475" y="410210"/>
                </a:lnTo>
                <a:lnTo>
                  <a:pt x="105790" y="375920"/>
                </a:lnTo>
                <a:lnTo>
                  <a:pt x="93090" y="336550"/>
                </a:lnTo>
                <a:lnTo>
                  <a:pt x="88900" y="295910"/>
                </a:lnTo>
                <a:lnTo>
                  <a:pt x="89280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096" y="165100"/>
                </a:lnTo>
                <a:lnTo>
                  <a:pt x="171830" y="135890"/>
                </a:lnTo>
                <a:lnTo>
                  <a:pt x="208279" y="114300"/>
                </a:lnTo>
                <a:lnTo>
                  <a:pt x="249427" y="97790"/>
                </a:lnTo>
                <a:lnTo>
                  <a:pt x="270255" y="93980"/>
                </a:lnTo>
                <a:lnTo>
                  <a:pt x="281558" y="91440"/>
                </a:lnTo>
                <a:lnTo>
                  <a:pt x="305180" y="88900"/>
                </a:lnTo>
                <a:lnTo>
                  <a:pt x="439038" y="88900"/>
                </a:lnTo>
                <a:lnTo>
                  <a:pt x="416559" y="78740"/>
                </a:lnTo>
                <a:lnTo>
                  <a:pt x="380491" y="67310"/>
                </a:lnTo>
                <a:lnTo>
                  <a:pt x="355345" y="62230"/>
                </a:lnTo>
                <a:lnTo>
                  <a:pt x="329438" y="59690"/>
                </a:lnTo>
                <a:close/>
              </a:path>
              <a:path w="631825" h="593090">
                <a:moveTo>
                  <a:pt x="439038" y="88900"/>
                </a:moveTo>
                <a:lnTo>
                  <a:pt x="316610" y="88900"/>
                </a:lnTo>
                <a:lnTo>
                  <a:pt x="328802" y="90170"/>
                </a:lnTo>
                <a:lnTo>
                  <a:pt x="340105" y="90170"/>
                </a:lnTo>
                <a:lnTo>
                  <a:pt x="351789" y="91440"/>
                </a:lnTo>
                <a:lnTo>
                  <a:pt x="407034" y="106680"/>
                </a:lnTo>
                <a:lnTo>
                  <a:pt x="445515" y="127000"/>
                </a:lnTo>
                <a:lnTo>
                  <a:pt x="478789" y="152400"/>
                </a:lnTo>
                <a:lnTo>
                  <a:pt x="506094" y="184150"/>
                </a:lnTo>
                <a:lnTo>
                  <a:pt x="525652" y="218440"/>
                </a:lnTo>
                <a:lnTo>
                  <a:pt x="538352" y="256540"/>
                </a:lnTo>
                <a:lnTo>
                  <a:pt x="542543" y="298450"/>
                </a:lnTo>
                <a:lnTo>
                  <a:pt x="542163" y="308610"/>
                </a:lnTo>
                <a:lnTo>
                  <a:pt x="535304" y="349250"/>
                </a:lnTo>
                <a:lnTo>
                  <a:pt x="520318" y="387350"/>
                </a:lnTo>
                <a:lnTo>
                  <a:pt x="490474" y="429260"/>
                </a:lnTo>
                <a:lnTo>
                  <a:pt x="459739" y="457200"/>
                </a:lnTo>
                <a:lnTo>
                  <a:pt x="423163" y="480060"/>
                </a:lnTo>
                <a:lnTo>
                  <a:pt x="382015" y="495300"/>
                </a:lnTo>
                <a:lnTo>
                  <a:pt x="338200" y="504190"/>
                </a:lnTo>
                <a:lnTo>
                  <a:pt x="326516" y="504190"/>
                </a:lnTo>
                <a:lnTo>
                  <a:pt x="314451" y="505460"/>
                </a:lnTo>
                <a:lnTo>
                  <a:pt x="437768" y="505460"/>
                </a:lnTo>
                <a:lnTo>
                  <a:pt x="458850" y="494030"/>
                </a:lnTo>
                <a:lnTo>
                  <a:pt x="496950" y="464820"/>
                </a:lnTo>
                <a:lnTo>
                  <a:pt x="528319" y="430530"/>
                </a:lnTo>
                <a:lnTo>
                  <a:pt x="552068" y="389890"/>
                </a:lnTo>
                <a:lnTo>
                  <a:pt x="566927" y="345440"/>
                </a:lnTo>
                <a:lnTo>
                  <a:pt x="572096" y="298450"/>
                </a:lnTo>
                <a:lnTo>
                  <a:pt x="572106" y="295910"/>
                </a:lnTo>
                <a:lnTo>
                  <a:pt x="571880" y="285750"/>
                </a:lnTo>
                <a:lnTo>
                  <a:pt x="564260" y="238760"/>
                </a:lnTo>
                <a:lnTo>
                  <a:pt x="552322" y="205740"/>
                </a:lnTo>
                <a:lnTo>
                  <a:pt x="547242" y="194310"/>
                </a:lnTo>
                <a:lnTo>
                  <a:pt x="514476" y="147320"/>
                </a:lnTo>
                <a:lnTo>
                  <a:pt x="479805" y="114300"/>
                </a:lnTo>
                <a:lnTo>
                  <a:pt x="460120" y="100330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835653" y="6366154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809494" y="1288541"/>
            <a:ext cx="0" cy="5341620"/>
          </a:xfrm>
          <a:custGeom>
            <a:avLst/>
            <a:gdLst/>
            <a:ahLst/>
            <a:cxnLst/>
            <a:rect l="l" t="t" r="r" b="b"/>
            <a:pathLst>
              <a:path w="0" h="5341620">
                <a:moveTo>
                  <a:pt x="0" y="0"/>
                </a:moveTo>
                <a:lnTo>
                  <a:pt x="0" y="534162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09494" y="2001011"/>
            <a:ext cx="942340" cy="114300"/>
          </a:xfrm>
          <a:custGeom>
            <a:avLst/>
            <a:gdLst/>
            <a:ahLst/>
            <a:cxnLst/>
            <a:rect l="l" t="t" r="r" b="b"/>
            <a:pathLst>
              <a:path w="942339" h="114300">
                <a:moveTo>
                  <a:pt x="827532" y="0"/>
                </a:moveTo>
                <a:lnTo>
                  <a:pt x="827532" y="114300"/>
                </a:lnTo>
                <a:lnTo>
                  <a:pt x="903732" y="76200"/>
                </a:lnTo>
                <a:lnTo>
                  <a:pt x="846582" y="76200"/>
                </a:lnTo>
                <a:lnTo>
                  <a:pt x="846582" y="38100"/>
                </a:lnTo>
                <a:lnTo>
                  <a:pt x="903732" y="38100"/>
                </a:lnTo>
                <a:lnTo>
                  <a:pt x="827532" y="0"/>
                </a:lnTo>
                <a:close/>
              </a:path>
              <a:path w="942339" h="114300">
                <a:moveTo>
                  <a:pt x="82753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27532" y="76200"/>
                </a:lnTo>
                <a:lnTo>
                  <a:pt x="827532" y="38100"/>
                </a:lnTo>
                <a:close/>
              </a:path>
              <a:path w="942339" h="114300">
                <a:moveTo>
                  <a:pt x="903732" y="38100"/>
                </a:moveTo>
                <a:lnTo>
                  <a:pt x="846582" y="38100"/>
                </a:lnTo>
                <a:lnTo>
                  <a:pt x="846582" y="76200"/>
                </a:lnTo>
                <a:lnTo>
                  <a:pt x="903732" y="76200"/>
                </a:lnTo>
                <a:lnTo>
                  <a:pt x="941832" y="57150"/>
                </a:lnTo>
                <a:lnTo>
                  <a:pt x="90373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295394" y="1991867"/>
            <a:ext cx="1170940" cy="114300"/>
          </a:xfrm>
          <a:custGeom>
            <a:avLst/>
            <a:gdLst/>
            <a:ahLst/>
            <a:cxnLst/>
            <a:rect l="l" t="t" r="r" b="b"/>
            <a:pathLst>
              <a:path w="1170939" h="114300">
                <a:moveTo>
                  <a:pt x="1056131" y="0"/>
                </a:moveTo>
                <a:lnTo>
                  <a:pt x="1056131" y="114300"/>
                </a:lnTo>
                <a:lnTo>
                  <a:pt x="1132331" y="76200"/>
                </a:lnTo>
                <a:lnTo>
                  <a:pt x="1075181" y="76200"/>
                </a:lnTo>
                <a:lnTo>
                  <a:pt x="1075181" y="38100"/>
                </a:lnTo>
                <a:lnTo>
                  <a:pt x="1132331" y="38100"/>
                </a:lnTo>
                <a:lnTo>
                  <a:pt x="1056131" y="0"/>
                </a:lnTo>
                <a:close/>
              </a:path>
              <a:path w="1170939" h="114300">
                <a:moveTo>
                  <a:pt x="10561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56131" y="76200"/>
                </a:lnTo>
                <a:lnTo>
                  <a:pt x="1056131" y="38100"/>
                </a:lnTo>
                <a:close/>
              </a:path>
              <a:path w="1170939" h="114300">
                <a:moveTo>
                  <a:pt x="1132331" y="38100"/>
                </a:moveTo>
                <a:lnTo>
                  <a:pt x="1075181" y="38100"/>
                </a:lnTo>
                <a:lnTo>
                  <a:pt x="1075181" y="76200"/>
                </a:lnTo>
                <a:lnTo>
                  <a:pt x="1132331" y="76200"/>
                </a:lnTo>
                <a:lnTo>
                  <a:pt x="1170431" y="57150"/>
                </a:lnTo>
                <a:lnTo>
                  <a:pt x="1132331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809494" y="2734055"/>
            <a:ext cx="894715" cy="114300"/>
          </a:xfrm>
          <a:custGeom>
            <a:avLst/>
            <a:gdLst/>
            <a:ahLst/>
            <a:cxnLst/>
            <a:rect l="l" t="t" r="r" b="b"/>
            <a:pathLst>
              <a:path w="894714" h="114300">
                <a:moveTo>
                  <a:pt x="780288" y="0"/>
                </a:moveTo>
                <a:lnTo>
                  <a:pt x="780288" y="114300"/>
                </a:lnTo>
                <a:lnTo>
                  <a:pt x="856488" y="76200"/>
                </a:lnTo>
                <a:lnTo>
                  <a:pt x="799338" y="76200"/>
                </a:lnTo>
                <a:lnTo>
                  <a:pt x="799338" y="38100"/>
                </a:lnTo>
                <a:lnTo>
                  <a:pt x="856488" y="38100"/>
                </a:lnTo>
                <a:lnTo>
                  <a:pt x="780288" y="0"/>
                </a:lnTo>
                <a:close/>
              </a:path>
              <a:path w="894714" h="114300">
                <a:moveTo>
                  <a:pt x="7802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0288" y="76200"/>
                </a:lnTo>
                <a:lnTo>
                  <a:pt x="780288" y="38100"/>
                </a:lnTo>
                <a:close/>
              </a:path>
              <a:path w="894714" h="114300">
                <a:moveTo>
                  <a:pt x="856488" y="38100"/>
                </a:moveTo>
                <a:lnTo>
                  <a:pt x="799338" y="38100"/>
                </a:lnTo>
                <a:lnTo>
                  <a:pt x="799338" y="76200"/>
                </a:lnTo>
                <a:lnTo>
                  <a:pt x="856488" y="76200"/>
                </a:lnTo>
                <a:lnTo>
                  <a:pt x="894588" y="57150"/>
                </a:lnTo>
                <a:lnTo>
                  <a:pt x="8564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809494" y="3419855"/>
            <a:ext cx="942340" cy="114300"/>
          </a:xfrm>
          <a:custGeom>
            <a:avLst/>
            <a:gdLst/>
            <a:ahLst/>
            <a:cxnLst/>
            <a:rect l="l" t="t" r="r" b="b"/>
            <a:pathLst>
              <a:path w="942339" h="114300">
                <a:moveTo>
                  <a:pt x="827532" y="0"/>
                </a:moveTo>
                <a:lnTo>
                  <a:pt x="827532" y="114300"/>
                </a:lnTo>
                <a:lnTo>
                  <a:pt x="903732" y="76200"/>
                </a:lnTo>
                <a:lnTo>
                  <a:pt x="846582" y="76200"/>
                </a:lnTo>
                <a:lnTo>
                  <a:pt x="846582" y="38100"/>
                </a:lnTo>
                <a:lnTo>
                  <a:pt x="903732" y="38100"/>
                </a:lnTo>
                <a:lnTo>
                  <a:pt x="827532" y="0"/>
                </a:lnTo>
                <a:close/>
              </a:path>
              <a:path w="942339" h="114300">
                <a:moveTo>
                  <a:pt x="82753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27532" y="76200"/>
                </a:lnTo>
                <a:lnTo>
                  <a:pt x="827532" y="38100"/>
                </a:lnTo>
                <a:close/>
              </a:path>
              <a:path w="942339" h="114300">
                <a:moveTo>
                  <a:pt x="903732" y="38100"/>
                </a:moveTo>
                <a:lnTo>
                  <a:pt x="846582" y="38100"/>
                </a:lnTo>
                <a:lnTo>
                  <a:pt x="846582" y="76200"/>
                </a:lnTo>
                <a:lnTo>
                  <a:pt x="903732" y="76200"/>
                </a:lnTo>
                <a:lnTo>
                  <a:pt x="941832" y="57150"/>
                </a:lnTo>
                <a:lnTo>
                  <a:pt x="90373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809494" y="4134611"/>
            <a:ext cx="1076325" cy="114300"/>
          </a:xfrm>
          <a:custGeom>
            <a:avLst/>
            <a:gdLst/>
            <a:ahLst/>
            <a:cxnLst/>
            <a:rect l="l" t="t" r="r" b="b"/>
            <a:pathLst>
              <a:path w="1076325" h="114300">
                <a:moveTo>
                  <a:pt x="961644" y="0"/>
                </a:moveTo>
                <a:lnTo>
                  <a:pt x="961644" y="114300"/>
                </a:lnTo>
                <a:lnTo>
                  <a:pt x="1037844" y="76200"/>
                </a:lnTo>
                <a:lnTo>
                  <a:pt x="980694" y="76200"/>
                </a:lnTo>
                <a:lnTo>
                  <a:pt x="980694" y="38100"/>
                </a:lnTo>
                <a:lnTo>
                  <a:pt x="1037844" y="38100"/>
                </a:lnTo>
                <a:lnTo>
                  <a:pt x="961644" y="0"/>
                </a:lnTo>
                <a:close/>
              </a:path>
              <a:path w="1076325" h="114300">
                <a:moveTo>
                  <a:pt x="9616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61644" y="76200"/>
                </a:lnTo>
                <a:lnTo>
                  <a:pt x="961644" y="38100"/>
                </a:lnTo>
                <a:close/>
              </a:path>
              <a:path w="1076325" h="114300">
                <a:moveTo>
                  <a:pt x="1037844" y="38100"/>
                </a:moveTo>
                <a:lnTo>
                  <a:pt x="980694" y="38100"/>
                </a:lnTo>
                <a:lnTo>
                  <a:pt x="980694" y="76200"/>
                </a:lnTo>
                <a:lnTo>
                  <a:pt x="1037844" y="76200"/>
                </a:lnTo>
                <a:lnTo>
                  <a:pt x="1075944" y="57150"/>
                </a:lnTo>
                <a:lnTo>
                  <a:pt x="1037844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427982" y="4134611"/>
            <a:ext cx="1085215" cy="114300"/>
          </a:xfrm>
          <a:custGeom>
            <a:avLst/>
            <a:gdLst/>
            <a:ahLst/>
            <a:cxnLst/>
            <a:rect l="l" t="t" r="r" b="b"/>
            <a:pathLst>
              <a:path w="1085214" h="114300">
                <a:moveTo>
                  <a:pt x="970788" y="0"/>
                </a:moveTo>
                <a:lnTo>
                  <a:pt x="970788" y="114300"/>
                </a:lnTo>
                <a:lnTo>
                  <a:pt x="1046988" y="76200"/>
                </a:lnTo>
                <a:lnTo>
                  <a:pt x="989838" y="76200"/>
                </a:lnTo>
                <a:lnTo>
                  <a:pt x="989838" y="38100"/>
                </a:lnTo>
                <a:lnTo>
                  <a:pt x="1046988" y="38100"/>
                </a:lnTo>
                <a:lnTo>
                  <a:pt x="970788" y="0"/>
                </a:lnTo>
                <a:close/>
              </a:path>
              <a:path w="1085214" h="114300">
                <a:moveTo>
                  <a:pt x="9707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70788" y="76200"/>
                </a:lnTo>
                <a:lnTo>
                  <a:pt x="970788" y="38100"/>
                </a:lnTo>
                <a:close/>
              </a:path>
              <a:path w="1085214" h="114300">
                <a:moveTo>
                  <a:pt x="1046988" y="38100"/>
                </a:moveTo>
                <a:lnTo>
                  <a:pt x="989838" y="38100"/>
                </a:lnTo>
                <a:lnTo>
                  <a:pt x="989838" y="76200"/>
                </a:lnTo>
                <a:lnTo>
                  <a:pt x="1046988" y="76200"/>
                </a:lnTo>
                <a:lnTo>
                  <a:pt x="1085088" y="57150"/>
                </a:lnTo>
                <a:lnTo>
                  <a:pt x="10469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808858" y="4917313"/>
            <a:ext cx="628650" cy="114300"/>
          </a:xfrm>
          <a:custGeom>
            <a:avLst/>
            <a:gdLst/>
            <a:ahLst/>
            <a:cxnLst/>
            <a:rect l="l" t="t" r="r" b="b"/>
            <a:pathLst>
              <a:path w="628650" h="114300">
                <a:moveTo>
                  <a:pt x="594132" y="37464"/>
                </a:moveTo>
                <a:lnTo>
                  <a:pt x="532638" y="37464"/>
                </a:lnTo>
                <a:lnTo>
                  <a:pt x="534035" y="75437"/>
                </a:lnTo>
                <a:lnTo>
                  <a:pt x="514941" y="76088"/>
                </a:lnTo>
                <a:lnTo>
                  <a:pt x="516255" y="114173"/>
                </a:lnTo>
                <a:lnTo>
                  <a:pt x="628523" y="53212"/>
                </a:lnTo>
                <a:lnTo>
                  <a:pt x="594132" y="37464"/>
                </a:lnTo>
                <a:close/>
              </a:path>
              <a:path w="628650" h="114300">
                <a:moveTo>
                  <a:pt x="513632" y="38108"/>
                </a:moveTo>
                <a:lnTo>
                  <a:pt x="0" y="55499"/>
                </a:lnTo>
                <a:lnTo>
                  <a:pt x="1270" y="93599"/>
                </a:lnTo>
                <a:lnTo>
                  <a:pt x="514941" y="76088"/>
                </a:lnTo>
                <a:lnTo>
                  <a:pt x="513632" y="38108"/>
                </a:lnTo>
                <a:close/>
              </a:path>
              <a:path w="628650" h="114300">
                <a:moveTo>
                  <a:pt x="532638" y="37464"/>
                </a:moveTo>
                <a:lnTo>
                  <a:pt x="513632" y="38108"/>
                </a:lnTo>
                <a:lnTo>
                  <a:pt x="514941" y="76088"/>
                </a:lnTo>
                <a:lnTo>
                  <a:pt x="534035" y="75437"/>
                </a:lnTo>
                <a:lnTo>
                  <a:pt x="532638" y="37464"/>
                </a:lnTo>
                <a:close/>
              </a:path>
              <a:path w="628650" h="114300">
                <a:moveTo>
                  <a:pt x="512318" y="0"/>
                </a:moveTo>
                <a:lnTo>
                  <a:pt x="513632" y="38108"/>
                </a:lnTo>
                <a:lnTo>
                  <a:pt x="532638" y="37464"/>
                </a:lnTo>
                <a:lnTo>
                  <a:pt x="594132" y="37464"/>
                </a:lnTo>
                <a:lnTo>
                  <a:pt x="512318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809494" y="5734811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4" h="114300">
                <a:moveTo>
                  <a:pt x="513588" y="0"/>
                </a:moveTo>
                <a:lnTo>
                  <a:pt x="513588" y="114300"/>
                </a:lnTo>
                <a:lnTo>
                  <a:pt x="589788" y="76200"/>
                </a:lnTo>
                <a:lnTo>
                  <a:pt x="532638" y="76200"/>
                </a:lnTo>
                <a:lnTo>
                  <a:pt x="532638" y="38100"/>
                </a:lnTo>
                <a:lnTo>
                  <a:pt x="589788" y="38100"/>
                </a:lnTo>
                <a:lnTo>
                  <a:pt x="513588" y="0"/>
                </a:lnTo>
                <a:close/>
              </a:path>
              <a:path w="628014" h="114300">
                <a:moveTo>
                  <a:pt x="5135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8" y="76200"/>
                </a:lnTo>
                <a:lnTo>
                  <a:pt x="513588" y="38100"/>
                </a:lnTo>
                <a:close/>
              </a:path>
              <a:path w="628014" h="114300">
                <a:moveTo>
                  <a:pt x="589788" y="38100"/>
                </a:moveTo>
                <a:lnTo>
                  <a:pt x="532638" y="38100"/>
                </a:lnTo>
                <a:lnTo>
                  <a:pt x="532638" y="76200"/>
                </a:lnTo>
                <a:lnTo>
                  <a:pt x="589788" y="76200"/>
                </a:lnTo>
                <a:lnTo>
                  <a:pt x="627888" y="57150"/>
                </a:lnTo>
                <a:lnTo>
                  <a:pt x="5897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809494" y="6573011"/>
            <a:ext cx="894715" cy="114300"/>
          </a:xfrm>
          <a:custGeom>
            <a:avLst/>
            <a:gdLst/>
            <a:ahLst/>
            <a:cxnLst/>
            <a:rect l="l" t="t" r="r" b="b"/>
            <a:pathLst>
              <a:path w="894714" h="114300">
                <a:moveTo>
                  <a:pt x="780288" y="0"/>
                </a:moveTo>
                <a:lnTo>
                  <a:pt x="780288" y="114300"/>
                </a:lnTo>
                <a:lnTo>
                  <a:pt x="856488" y="76200"/>
                </a:lnTo>
                <a:lnTo>
                  <a:pt x="799338" y="76200"/>
                </a:lnTo>
                <a:lnTo>
                  <a:pt x="799338" y="38100"/>
                </a:lnTo>
                <a:lnTo>
                  <a:pt x="856488" y="38100"/>
                </a:lnTo>
                <a:lnTo>
                  <a:pt x="780288" y="0"/>
                </a:lnTo>
                <a:close/>
              </a:path>
              <a:path w="894714" h="114300">
                <a:moveTo>
                  <a:pt x="7802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0288" y="76200"/>
                </a:lnTo>
                <a:lnTo>
                  <a:pt x="780288" y="38100"/>
                </a:lnTo>
                <a:close/>
              </a:path>
              <a:path w="894714" h="114300">
                <a:moveTo>
                  <a:pt x="856488" y="38100"/>
                </a:moveTo>
                <a:lnTo>
                  <a:pt x="799338" y="38100"/>
                </a:lnTo>
                <a:lnTo>
                  <a:pt x="799338" y="76200"/>
                </a:lnTo>
                <a:lnTo>
                  <a:pt x="856488" y="76200"/>
                </a:lnTo>
                <a:lnTo>
                  <a:pt x="894588" y="57150"/>
                </a:lnTo>
                <a:lnTo>
                  <a:pt x="8564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030473" y="1730756"/>
            <a:ext cx="537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106545" y="1540002"/>
            <a:ext cx="498475" cy="386080"/>
          </a:xfrm>
          <a:custGeom>
            <a:avLst/>
            <a:gdLst/>
            <a:ahLst/>
            <a:cxnLst/>
            <a:rect l="l" t="t" r="r" b="b"/>
            <a:pathLst>
              <a:path w="498475" h="386080">
                <a:moveTo>
                  <a:pt x="218185" y="263398"/>
                </a:moveTo>
                <a:lnTo>
                  <a:pt x="180466" y="385572"/>
                </a:lnTo>
                <a:lnTo>
                  <a:pt x="300735" y="342392"/>
                </a:lnTo>
                <a:lnTo>
                  <a:pt x="287597" y="329819"/>
                </a:lnTo>
                <a:lnTo>
                  <a:pt x="260095" y="329819"/>
                </a:lnTo>
                <a:lnTo>
                  <a:pt x="232537" y="303530"/>
                </a:lnTo>
                <a:lnTo>
                  <a:pt x="245705" y="289731"/>
                </a:lnTo>
                <a:lnTo>
                  <a:pt x="218185" y="263398"/>
                </a:lnTo>
                <a:close/>
              </a:path>
              <a:path w="498475" h="386080">
                <a:moveTo>
                  <a:pt x="245705" y="289731"/>
                </a:moveTo>
                <a:lnTo>
                  <a:pt x="232537" y="303530"/>
                </a:lnTo>
                <a:lnTo>
                  <a:pt x="260095" y="329819"/>
                </a:lnTo>
                <a:lnTo>
                  <a:pt x="273224" y="316065"/>
                </a:lnTo>
                <a:lnTo>
                  <a:pt x="245705" y="289731"/>
                </a:lnTo>
                <a:close/>
              </a:path>
              <a:path w="498475" h="386080">
                <a:moveTo>
                  <a:pt x="273224" y="316065"/>
                </a:moveTo>
                <a:lnTo>
                  <a:pt x="260095" y="329819"/>
                </a:lnTo>
                <a:lnTo>
                  <a:pt x="287597" y="329819"/>
                </a:lnTo>
                <a:lnTo>
                  <a:pt x="273224" y="316065"/>
                </a:lnTo>
                <a:close/>
              </a:path>
              <a:path w="498475" h="386080">
                <a:moveTo>
                  <a:pt x="464057" y="37973"/>
                </a:moveTo>
                <a:lnTo>
                  <a:pt x="459469" y="38102"/>
                </a:lnTo>
                <a:lnTo>
                  <a:pt x="457766" y="38375"/>
                </a:lnTo>
                <a:lnTo>
                  <a:pt x="455549" y="43180"/>
                </a:lnTo>
                <a:lnTo>
                  <a:pt x="452170" y="49657"/>
                </a:lnTo>
                <a:lnTo>
                  <a:pt x="430021" y="82550"/>
                </a:lnTo>
                <a:lnTo>
                  <a:pt x="414019" y="102997"/>
                </a:lnTo>
                <a:lnTo>
                  <a:pt x="405002" y="114300"/>
                </a:lnTo>
                <a:lnTo>
                  <a:pt x="362712" y="163449"/>
                </a:lnTo>
                <a:lnTo>
                  <a:pt x="312419" y="218821"/>
                </a:lnTo>
                <a:lnTo>
                  <a:pt x="284988" y="248285"/>
                </a:lnTo>
                <a:lnTo>
                  <a:pt x="245705" y="289731"/>
                </a:lnTo>
                <a:lnTo>
                  <a:pt x="273224" y="316065"/>
                </a:lnTo>
                <a:lnTo>
                  <a:pt x="312927" y="274320"/>
                </a:lnTo>
                <a:lnTo>
                  <a:pt x="366890" y="215900"/>
                </a:lnTo>
                <a:lnTo>
                  <a:pt x="414019" y="162687"/>
                </a:lnTo>
                <a:lnTo>
                  <a:pt x="452754" y="115697"/>
                </a:lnTo>
                <a:lnTo>
                  <a:pt x="480821" y="76073"/>
                </a:lnTo>
                <a:lnTo>
                  <a:pt x="495934" y="44576"/>
                </a:lnTo>
                <a:lnTo>
                  <a:pt x="496315" y="43687"/>
                </a:lnTo>
                <a:lnTo>
                  <a:pt x="496442" y="42799"/>
                </a:lnTo>
                <a:lnTo>
                  <a:pt x="496696" y="41910"/>
                </a:lnTo>
                <a:lnTo>
                  <a:pt x="497230" y="38862"/>
                </a:lnTo>
                <a:lnTo>
                  <a:pt x="467613" y="38862"/>
                </a:lnTo>
                <a:lnTo>
                  <a:pt x="467134" y="38735"/>
                </a:lnTo>
                <a:lnTo>
                  <a:pt x="465708" y="38735"/>
                </a:lnTo>
                <a:lnTo>
                  <a:pt x="464703" y="38091"/>
                </a:lnTo>
                <a:lnTo>
                  <a:pt x="464465" y="38028"/>
                </a:lnTo>
                <a:lnTo>
                  <a:pt x="464057" y="37973"/>
                </a:lnTo>
                <a:close/>
              </a:path>
              <a:path w="498475" h="386080">
                <a:moveTo>
                  <a:pt x="461771" y="0"/>
                </a:moveTo>
                <a:lnTo>
                  <a:pt x="415289" y="10033"/>
                </a:lnTo>
                <a:lnTo>
                  <a:pt x="379094" y="23622"/>
                </a:lnTo>
                <a:lnTo>
                  <a:pt x="336676" y="42037"/>
                </a:lnTo>
                <a:lnTo>
                  <a:pt x="236727" y="90677"/>
                </a:lnTo>
                <a:lnTo>
                  <a:pt x="122046" y="150495"/>
                </a:lnTo>
                <a:lnTo>
                  <a:pt x="0" y="215900"/>
                </a:lnTo>
                <a:lnTo>
                  <a:pt x="18033" y="249427"/>
                </a:lnTo>
                <a:lnTo>
                  <a:pt x="217424" y="143510"/>
                </a:lnTo>
                <a:lnTo>
                  <a:pt x="254126" y="124587"/>
                </a:lnTo>
                <a:lnTo>
                  <a:pt x="289051" y="107061"/>
                </a:lnTo>
                <a:lnTo>
                  <a:pt x="352805" y="76581"/>
                </a:lnTo>
                <a:lnTo>
                  <a:pt x="393826" y="58674"/>
                </a:lnTo>
                <a:lnTo>
                  <a:pt x="437260" y="43052"/>
                </a:lnTo>
                <a:lnTo>
                  <a:pt x="457766" y="38375"/>
                </a:lnTo>
                <a:lnTo>
                  <a:pt x="459514" y="33399"/>
                </a:lnTo>
                <a:lnTo>
                  <a:pt x="459790" y="31781"/>
                </a:lnTo>
                <a:lnTo>
                  <a:pt x="459689" y="31115"/>
                </a:lnTo>
                <a:lnTo>
                  <a:pt x="459485" y="30352"/>
                </a:lnTo>
                <a:lnTo>
                  <a:pt x="459866" y="30352"/>
                </a:lnTo>
                <a:lnTo>
                  <a:pt x="459866" y="28956"/>
                </a:lnTo>
                <a:lnTo>
                  <a:pt x="497966" y="28956"/>
                </a:lnTo>
                <a:lnTo>
                  <a:pt x="497966" y="27177"/>
                </a:lnTo>
                <a:lnTo>
                  <a:pt x="482472" y="4318"/>
                </a:lnTo>
                <a:lnTo>
                  <a:pt x="480949" y="3301"/>
                </a:lnTo>
                <a:lnTo>
                  <a:pt x="479170" y="2539"/>
                </a:lnTo>
                <a:lnTo>
                  <a:pt x="477392" y="2032"/>
                </a:lnTo>
                <a:lnTo>
                  <a:pt x="473075" y="888"/>
                </a:lnTo>
                <a:lnTo>
                  <a:pt x="470788" y="381"/>
                </a:lnTo>
                <a:lnTo>
                  <a:pt x="469518" y="381"/>
                </a:lnTo>
                <a:lnTo>
                  <a:pt x="461771" y="0"/>
                </a:lnTo>
                <a:close/>
              </a:path>
              <a:path w="498475" h="386080">
                <a:moveTo>
                  <a:pt x="465008" y="38102"/>
                </a:moveTo>
                <a:lnTo>
                  <a:pt x="467613" y="38862"/>
                </a:lnTo>
                <a:lnTo>
                  <a:pt x="466213" y="38266"/>
                </a:lnTo>
                <a:lnTo>
                  <a:pt x="465008" y="38102"/>
                </a:lnTo>
                <a:close/>
              </a:path>
              <a:path w="498475" h="386080">
                <a:moveTo>
                  <a:pt x="497966" y="29845"/>
                </a:moveTo>
                <a:lnTo>
                  <a:pt x="460120" y="29845"/>
                </a:lnTo>
                <a:lnTo>
                  <a:pt x="460130" y="31115"/>
                </a:lnTo>
                <a:lnTo>
                  <a:pt x="466851" y="38353"/>
                </a:lnTo>
                <a:lnTo>
                  <a:pt x="466418" y="38353"/>
                </a:lnTo>
                <a:lnTo>
                  <a:pt x="467613" y="38862"/>
                </a:lnTo>
                <a:lnTo>
                  <a:pt x="497230" y="38862"/>
                </a:lnTo>
                <a:lnTo>
                  <a:pt x="497319" y="38353"/>
                </a:lnTo>
                <a:lnTo>
                  <a:pt x="466851" y="38353"/>
                </a:lnTo>
                <a:lnTo>
                  <a:pt x="466213" y="38266"/>
                </a:lnTo>
                <a:lnTo>
                  <a:pt x="497334" y="38266"/>
                </a:lnTo>
                <a:lnTo>
                  <a:pt x="497614" y="36702"/>
                </a:lnTo>
                <a:lnTo>
                  <a:pt x="497839" y="35687"/>
                </a:lnTo>
                <a:lnTo>
                  <a:pt x="497966" y="29845"/>
                </a:lnTo>
                <a:close/>
              </a:path>
              <a:path w="498475" h="386080">
                <a:moveTo>
                  <a:pt x="464703" y="38091"/>
                </a:moveTo>
                <a:lnTo>
                  <a:pt x="465708" y="38735"/>
                </a:lnTo>
                <a:lnTo>
                  <a:pt x="465117" y="38201"/>
                </a:lnTo>
                <a:lnTo>
                  <a:pt x="464703" y="38091"/>
                </a:lnTo>
                <a:close/>
              </a:path>
              <a:path w="498475" h="386080">
                <a:moveTo>
                  <a:pt x="465117" y="38201"/>
                </a:moveTo>
                <a:lnTo>
                  <a:pt x="465708" y="38735"/>
                </a:lnTo>
                <a:lnTo>
                  <a:pt x="467134" y="38735"/>
                </a:lnTo>
                <a:lnTo>
                  <a:pt x="465117" y="38201"/>
                </a:lnTo>
                <a:close/>
              </a:path>
              <a:path w="498475" h="386080">
                <a:moveTo>
                  <a:pt x="459514" y="33399"/>
                </a:moveTo>
                <a:lnTo>
                  <a:pt x="457882" y="38091"/>
                </a:lnTo>
                <a:lnTo>
                  <a:pt x="457766" y="38375"/>
                </a:lnTo>
                <a:lnTo>
                  <a:pt x="459485" y="38100"/>
                </a:lnTo>
                <a:lnTo>
                  <a:pt x="464057" y="37973"/>
                </a:lnTo>
                <a:lnTo>
                  <a:pt x="464255" y="37973"/>
                </a:lnTo>
                <a:lnTo>
                  <a:pt x="463295" y="37719"/>
                </a:lnTo>
                <a:lnTo>
                  <a:pt x="464121" y="37719"/>
                </a:lnTo>
                <a:lnTo>
                  <a:pt x="462533" y="36702"/>
                </a:lnTo>
                <a:lnTo>
                  <a:pt x="461324" y="35051"/>
                </a:lnTo>
                <a:lnTo>
                  <a:pt x="459231" y="35051"/>
                </a:lnTo>
                <a:lnTo>
                  <a:pt x="459514" y="33399"/>
                </a:lnTo>
                <a:close/>
              </a:path>
              <a:path w="498475" h="386080">
                <a:moveTo>
                  <a:pt x="466104" y="38220"/>
                </a:moveTo>
                <a:lnTo>
                  <a:pt x="466851" y="38353"/>
                </a:lnTo>
                <a:lnTo>
                  <a:pt x="466104" y="38220"/>
                </a:lnTo>
                <a:close/>
              </a:path>
              <a:path w="498475" h="386080">
                <a:moveTo>
                  <a:pt x="464900" y="38005"/>
                </a:moveTo>
                <a:lnTo>
                  <a:pt x="466213" y="38266"/>
                </a:lnTo>
                <a:lnTo>
                  <a:pt x="464900" y="38005"/>
                </a:lnTo>
                <a:close/>
              </a:path>
              <a:path w="498475" h="386080">
                <a:moveTo>
                  <a:pt x="464279" y="37444"/>
                </a:moveTo>
                <a:lnTo>
                  <a:pt x="464900" y="38005"/>
                </a:lnTo>
                <a:lnTo>
                  <a:pt x="466104" y="38220"/>
                </a:lnTo>
                <a:lnTo>
                  <a:pt x="464279" y="37444"/>
                </a:lnTo>
                <a:close/>
              </a:path>
              <a:path w="498475" h="386080">
                <a:moveTo>
                  <a:pt x="464643" y="38052"/>
                </a:moveTo>
                <a:lnTo>
                  <a:pt x="465117" y="38201"/>
                </a:lnTo>
                <a:lnTo>
                  <a:pt x="464643" y="38052"/>
                </a:lnTo>
                <a:close/>
              </a:path>
              <a:path w="498475" h="386080">
                <a:moveTo>
                  <a:pt x="464440" y="37923"/>
                </a:moveTo>
                <a:lnTo>
                  <a:pt x="464643" y="38052"/>
                </a:lnTo>
                <a:lnTo>
                  <a:pt x="465008" y="38102"/>
                </a:lnTo>
                <a:lnTo>
                  <a:pt x="464440" y="37923"/>
                </a:lnTo>
                <a:close/>
              </a:path>
              <a:path w="498475" h="386080">
                <a:moveTo>
                  <a:pt x="464465" y="38028"/>
                </a:moveTo>
                <a:lnTo>
                  <a:pt x="464703" y="38091"/>
                </a:lnTo>
                <a:lnTo>
                  <a:pt x="464465" y="38028"/>
                </a:lnTo>
                <a:close/>
              </a:path>
              <a:path w="498475" h="386080">
                <a:moveTo>
                  <a:pt x="463295" y="37719"/>
                </a:moveTo>
                <a:lnTo>
                  <a:pt x="464465" y="38028"/>
                </a:lnTo>
                <a:lnTo>
                  <a:pt x="464643" y="38052"/>
                </a:lnTo>
                <a:lnTo>
                  <a:pt x="464440" y="37923"/>
                </a:lnTo>
                <a:lnTo>
                  <a:pt x="463295" y="37719"/>
                </a:lnTo>
                <a:close/>
              </a:path>
              <a:path w="498475" h="386080">
                <a:moveTo>
                  <a:pt x="464255" y="37973"/>
                </a:moveTo>
                <a:lnTo>
                  <a:pt x="464057" y="37973"/>
                </a:lnTo>
                <a:lnTo>
                  <a:pt x="464465" y="38028"/>
                </a:lnTo>
                <a:lnTo>
                  <a:pt x="464255" y="37973"/>
                </a:lnTo>
                <a:close/>
              </a:path>
              <a:path w="498475" h="386080">
                <a:moveTo>
                  <a:pt x="462533" y="36702"/>
                </a:moveTo>
                <a:lnTo>
                  <a:pt x="464440" y="37923"/>
                </a:lnTo>
                <a:lnTo>
                  <a:pt x="464900" y="38005"/>
                </a:lnTo>
                <a:lnTo>
                  <a:pt x="464279" y="37444"/>
                </a:lnTo>
                <a:lnTo>
                  <a:pt x="462533" y="36702"/>
                </a:lnTo>
                <a:close/>
              </a:path>
              <a:path w="498475" h="386080">
                <a:moveTo>
                  <a:pt x="464121" y="37719"/>
                </a:moveTo>
                <a:lnTo>
                  <a:pt x="463295" y="37719"/>
                </a:lnTo>
                <a:lnTo>
                  <a:pt x="464440" y="37923"/>
                </a:lnTo>
                <a:lnTo>
                  <a:pt x="464121" y="37719"/>
                </a:lnTo>
                <a:close/>
              </a:path>
              <a:path w="498475" h="386080">
                <a:moveTo>
                  <a:pt x="462006" y="35393"/>
                </a:moveTo>
                <a:lnTo>
                  <a:pt x="462660" y="36702"/>
                </a:lnTo>
                <a:lnTo>
                  <a:pt x="464279" y="37444"/>
                </a:lnTo>
                <a:lnTo>
                  <a:pt x="462006" y="35393"/>
                </a:lnTo>
                <a:close/>
              </a:path>
              <a:path w="498475" h="386080">
                <a:moveTo>
                  <a:pt x="460501" y="34036"/>
                </a:moveTo>
                <a:lnTo>
                  <a:pt x="462660" y="36702"/>
                </a:lnTo>
                <a:lnTo>
                  <a:pt x="462006" y="35393"/>
                </a:lnTo>
                <a:lnTo>
                  <a:pt x="460501" y="34036"/>
                </a:lnTo>
                <a:close/>
              </a:path>
              <a:path w="498475" h="386080">
                <a:moveTo>
                  <a:pt x="461327" y="34036"/>
                </a:moveTo>
                <a:lnTo>
                  <a:pt x="460501" y="34036"/>
                </a:lnTo>
                <a:lnTo>
                  <a:pt x="462006" y="35393"/>
                </a:lnTo>
                <a:lnTo>
                  <a:pt x="461327" y="34036"/>
                </a:lnTo>
                <a:close/>
              </a:path>
              <a:path w="498475" h="386080">
                <a:moveTo>
                  <a:pt x="459866" y="32385"/>
                </a:moveTo>
                <a:lnTo>
                  <a:pt x="459514" y="33399"/>
                </a:lnTo>
                <a:lnTo>
                  <a:pt x="459231" y="35051"/>
                </a:lnTo>
                <a:lnTo>
                  <a:pt x="459866" y="32385"/>
                </a:lnTo>
                <a:close/>
              </a:path>
              <a:path w="498475" h="386080">
                <a:moveTo>
                  <a:pt x="459953" y="32106"/>
                </a:moveTo>
                <a:lnTo>
                  <a:pt x="459866" y="33274"/>
                </a:lnTo>
                <a:lnTo>
                  <a:pt x="459655" y="33274"/>
                </a:lnTo>
                <a:lnTo>
                  <a:pt x="459231" y="35051"/>
                </a:lnTo>
                <a:lnTo>
                  <a:pt x="461324" y="35051"/>
                </a:lnTo>
                <a:lnTo>
                  <a:pt x="460604" y="34162"/>
                </a:lnTo>
                <a:lnTo>
                  <a:pt x="460264" y="33274"/>
                </a:lnTo>
                <a:lnTo>
                  <a:pt x="459866" y="33274"/>
                </a:lnTo>
                <a:lnTo>
                  <a:pt x="459866" y="32385"/>
                </a:lnTo>
                <a:lnTo>
                  <a:pt x="459953" y="32106"/>
                </a:lnTo>
                <a:close/>
              </a:path>
              <a:path w="498475" h="386080">
                <a:moveTo>
                  <a:pt x="460006" y="31393"/>
                </a:moveTo>
                <a:lnTo>
                  <a:pt x="460027" y="32385"/>
                </a:lnTo>
                <a:lnTo>
                  <a:pt x="460501" y="34162"/>
                </a:lnTo>
                <a:lnTo>
                  <a:pt x="460200" y="31781"/>
                </a:lnTo>
                <a:lnTo>
                  <a:pt x="460006" y="31393"/>
                </a:lnTo>
                <a:close/>
              </a:path>
              <a:path w="498475" h="386080">
                <a:moveTo>
                  <a:pt x="460215" y="31811"/>
                </a:moveTo>
                <a:lnTo>
                  <a:pt x="460501" y="34162"/>
                </a:lnTo>
                <a:lnTo>
                  <a:pt x="461327" y="34036"/>
                </a:lnTo>
                <a:lnTo>
                  <a:pt x="460215" y="31811"/>
                </a:lnTo>
                <a:close/>
              </a:path>
              <a:path w="498475" h="386080">
                <a:moveTo>
                  <a:pt x="459820" y="31606"/>
                </a:moveTo>
                <a:lnTo>
                  <a:pt x="459514" y="33399"/>
                </a:lnTo>
                <a:lnTo>
                  <a:pt x="459866" y="32385"/>
                </a:lnTo>
                <a:lnTo>
                  <a:pt x="459820" y="31606"/>
                </a:lnTo>
                <a:close/>
              </a:path>
              <a:path w="498475" h="386080">
                <a:moveTo>
                  <a:pt x="460065" y="30587"/>
                </a:moveTo>
                <a:lnTo>
                  <a:pt x="460112" y="31606"/>
                </a:lnTo>
                <a:lnTo>
                  <a:pt x="460215" y="31811"/>
                </a:lnTo>
                <a:lnTo>
                  <a:pt x="460065" y="30587"/>
                </a:lnTo>
                <a:close/>
              </a:path>
              <a:path w="498475" h="386080">
                <a:moveTo>
                  <a:pt x="459485" y="30352"/>
                </a:moveTo>
                <a:lnTo>
                  <a:pt x="459820" y="31606"/>
                </a:lnTo>
                <a:lnTo>
                  <a:pt x="459866" y="31115"/>
                </a:lnTo>
                <a:lnTo>
                  <a:pt x="459485" y="30352"/>
                </a:lnTo>
                <a:close/>
              </a:path>
              <a:path w="498475" h="386080">
                <a:moveTo>
                  <a:pt x="459866" y="28956"/>
                </a:moveTo>
                <a:lnTo>
                  <a:pt x="459894" y="31170"/>
                </a:lnTo>
                <a:lnTo>
                  <a:pt x="459994" y="30587"/>
                </a:lnTo>
                <a:lnTo>
                  <a:pt x="459866" y="28956"/>
                </a:lnTo>
                <a:close/>
              </a:path>
              <a:path w="498475" h="386080">
                <a:moveTo>
                  <a:pt x="459866" y="30352"/>
                </a:moveTo>
                <a:lnTo>
                  <a:pt x="459485" y="30352"/>
                </a:lnTo>
                <a:lnTo>
                  <a:pt x="459866" y="31115"/>
                </a:lnTo>
                <a:lnTo>
                  <a:pt x="459866" y="30352"/>
                </a:lnTo>
                <a:close/>
              </a:path>
              <a:path w="498475" h="386080">
                <a:moveTo>
                  <a:pt x="497966" y="28956"/>
                </a:moveTo>
                <a:lnTo>
                  <a:pt x="459866" y="28956"/>
                </a:lnTo>
                <a:lnTo>
                  <a:pt x="460036" y="30342"/>
                </a:lnTo>
                <a:lnTo>
                  <a:pt x="460120" y="29845"/>
                </a:lnTo>
                <a:lnTo>
                  <a:pt x="497966" y="29845"/>
                </a:lnTo>
                <a:lnTo>
                  <a:pt x="497966" y="28956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551426" y="835888"/>
            <a:ext cx="795020" cy="1216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3355" indent="88900">
              <a:lnSpc>
                <a:spcPct val="1448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 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  <a:p>
            <a:pPr marL="269875">
              <a:lnSpc>
                <a:spcPct val="100000"/>
              </a:lnSpc>
              <a:spcBef>
                <a:spcPts val="2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11195" y="2515362"/>
            <a:ext cx="1708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228213" y="3239516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192272" y="3906392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84521" y="4598670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43373" y="3858514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05350" y="5336844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81604" y="4646167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181604" y="5436514"/>
            <a:ext cx="12636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998470" y="6284772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541017" y="1225930"/>
            <a:ext cx="543560" cy="114300"/>
          </a:xfrm>
          <a:custGeom>
            <a:avLst/>
            <a:gdLst/>
            <a:ahLst/>
            <a:cxnLst/>
            <a:rect l="l" t="t" r="r" b="b"/>
            <a:pathLst>
              <a:path w="543560" h="114300">
                <a:moveTo>
                  <a:pt x="430656" y="0"/>
                </a:moveTo>
                <a:lnTo>
                  <a:pt x="429640" y="38105"/>
                </a:lnTo>
                <a:lnTo>
                  <a:pt x="448690" y="38608"/>
                </a:lnTo>
                <a:lnTo>
                  <a:pt x="447675" y="76708"/>
                </a:lnTo>
                <a:lnTo>
                  <a:pt x="428611" y="76708"/>
                </a:lnTo>
                <a:lnTo>
                  <a:pt x="427608" y="114300"/>
                </a:lnTo>
                <a:lnTo>
                  <a:pt x="507899" y="76708"/>
                </a:lnTo>
                <a:lnTo>
                  <a:pt x="447675" y="76708"/>
                </a:lnTo>
                <a:lnTo>
                  <a:pt x="428624" y="76205"/>
                </a:lnTo>
                <a:lnTo>
                  <a:pt x="508972" y="76205"/>
                </a:lnTo>
                <a:lnTo>
                  <a:pt x="543432" y="60071"/>
                </a:lnTo>
                <a:lnTo>
                  <a:pt x="430656" y="0"/>
                </a:lnTo>
                <a:close/>
              </a:path>
              <a:path w="543560" h="114300">
                <a:moveTo>
                  <a:pt x="429640" y="38105"/>
                </a:moveTo>
                <a:lnTo>
                  <a:pt x="428624" y="76205"/>
                </a:lnTo>
                <a:lnTo>
                  <a:pt x="447675" y="76708"/>
                </a:lnTo>
                <a:lnTo>
                  <a:pt x="448690" y="38608"/>
                </a:lnTo>
                <a:lnTo>
                  <a:pt x="429640" y="38105"/>
                </a:lnTo>
                <a:close/>
              </a:path>
              <a:path w="543560" h="114300">
                <a:moveTo>
                  <a:pt x="1015" y="26797"/>
                </a:moveTo>
                <a:lnTo>
                  <a:pt x="0" y="64897"/>
                </a:lnTo>
                <a:lnTo>
                  <a:pt x="428624" y="76205"/>
                </a:lnTo>
                <a:lnTo>
                  <a:pt x="429640" y="38105"/>
                </a:lnTo>
                <a:lnTo>
                  <a:pt x="1015" y="26797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329684" y="4388358"/>
            <a:ext cx="1341755" cy="563880"/>
          </a:xfrm>
          <a:custGeom>
            <a:avLst/>
            <a:gdLst/>
            <a:ahLst/>
            <a:cxnLst/>
            <a:rect l="l" t="t" r="r" b="b"/>
            <a:pathLst>
              <a:path w="1341754" h="563879">
                <a:moveTo>
                  <a:pt x="1227074" y="449199"/>
                </a:moveTo>
                <a:lnTo>
                  <a:pt x="1227074" y="563499"/>
                </a:lnTo>
                <a:lnTo>
                  <a:pt x="1303274" y="525399"/>
                </a:lnTo>
                <a:lnTo>
                  <a:pt x="1246124" y="525399"/>
                </a:lnTo>
                <a:lnTo>
                  <a:pt x="1246124" y="487299"/>
                </a:lnTo>
                <a:lnTo>
                  <a:pt x="1303274" y="487299"/>
                </a:lnTo>
                <a:lnTo>
                  <a:pt x="1227074" y="449199"/>
                </a:lnTo>
                <a:close/>
              </a:path>
              <a:path w="1341754" h="563879">
                <a:moveTo>
                  <a:pt x="38100" y="0"/>
                </a:moveTo>
                <a:lnTo>
                  <a:pt x="0" y="0"/>
                </a:lnTo>
                <a:lnTo>
                  <a:pt x="0" y="525399"/>
                </a:lnTo>
                <a:lnTo>
                  <a:pt x="1227074" y="525399"/>
                </a:lnTo>
                <a:lnTo>
                  <a:pt x="1227074" y="506349"/>
                </a:lnTo>
                <a:lnTo>
                  <a:pt x="38100" y="506349"/>
                </a:lnTo>
                <a:lnTo>
                  <a:pt x="19050" y="487299"/>
                </a:lnTo>
                <a:lnTo>
                  <a:pt x="38100" y="487299"/>
                </a:lnTo>
                <a:lnTo>
                  <a:pt x="38100" y="0"/>
                </a:lnTo>
                <a:close/>
              </a:path>
              <a:path w="1341754" h="563879">
                <a:moveTo>
                  <a:pt x="1303274" y="487299"/>
                </a:moveTo>
                <a:lnTo>
                  <a:pt x="1246124" y="487299"/>
                </a:lnTo>
                <a:lnTo>
                  <a:pt x="1246124" y="525399"/>
                </a:lnTo>
                <a:lnTo>
                  <a:pt x="1303274" y="525399"/>
                </a:lnTo>
                <a:lnTo>
                  <a:pt x="1341374" y="506349"/>
                </a:lnTo>
                <a:lnTo>
                  <a:pt x="1303274" y="487299"/>
                </a:lnTo>
                <a:close/>
              </a:path>
              <a:path w="1341754" h="563879">
                <a:moveTo>
                  <a:pt x="38100" y="487299"/>
                </a:moveTo>
                <a:lnTo>
                  <a:pt x="19050" y="487299"/>
                </a:lnTo>
                <a:lnTo>
                  <a:pt x="38100" y="506349"/>
                </a:lnTo>
                <a:lnTo>
                  <a:pt x="38100" y="487299"/>
                </a:lnTo>
                <a:close/>
              </a:path>
              <a:path w="1341754" h="563879">
                <a:moveTo>
                  <a:pt x="1227074" y="487299"/>
                </a:moveTo>
                <a:lnTo>
                  <a:pt x="38100" y="487299"/>
                </a:lnTo>
                <a:lnTo>
                  <a:pt x="38100" y="506349"/>
                </a:lnTo>
                <a:lnTo>
                  <a:pt x="1227074" y="506349"/>
                </a:lnTo>
                <a:lnTo>
                  <a:pt x="1227074" y="4872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137659" y="4463034"/>
            <a:ext cx="1304925" cy="1298575"/>
          </a:xfrm>
          <a:custGeom>
            <a:avLst/>
            <a:gdLst/>
            <a:ahLst/>
            <a:cxnLst/>
            <a:rect l="l" t="t" r="r" b="b"/>
            <a:pathLst>
              <a:path w="1304925" h="1298575">
                <a:moveTo>
                  <a:pt x="1190625" y="1184275"/>
                </a:moveTo>
                <a:lnTo>
                  <a:pt x="1190625" y="1298575"/>
                </a:lnTo>
                <a:lnTo>
                  <a:pt x="1266825" y="1260475"/>
                </a:lnTo>
                <a:lnTo>
                  <a:pt x="1209675" y="1260475"/>
                </a:lnTo>
                <a:lnTo>
                  <a:pt x="1209675" y="1222375"/>
                </a:lnTo>
                <a:lnTo>
                  <a:pt x="1266825" y="1222375"/>
                </a:lnTo>
                <a:lnTo>
                  <a:pt x="1190625" y="1184275"/>
                </a:lnTo>
                <a:close/>
              </a:path>
              <a:path w="1304925" h="1298575">
                <a:moveTo>
                  <a:pt x="38100" y="0"/>
                </a:moveTo>
                <a:lnTo>
                  <a:pt x="0" y="0"/>
                </a:lnTo>
                <a:lnTo>
                  <a:pt x="0" y="1260475"/>
                </a:lnTo>
                <a:lnTo>
                  <a:pt x="1190625" y="1260475"/>
                </a:lnTo>
                <a:lnTo>
                  <a:pt x="1190625" y="1241425"/>
                </a:lnTo>
                <a:lnTo>
                  <a:pt x="38100" y="1241425"/>
                </a:lnTo>
                <a:lnTo>
                  <a:pt x="19050" y="1222375"/>
                </a:lnTo>
                <a:lnTo>
                  <a:pt x="38100" y="1222375"/>
                </a:lnTo>
                <a:lnTo>
                  <a:pt x="38100" y="0"/>
                </a:lnTo>
                <a:close/>
              </a:path>
              <a:path w="1304925" h="1298575">
                <a:moveTo>
                  <a:pt x="1266825" y="1222375"/>
                </a:moveTo>
                <a:lnTo>
                  <a:pt x="1209675" y="1222375"/>
                </a:lnTo>
                <a:lnTo>
                  <a:pt x="1209675" y="1260475"/>
                </a:lnTo>
                <a:lnTo>
                  <a:pt x="1266825" y="1260475"/>
                </a:lnTo>
                <a:lnTo>
                  <a:pt x="1304925" y="1241425"/>
                </a:lnTo>
                <a:lnTo>
                  <a:pt x="1266825" y="1222375"/>
                </a:lnTo>
                <a:close/>
              </a:path>
              <a:path w="1304925" h="1298575">
                <a:moveTo>
                  <a:pt x="38100" y="1222375"/>
                </a:moveTo>
                <a:lnTo>
                  <a:pt x="19050" y="1222375"/>
                </a:lnTo>
                <a:lnTo>
                  <a:pt x="38100" y="1241425"/>
                </a:lnTo>
                <a:lnTo>
                  <a:pt x="38100" y="1222375"/>
                </a:lnTo>
                <a:close/>
              </a:path>
              <a:path w="1304925" h="1298575">
                <a:moveTo>
                  <a:pt x="1190625" y="1222375"/>
                </a:moveTo>
                <a:lnTo>
                  <a:pt x="38100" y="1222375"/>
                </a:lnTo>
                <a:lnTo>
                  <a:pt x="38100" y="1241425"/>
                </a:lnTo>
                <a:lnTo>
                  <a:pt x="1190625" y="1241425"/>
                </a:lnTo>
                <a:lnTo>
                  <a:pt x="1190625" y="1222375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5635116" y="830706"/>
            <a:ext cx="5194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3530" algn="l"/>
              </a:tabLst>
            </a:pPr>
            <a:r>
              <a:rPr dirty="0" baseline="-36111" sz="3000" b="1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5976873" y="164363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002273" y="377718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9013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2017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0440" y="26923"/>
            <a:ext cx="2645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0344" y="4194200"/>
            <a:ext cx="7396480" cy="194627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288290" indent="-276225">
              <a:lnSpc>
                <a:spcPct val="100000"/>
              </a:lnSpc>
              <a:spcBef>
                <a:spcPts val="1780"/>
              </a:spcBef>
              <a:buClr>
                <a:srgbClr val="99FF99"/>
              </a:buClr>
              <a:buSzPct val="114285"/>
              <a:buFont typeface="Wingdings"/>
              <a:buChar char=""/>
              <a:tabLst>
                <a:tab pos="288925" algn="l"/>
                <a:tab pos="483933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状态转换图的实现之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一</a:t>
            </a:r>
            <a:r>
              <a:rPr dirty="0" sz="2800" spc="-65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——	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数据中心法</a:t>
            </a:r>
            <a:endParaRPr sz="2800">
              <a:latin typeface="宋体"/>
              <a:cs typeface="宋体"/>
            </a:endParaRPr>
          </a:p>
          <a:p>
            <a:pPr marL="12700" marR="5080" indent="711200">
              <a:lnSpc>
                <a:spcPts val="5040"/>
              </a:lnSpc>
              <a:spcBef>
                <a:spcPts val="44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将状态转换图看成一种数据结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用总控程序控制输入的源程序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在其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19300" y="1581911"/>
            <a:ext cx="1181100" cy="3992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19300" y="1581911"/>
            <a:ext cx="1181100" cy="399415"/>
          </a:xfrm>
          <a:custGeom>
            <a:avLst/>
            <a:gdLst/>
            <a:ahLst/>
            <a:cxnLst/>
            <a:rect l="l" t="t" r="r" b="b"/>
            <a:pathLst>
              <a:path w="1181100" h="399414">
                <a:moveTo>
                  <a:pt x="1181100" y="285241"/>
                </a:moveTo>
                <a:lnTo>
                  <a:pt x="787400" y="171068"/>
                </a:lnTo>
                <a:lnTo>
                  <a:pt x="787400" y="228218"/>
                </a:lnTo>
                <a:lnTo>
                  <a:pt x="393700" y="228218"/>
                </a:lnTo>
                <a:lnTo>
                  <a:pt x="393700" y="0"/>
                </a:lnTo>
                <a:lnTo>
                  <a:pt x="0" y="0"/>
                </a:lnTo>
                <a:lnTo>
                  <a:pt x="0" y="342264"/>
                </a:lnTo>
                <a:lnTo>
                  <a:pt x="787400" y="342264"/>
                </a:lnTo>
                <a:lnTo>
                  <a:pt x="787400" y="399288"/>
                </a:lnTo>
                <a:lnTo>
                  <a:pt x="1181100" y="285241"/>
                </a:lnTo>
                <a:close/>
              </a:path>
            </a:pathLst>
          </a:custGeom>
          <a:ln w="9525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36491" y="2057400"/>
            <a:ext cx="1645920" cy="4008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36491" y="2057400"/>
            <a:ext cx="1645920" cy="401320"/>
          </a:xfrm>
          <a:custGeom>
            <a:avLst/>
            <a:gdLst/>
            <a:ahLst/>
            <a:cxnLst/>
            <a:rect l="l" t="t" r="r" b="b"/>
            <a:pathLst>
              <a:path w="1645920" h="401319">
                <a:moveTo>
                  <a:pt x="1645920" y="286258"/>
                </a:moveTo>
                <a:lnTo>
                  <a:pt x="1097280" y="171830"/>
                </a:lnTo>
                <a:lnTo>
                  <a:pt x="1097280" y="228980"/>
                </a:lnTo>
                <a:lnTo>
                  <a:pt x="548640" y="228980"/>
                </a:lnTo>
                <a:lnTo>
                  <a:pt x="548640" y="0"/>
                </a:lnTo>
                <a:lnTo>
                  <a:pt x="0" y="0"/>
                </a:lnTo>
                <a:lnTo>
                  <a:pt x="0" y="343535"/>
                </a:lnTo>
                <a:lnTo>
                  <a:pt x="1097280" y="343535"/>
                </a:lnTo>
                <a:lnTo>
                  <a:pt x="1097280" y="400812"/>
                </a:lnTo>
                <a:lnTo>
                  <a:pt x="1645920" y="286258"/>
                </a:lnTo>
                <a:close/>
              </a:path>
            </a:pathLst>
          </a:custGeom>
          <a:ln w="9525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98042" y="877468"/>
            <a:ext cx="6928484" cy="165798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algn="ctr" marR="4398645">
              <a:lnSpc>
                <a:spcPct val="100000"/>
              </a:lnSpc>
              <a:spcBef>
                <a:spcPts val="104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据语言词法规则</a:t>
            </a:r>
            <a:endParaRPr sz="2800">
              <a:latin typeface="宋体"/>
              <a:cs typeface="宋体"/>
            </a:endParaRPr>
          </a:p>
          <a:p>
            <a:pPr algn="ctr" marR="348615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状态转换图</a:t>
            </a:r>
            <a:endParaRPr sz="2800">
              <a:latin typeface="宋体"/>
              <a:cs typeface="宋体"/>
            </a:endParaRPr>
          </a:p>
          <a:p>
            <a:pPr algn="ctr" marL="4763135">
              <a:lnSpc>
                <a:spcPct val="100000"/>
              </a:lnSpc>
              <a:spcBef>
                <a:spcPts val="89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可行的扫描器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2000" y="2544445"/>
            <a:ext cx="414527" cy="4654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75632" y="2492692"/>
            <a:ext cx="207263" cy="344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75632" y="2458243"/>
            <a:ext cx="207263" cy="172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72000" y="2544445"/>
            <a:ext cx="414655" cy="465455"/>
          </a:xfrm>
          <a:custGeom>
            <a:avLst/>
            <a:gdLst/>
            <a:ahLst/>
            <a:cxnLst/>
            <a:rect l="l" t="t" r="r" b="b"/>
            <a:pathLst>
              <a:path w="414654" h="465455">
                <a:moveTo>
                  <a:pt x="414527" y="327532"/>
                </a:moveTo>
                <a:lnTo>
                  <a:pt x="310896" y="327532"/>
                </a:lnTo>
                <a:lnTo>
                  <a:pt x="310896" y="0"/>
                </a:lnTo>
                <a:lnTo>
                  <a:pt x="103632" y="0"/>
                </a:lnTo>
                <a:lnTo>
                  <a:pt x="103632" y="327532"/>
                </a:lnTo>
                <a:lnTo>
                  <a:pt x="0" y="327532"/>
                </a:lnTo>
                <a:lnTo>
                  <a:pt x="207263" y="465454"/>
                </a:lnTo>
                <a:lnTo>
                  <a:pt x="414527" y="327532"/>
                </a:lnTo>
                <a:close/>
              </a:path>
            </a:pathLst>
          </a:custGeom>
          <a:ln w="9525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75632" y="2492692"/>
            <a:ext cx="207645" cy="34925"/>
          </a:xfrm>
          <a:custGeom>
            <a:avLst/>
            <a:gdLst/>
            <a:ahLst/>
            <a:cxnLst/>
            <a:rect l="l" t="t" r="r" b="b"/>
            <a:pathLst>
              <a:path w="207645" h="34925">
                <a:moveTo>
                  <a:pt x="0" y="34480"/>
                </a:moveTo>
                <a:lnTo>
                  <a:pt x="207263" y="34480"/>
                </a:lnTo>
                <a:lnTo>
                  <a:pt x="207263" y="0"/>
                </a:lnTo>
                <a:lnTo>
                  <a:pt x="0" y="0"/>
                </a:lnTo>
                <a:lnTo>
                  <a:pt x="0" y="34480"/>
                </a:lnTo>
                <a:close/>
              </a:path>
            </a:pathLst>
          </a:custGeom>
          <a:ln w="9525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70869" y="2453481"/>
            <a:ext cx="217170" cy="27305"/>
          </a:xfrm>
          <a:custGeom>
            <a:avLst/>
            <a:gdLst/>
            <a:ahLst/>
            <a:cxnLst/>
            <a:rect l="l" t="t" r="r" b="b"/>
            <a:pathLst>
              <a:path w="217170" h="27305">
                <a:moveTo>
                  <a:pt x="0" y="26765"/>
                </a:moveTo>
                <a:lnTo>
                  <a:pt x="216788" y="26765"/>
                </a:lnTo>
                <a:lnTo>
                  <a:pt x="216788" y="0"/>
                </a:lnTo>
                <a:lnTo>
                  <a:pt x="0" y="0"/>
                </a:lnTo>
                <a:lnTo>
                  <a:pt x="0" y="26765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013072" y="3073730"/>
            <a:ext cx="21723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存储和激活问题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32838" y="2906772"/>
            <a:ext cx="1557020" cy="9029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数据中心法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程序中心法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16858" y="3047238"/>
            <a:ext cx="90170" cy="739140"/>
          </a:xfrm>
          <a:custGeom>
            <a:avLst/>
            <a:gdLst/>
            <a:ahLst/>
            <a:cxnLst/>
            <a:rect l="l" t="t" r="r" b="b"/>
            <a:pathLst>
              <a:path w="90170" h="739139">
                <a:moveTo>
                  <a:pt x="0" y="0"/>
                </a:moveTo>
                <a:lnTo>
                  <a:pt x="17525" y="4903"/>
                </a:lnTo>
                <a:lnTo>
                  <a:pt x="31813" y="18272"/>
                </a:lnTo>
                <a:lnTo>
                  <a:pt x="41433" y="38094"/>
                </a:lnTo>
                <a:lnTo>
                  <a:pt x="44957" y="62357"/>
                </a:lnTo>
                <a:lnTo>
                  <a:pt x="44957" y="307213"/>
                </a:lnTo>
                <a:lnTo>
                  <a:pt x="48482" y="331475"/>
                </a:lnTo>
                <a:lnTo>
                  <a:pt x="58102" y="351297"/>
                </a:lnTo>
                <a:lnTo>
                  <a:pt x="72389" y="364666"/>
                </a:lnTo>
                <a:lnTo>
                  <a:pt x="89915" y="369570"/>
                </a:lnTo>
                <a:lnTo>
                  <a:pt x="72389" y="374473"/>
                </a:lnTo>
                <a:lnTo>
                  <a:pt x="58102" y="387842"/>
                </a:lnTo>
                <a:lnTo>
                  <a:pt x="48482" y="407664"/>
                </a:lnTo>
                <a:lnTo>
                  <a:pt x="44957" y="431926"/>
                </a:lnTo>
                <a:lnTo>
                  <a:pt x="44957" y="676782"/>
                </a:lnTo>
                <a:lnTo>
                  <a:pt x="41433" y="701045"/>
                </a:lnTo>
                <a:lnTo>
                  <a:pt x="31813" y="720867"/>
                </a:lnTo>
                <a:lnTo>
                  <a:pt x="17525" y="734236"/>
                </a:lnTo>
                <a:lnTo>
                  <a:pt x="0" y="739139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9013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2017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0440" y="26923"/>
            <a:ext cx="2645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842" y="901954"/>
            <a:ext cx="1403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0040" indent="-307975">
              <a:lnSpc>
                <a:spcPct val="100000"/>
              </a:lnSpc>
              <a:spcBef>
                <a:spcPts val="95"/>
              </a:spcBef>
              <a:buClr>
                <a:srgbClr val="66FFFF"/>
              </a:buClr>
              <a:buSzPct val="133928"/>
              <a:buFont typeface="Wingdings"/>
              <a:buChar char=""/>
              <a:tabLst>
                <a:tab pos="32067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4271" y="901954"/>
            <a:ext cx="18084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二级目录表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77261" y="1068324"/>
            <a:ext cx="782320" cy="114300"/>
          </a:xfrm>
          <a:custGeom>
            <a:avLst/>
            <a:gdLst/>
            <a:ahLst/>
            <a:cxnLst/>
            <a:rect l="l" t="t" r="r" b="b"/>
            <a:pathLst>
              <a:path w="782320" h="114300">
                <a:moveTo>
                  <a:pt x="591312" y="0"/>
                </a:moveTo>
                <a:lnTo>
                  <a:pt x="591312" y="114300"/>
                </a:lnTo>
                <a:lnTo>
                  <a:pt x="718312" y="76200"/>
                </a:lnTo>
                <a:lnTo>
                  <a:pt x="610362" y="76200"/>
                </a:lnTo>
                <a:lnTo>
                  <a:pt x="610362" y="38100"/>
                </a:lnTo>
                <a:lnTo>
                  <a:pt x="718312" y="38100"/>
                </a:lnTo>
                <a:lnTo>
                  <a:pt x="591312" y="0"/>
                </a:lnTo>
                <a:close/>
              </a:path>
              <a:path w="782320" h="114300">
                <a:moveTo>
                  <a:pt x="5913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91312" y="76200"/>
                </a:lnTo>
                <a:lnTo>
                  <a:pt x="591312" y="38100"/>
                </a:lnTo>
                <a:close/>
              </a:path>
              <a:path w="782320" h="114300">
                <a:moveTo>
                  <a:pt x="718312" y="38100"/>
                </a:moveTo>
                <a:lnTo>
                  <a:pt x="610362" y="38100"/>
                </a:lnTo>
                <a:lnTo>
                  <a:pt x="610362" y="76200"/>
                </a:lnTo>
                <a:lnTo>
                  <a:pt x="718312" y="76200"/>
                </a:lnTo>
                <a:lnTo>
                  <a:pt x="781812" y="57150"/>
                </a:lnTo>
                <a:lnTo>
                  <a:pt x="718312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59942" y="2025853"/>
            <a:ext cx="7923530" cy="2891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7200" indent="-445134">
              <a:lnSpc>
                <a:spcPct val="100000"/>
              </a:lnSpc>
              <a:spcBef>
                <a:spcPts val="95"/>
              </a:spcBef>
              <a:buFont typeface="Times New Roman"/>
              <a:buAutoNum type="arabicPeriod"/>
              <a:tabLst>
                <a:tab pos="457200" algn="l"/>
                <a:tab pos="457834" algn="l"/>
                <a:tab pos="3159760" algn="l"/>
                <a:tab pos="4344035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主表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数据项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69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分表地址或子程序入口</a:t>
            </a:r>
            <a:endParaRPr sz="2800">
              <a:latin typeface="宋体"/>
              <a:cs typeface="宋体"/>
            </a:endParaRPr>
          </a:p>
          <a:p>
            <a:pPr marL="1231900" marR="1983105" indent="38100">
              <a:lnSpc>
                <a:spcPct val="187600"/>
              </a:lnSpc>
              <a:spcBef>
                <a:spcPts val="600"/>
              </a:spcBef>
              <a:tabLst>
                <a:tab pos="240855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态</a:t>
            </a:r>
            <a:r>
              <a:rPr dirty="0" sz="2800" spc="-74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8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终态时，为子程序入口 状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态</a:t>
            </a:r>
            <a:r>
              <a:rPr dirty="0" sz="2800" spc="-6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Symbol"/>
                <a:cs typeface="Symbol"/>
              </a:rPr>
              <a:t></a:t>
            </a:r>
            <a:r>
              <a:rPr dirty="0" sz="2800" spc="-5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终态时，为分表入口</a:t>
            </a:r>
            <a:endParaRPr sz="2800">
              <a:latin typeface="宋体"/>
              <a:cs typeface="宋体"/>
            </a:endParaRPr>
          </a:p>
          <a:p>
            <a:pPr marL="457200" indent="-445134">
              <a:lnSpc>
                <a:spcPct val="100000"/>
              </a:lnSpc>
              <a:spcBef>
                <a:spcPts val="2640"/>
              </a:spcBef>
              <a:buFont typeface="Times New Roman"/>
              <a:buAutoNum type="arabicPeriod" startAt="2"/>
              <a:tabLst>
                <a:tab pos="457200" algn="l"/>
                <a:tab pos="457834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分表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数据项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当前输入字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转换状态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73173" y="2972561"/>
            <a:ext cx="190500" cy="1066800"/>
          </a:xfrm>
          <a:custGeom>
            <a:avLst/>
            <a:gdLst/>
            <a:ahLst/>
            <a:cxnLst/>
            <a:rect l="l" t="t" r="r" b="b"/>
            <a:pathLst>
              <a:path w="190500" h="1066800">
                <a:moveTo>
                  <a:pt x="190500" y="1066800"/>
                </a:moveTo>
                <a:lnTo>
                  <a:pt x="153435" y="1059820"/>
                </a:lnTo>
                <a:lnTo>
                  <a:pt x="123158" y="1040780"/>
                </a:lnTo>
                <a:lnTo>
                  <a:pt x="102739" y="1012525"/>
                </a:lnTo>
                <a:lnTo>
                  <a:pt x="95250" y="977900"/>
                </a:lnTo>
                <a:lnTo>
                  <a:pt x="95250" y="622300"/>
                </a:lnTo>
                <a:lnTo>
                  <a:pt x="87760" y="587674"/>
                </a:lnTo>
                <a:lnTo>
                  <a:pt x="67341" y="559419"/>
                </a:lnTo>
                <a:lnTo>
                  <a:pt x="37064" y="540379"/>
                </a:lnTo>
                <a:lnTo>
                  <a:pt x="0" y="533400"/>
                </a:lnTo>
                <a:lnTo>
                  <a:pt x="37064" y="526420"/>
                </a:lnTo>
                <a:lnTo>
                  <a:pt x="67341" y="507380"/>
                </a:lnTo>
                <a:lnTo>
                  <a:pt x="87760" y="479125"/>
                </a:lnTo>
                <a:lnTo>
                  <a:pt x="95250" y="444500"/>
                </a:lnTo>
                <a:lnTo>
                  <a:pt x="95250" y="88900"/>
                </a:lnTo>
                <a:lnTo>
                  <a:pt x="102739" y="54274"/>
                </a:lnTo>
                <a:lnTo>
                  <a:pt x="123158" y="26019"/>
                </a:lnTo>
                <a:lnTo>
                  <a:pt x="153435" y="6979"/>
                </a:lnTo>
                <a:lnTo>
                  <a:pt x="190500" y="0"/>
                </a:lnTo>
              </a:path>
            </a:pathLst>
          </a:custGeom>
          <a:ln w="38100">
            <a:solidFill>
              <a:srgbClr val="C8C8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99153" y="2001773"/>
            <a:ext cx="966469" cy="518159"/>
          </a:xfrm>
          <a:custGeom>
            <a:avLst/>
            <a:gdLst/>
            <a:ahLst/>
            <a:cxnLst/>
            <a:rect l="l" t="t" r="r" b="b"/>
            <a:pathLst>
              <a:path w="966470" h="518160">
                <a:moveTo>
                  <a:pt x="0" y="259079"/>
                </a:moveTo>
                <a:lnTo>
                  <a:pt x="14753" y="195273"/>
                </a:lnTo>
                <a:lnTo>
                  <a:pt x="56600" y="137266"/>
                </a:lnTo>
                <a:lnTo>
                  <a:pt x="86553" y="111043"/>
                </a:lnTo>
                <a:lnTo>
                  <a:pt x="121920" y="86997"/>
                </a:lnTo>
                <a:lnTo>
                  <a:pt x="162251" y="65371"/>
                </a:lnTo>
                <a:lnTo>
                  <a:pt x="207091" y="46406"/>
                </a:lnTo>
                <a:lnTo>
                  <a:pt x="255990" y="30346"/>
                </a:lnTo>
                <a:lnTo>
                  <a:pt x="308493" y="17433"/>
                </a:lnTo>
                <a:lnTo>
                  <a:pt x="364149" y="7909"/>
                </a:lnTo>
                <a:lnTo>
                  <a:pt x="422505" y="2017"/>
                </a:lnTo>
                <a:lnTo>
                  <a:pt x="483108" y="0"/>
                </a:lnTo>
                <a:lnTo>
                  <a:pt x="543710" y="2017"/>
                </a:lnTo>
                <a:lnTo>
                  <a:pt x="602066" y="7909"/>
                </a:lnTo>
                <a:lnTo>
                  <a:pt x="657722" y="17433"/>
                </a:lnTo>
                <a:lnTo>
                  <a:pt x="710225" y="30346"/>
                </a:lnTo>
                <a:lnTo>
                  <a:pt x="759124" y="46406"/>
                </a:lnTo>
                <a:lnTo>
                  <a:pt x="803964" y="65371"/>
                </a:lnTo>
                <a:lnTo>
                  <a:pt x="844295" y="86997"/>
                </a:lnTo>
                <a:lnTo>
                  <a:pt x="879662" y="111043"/>
                </a:lnTo>
                <a:lnTo>
                  <a:pt x="909615" y="137266"/>
                </a:lnTo>
                <a:lnTo>
                  <a:pt x="951462" y="195273"/>
                </a:lnTo>
                <a:lnTo>
                  <a:pt x="966216" y="259079"/>
                </a:lnTo>
                <a:lnTo>
                  <a:pt x="962452" y="291586"/>
                </a:lnTo>
                <a:lnTo>
                  <a:pt x="933699" y="352736"/>
                </a:lnTo>
                <a:lnTo>
                  <a:pt x="879662" y="407116"/>
                </a:lnTo>
                <a:lnTo>
                  <a:pt x="844295" y="431162"/>
                </a:lnTo>
                <a:lnTo>
                  <a:pt x="803964" y="452788"/>
                </a:lnTo>
                <a:lnTo>
                  <a:pt x="759124" y="471753"/>
                </a:lnTo>
                <a:lnTo>
                  <a:pt x="710225" y="487813"/>
                </a:lnTo>
                <a:lnTo>
                  <a:pt x="657722" y="500726"/>
                </a:lnTo>
                <a:lnTo>
                  <a:pt x="602066" y="510250"/>
                </a:lnTo>
                <a:lnTo>
                  <a:pt x="543710" y="516142"/>
                </a:lnTo>
                <a:lnTo>
                  <a:pt x="483108" y="518160"/>
                </a:lnTo>
                <a:lnTo>
                  <a:pt x="422505" y="516142"/>
                </a:lnTo>
                <a:lnTo>
                  <a:pt x="364149" y="510250"/>
                </a:lnTo>
                <a:lnTo>
                  <a:pt x="308493" y="500726"/>
                </a:lnTo>
                <a:lnTo>
                  <a:pt x="255990" y="487813"/>
                </a:lnTo>
                <a:lnTo>
                  <a:pt x="207091" y="471753"/>
                </a:lnTo>
                <a:lnTo>
                  <a:pt x="162251" y="452788"/>
                </a:lnTo>
                <a:lnTo>
                  <a:pt x="121920" y="431162"/>
                </a:lnTo>
                <a:lnTo>
                  <a:pt x="86553" y="407116"/>
                </a:lnTo>
                <a:lnTo>
                  <a:pt x="56600" y="380893"/>
                </a:lnTo>
                <a:lnTo>
                  <a:pt x="14753" y="322886"/>
                </a:lnTo>
                <a:lnTo>
                  <a:pt x="0" y="259079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39873" y="2878073"/>
            <a:ext cx="868680" cy="1318260"/>
          </a:xfrm>
          <a:custGeom>
            <a:avLst/>
            <a:gdLst/>
            <a:ahLst/>
            <a:cxnLst/>
            <a:rect l="l" t="t" r="r" b="b"/>
            <a:pathLst>
              <a:path w="868680" h="1318260">
                <a:moveTo>
                  <a:pt x="0" y="1318259"/>
                </a:moveTo>
                <a:lnTo>
                  <a:pt x="868680" y="1318259"/>
                </a:lnTo>
                <a:lnTo>
                  <a:pt x="868680" y="0"/>
                </a:lnTo>
                <a:lnTo>
                  <a:pt x="0" y="0"/>
                </a:lnTo>
                <a:lnTo>
                  <a:pt x="0" y="1318259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8742" y="2322576"/>
            <a:ext cx="1061720" cy="612775"/>
          </a:xfrm>
          <a:custGeom>
            <a:avLst/>
            <a:gdLst/>
            <a:ahLst/>
            <a:cxnLst/>
            <a:rect l="l" t="t" r="r" b="b"/>
            <a:pathLst>
              <a:path w="1061720" h="612775">
                <a:moveTo>
                  <a:pt x="163956" y="406273"/>
                </a:moveTo>
                <a:lnTo>
                  <a:pt x="0" y="612775"/>
                </a:lnTo>
                <a:lnTo>
                  <a:pt x="260731" y="574039"/>
                </a:lnTo>
                <a:lnTo>
                  <a:pt x="236474" y="532129"/>
                </a:lnTo>
                <a:lnTo>
                  <a:pt x="381895" y="448183"/>
                </a:lnTo>
                <a:lnTo>
                  <a:pt x="188087" y="448183"/>
                </a:lnTo>
                <a:lnTo>
                  <a:pt x="163956" y="406273"/>
                </a:lnTo>
                <a:close/>
              </a:path>
              <a:path w="1061720" h="612775">
                <a:moveTo>
                  <a:pt x="1061466" y="0"/>
                </a:moveTo>
                <a:lnTo>
                  <a:pt x="800734" y="38608"/>
                </a:lnTo>
                <a:lnTo>
                  <a:pt x="824992" y="80518"/>
                </a:lnTo>
                <a:lnTo>
                  <a:pt x="188087" y="448183"/>
                </a:lnTo>
                <a:lnTo>
                  <a:pt x="381895" y="448183"/>
                </a:lnTo>
                <a:lnTo>
                  <a:pt x="873379" y="164464"/>
                </a:lnTo>
                <a:lnTo>
                  <a:pt x="930804" y="164464"/>
                </a:lnTo>
                <a:lnTo>
                  <a:pt x="1061466" y="0"/>
                </a:lnTo>
                <a:close/>
              </a:path>
              <a:path w="1061720" h="612775">
                <a:moveTo>
                  <a:pt x="930804" y="164464"/>
                </a:moveTo>
                <a:lnTo>
                  <a:pt x="873379" y="164464"/>
                </a:lnTo>
                <a:lnTo>
                  <a:pt x="897508" y="206375"/>
                </a:lnTo>
                <a:lnTo>
                  <a:pt x="930804" y="164464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9013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2017" y="26923"/>
            <a:ext cx="3287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96284" y="1043939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19">
                <a:moveTo>
                  <a:pt x="0" y="7620"/>
                </a:moveTo>
                <a:lnTo>
                  <a:pt x="4571" y="7620"/>
                </a:lnTo>
                <a:lnTo>
                  <a:pt x="4571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14059" y="1043939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19">
                <a:moveTo>
                  <a:pt x="0" y="7620"/>
                </a:moveTo>
                <a:lnTo>
                  <a:pt x="4571" y="7620"/>
                </a:lnTo>
                <a:lnTo>
                  <a:pt x="4571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14059" y="1043939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19">
                <a:moveTo>
                  <a:pt x="0" y="7620"/>
                </a:moveTo>
                <a:lnTo>
                  <a:pt x="4571" y="7620"/>
                </a:lnTo>
                <a:lnTo>
                  <a:pt x="4571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39695" y="1402080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5" y="6096"/>
                </a:lnTo>
                <a:lnTo>
                  <a:pt x="6095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14059" y="2119883"/>
            <a:ext cx="5080" cy="6350"/>
          </a:xfrm>
          <a:custGeom>
            <a:avLst/>
            <a:gdLst/>
            <a:ahLst/>
            <a:cxnLst/>
            <a:rect l="l" t="t" r="r" b="b"/>
            <a:pathLst>
              <a:path w="5079" h="6350">
                <a:moveTo>
                  <a:pt x="0" y="6096"/>
                </a:moveTo>
                <a:lnTo>
                  <a:pt x="4571" y="6096"/>
                </a:lnTo>
                <a:lnTo>
                  <a:pt x="4571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39695" y="2834639"/>
            <a:ext cx="6350" cy="7620"/>
          </a:xfrm>
          <a:custGeom>
            <a:avLst/>
            <a:gdLst/>
            <a:ahLst/>
            <a:cxnLst/>
            <a:rect l="l" t="t" r="r" b="b"/>
            <a:pathLst>
              <a:path w="6350" h="7619">
                <a:moveTo>
                  <a:pt x="0" y="7620"/>
                </a:moveTo>
                <a:lnTo>
                  <a:pt x="6095" y="7620"/>
                </a:lnTo>
                <a:lnTo>
                  <a:pt x="6095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96284" y="4625339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20">
                <a:moveTo>
                  <a:pt x="0" y="7620"/>
                </a:moveTo>
                <a:lnTo>
                  <a:pt x="4571" y="7620"/>
                </a:lnTo>
                <a:lnTo>
                  <a:pt x="4571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14059" y="4625339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20">
                <a:moveTo>
                  <a:pt x="0" y="7620"/>
                </a:moveTo>
                <a:lnTo>
                  <a:pt x="4571" y="7620"/>
                </a:lnTo>
                <a:lnTo>
                  <a:pt x="4571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39695" y="4985003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5" y="6096"/>
                </a:lnTo>
                <a:lnTo>
                  <a:pt x="6095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14059" y="5701283"/>
            <a:ext cx="5080" cy="6350"/>
          </a:xfrm>
          <a:custGeom>
            <a:avLst/>
            <a:gdLst/>
            <a:ahLst/>
            <a:cxnLst/>
            <a:rect l="l" t="t" r="r" b="b"/>
            <a:pathLst>
              <a:path w="5079" h="6350">
                <a:moveTo>
                  <a:pt x="0" y="6096"/>
                </a:moveTo>
                <a:lnTo>
                  <a:pt x="4571" y="6096"/>
                </a:lnTo>
                <a:lnTo>
                  <a:pt x="4571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39695" y="6059423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5" y="6096"/>
                </a:lnTo>
                <a:lnTo>
                  <a:pt x="6095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39695" y="6417563"/>
            <a:ext cx="6350" cy="7620"/>
          </a:xfrm>
          <a:custGeom>
            <a:avLst/>
            <a:gdLst/>
            <a:ahLst/>
            <a:cxnLst/>
            <a:rect l="l" t="t" r="r" b="b"/>
            <a:pathLst>
              <a:path w="6350" h="7620">
                <a:moveTo>
                  <a:pt x="0" y="7620"/>
                </a:moveTo>
                <a:lnTo>
                  <a:pt x="6095" y="7620"/>
                </a:lnTo>
                <a:lnTo>
                  <a:pt x="6095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39695" y="6417563"/>
            <a:ext cx="6350" cy="7620"/>
          </a:xfrm>
          <a:custGeom>
            <a:avLst/>
            <a:gdLst/>
            <a:ahLst/>
            <a:cxnLst/>
            <a:rect l="l" t="t" r="r" b="b"/>
            <a:pathLst>
              <a:path w="6350" h="7620">
                <a:moveTo>
                  <a:pt x="0" y="7620"/>
                </a:moveTo>
                <a:lnTo>
                  <a:pt x="6095" y="7620"/>
                </a:lnTo>
                <a:lnTo>
                  <a:pt x="6095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060440" y="26923"/>
            <a:ext cx="2645410" cy="1054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宋体"/>
              <a:cs typeface="宋体"/>
            </a:endParaRPr>
          </a:p>
          <a:p>
            <a:pPr algn="ctr" marR="30480">
              <a:lnSpc>
                <a:spcPct val="100000"/>
              </a:lnSpc>
              <a:tabLst>
                <a:tab pos="614045" algn="l"/>
              </a:tabLst>
            </a:pP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主	表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215128" y="1120139"/>
          <a:ext cx="3779520" cy="5413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810"/>
                <a:gridCol w="2061845"/>
              </a:tblGrid>
              <a:tr h="356615">
                <a:tc>
                  <a:txBody>
                    <a:bodyPr/>
                    <a:lstStyle/>
                    <a:p>
                      <a:pPr marL="60134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1115060" algn="l"/>
                        </a:tabLst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状	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730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315" marR="3937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分表地址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333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marL="6172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9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0" marR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3492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8139">
                <a:tc>
                  <a:txBody>
                    <a:bodyPr/>
                    <a:lstStyle/>
                    <a:p>
                      <a:pPr marL="6172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68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8190" marR="39370">
                        <a:lnSpc>
                          <a:spcPts val="2390"/>
                        </a:lnSpc>
                        <a:spcBef>
                          <a:spcPts val="33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7377">
                <a:tc>
                  <a:txBody>
                    <a:bodyPr/>
                    <a:lstStyle/>
                    <a:p>
                      <a:pPr marL="60452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20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（标识</a:t>
                      </a:r>
                      <a:r>
                        <a:rPr dirty="0" sz="2000" spc="-22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r>
                        <a:rPr dirty="0" baseline="-5208" sz="2400" spc="-322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0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保留字）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7939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/>
                    <a:lstStyle/>
                    <a:p>
                      <a:pPr marL="6172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3740" marR="393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3111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8139">
                <a:tc>
                  <a:txBody>
                    <a:bodyPr/>
                    <a:lstStyle/>
                    <a:p>
                      <a:pPr marL="61722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5770" marR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子(整常数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)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3556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6045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0255" marR="39370">
                        <a:lnSpc>
                          <a:spcPct val="100000"/>
                        </a:lnSpc>
                        <a:spcBef>
                          <a:spcPts val="15"/>
                        </a:spcBef>
                        <a:tabLst>
                          <a:tab pos="1237615" algn="l"/>
                        </a:tabLst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子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	=</a:t>
                      </a:r>
                      <a:r>
                        <a:rPr dirty="0" sz="2000" spc="4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6172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000" spc="-1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5965" marR="393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子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000" spc="4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9663">
                <a:tc>
                  <a:txBody>
                    <a:bodyPr/>
                    <a:lstStyle/>
                    <a:p>
                      <a:pPr marL="61722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7060" marR="39370">
                        <a:lnSpc>
                          <a:spcPts val="2255"/>
                        </a:lnSpc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( 4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6615">
                <a:tc>
                  <a:txBody>
                    <a:bodyPr/>
                    <a:lstStyle/>
                    <a:p>
                      <a:pPr marL="6172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9940" marR="39370">
                        <a:lnSpc>
                          <a:spcPts val="2345"/>
                        </a:lnSpc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子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0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000" spc="4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610870">
                        <a:lnSpc>
                          <a:spcPts val="2265"/>
                        </a:lnSpc>
                        <a:spcBef>
                          <a:spcPts val="4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dirty="0" sz="20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2470" marR="39370">
                        <a:lnSpc>
                          <a:spcPct val="100000"/>
                        </a:lnSpc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子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++</a:t>
                      </a:r>
                      <a:r>
                        <a:rPr dirty="0" sz="2000" spc="4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/>
                    <a:lstStyle/>
                    <a:p>
                      <a:pPr marL="577215">
                        <a:lnSpc>
                          <a:spcPts val="2270"/>
                        </a:lnSpc>
                        <a:spcBef>
                          <a:spcPts val="45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9465" marR="393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子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000" spc="4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635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7378">
                <a:tc>
                  <a:txBody>
                    <a:bodyPr/>
                    <a:lstStyle/>
                    <a:p>
                      <a:pPr marL="577215">
                        <a:lnSpc>
                          <a:spcPts val="2270"/>
                        </a:lnSpc>
                        <a:spcBef>
                          <a:spcPts val="445"/>
                        </a:spcBef>
                      </a:pPr>
                      <a:r>
                        <a:rPr dirty="0" sz="20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1525" marR="393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子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2000" spc="4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marL="571500">
                        <a:lnSpc>
                          <a:spcPts val="2275"/>
                        </a:lnSpc>
                        <a:spcBef>
                          <a:spcPts val="45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3590" marR="39370">
                        <a:lnSpc>
                          <a:spcPts val="2355"/>
                        </a:lnSpc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子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r>
                        <a:rPr dirty="0" sz="2000" spc="4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marR="819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13*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2615" marR="3937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Error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779526" y="934974"/>
            <a:ext cx="544195" cy="504825"/>
          </a:xfrm>
          <a:custGeom>
            <a:avLst/>
            <a:gdLst/>
            <a:ahLst/>
            <a:cxnLst/>
            <a:rect l="l" t="t" r="r" b="b"/>
            <a:pathLst>
              <a:path w="544194" h="504825">
                <a:moveTo>
                  <a:pt x="0" y="252222"/>
                </a:moveTo>
                <a:lnTo>
                  <a:pt x="4382" y="206879"/>
                </a:lnTo>
                <a:lnTo>
                  <a:pt x="17019" y="164205"/>
                </a:lnTo>
                <a:lnTo>
                  <a:pt x="37140" y="124911"/>
                </a:lnTo>
                <a:lnTo>
                  <a:pt x="63978" y="89710"/>
                </a:lnTo>
                <a:lnTo>
                  <a:pt x="96765" y="59312"/>
                </a:lnTo>
                <a:lnTo>
                  <a:pt x="134732" y="34431"/>
                </a:lnTo>
                <a:lnTo>
                  <a:pt x="177112" y="15777"/>
                </a:lnTo>
                <a:lnTo>
                  <a:pt x="223135" y="4062"/>
                </a:lnTo>
                <a:lnTo>
                  <a:pt x="272033" y="0"/>
                </a:lnTo>
                <a:lnTo>
                  <a:pt x="320932" y="4062"/>
                </a:lnTo>
                <a:lnTo>
                  <a:pt x="366955" y="15777"/>
                </a:lnTo>
                <a:lnTo>
                  <a:pt x="409335" y="34431"/>
                </a:lnTo>
                <a:lnTo>
                  <a:pt x="447302" y="59312"/>
                </a:lnTo>
                <a:lnTo>
                  <a:pt x="480089" y="89710"/>
                </a:lnTo>
                <a:lnTo>
                  <a:pt x="506927" y="124911"/>
                </a:lnTo>
                <a:lnTo>
                  <a:pt x="527048" y="164205"/>
                </a:lnTo>
                <a:lnTo>
                  <a:pt x="539685" y="206879"/>
                </a:lnTo>
                <a:lnTo>
                  <a:pt x="544068" y="252222"/>
                </a:lnTo>
                <a:lnTo>
                  <a:pt x="539685" y="297564"/>
                </a:lnTo>
                <a:lnTo>
                  <a:pt x="527048" y="340238"/>
                </a:lnTo>
                <a:lnTo>
                  <a:pt x="506927" y="379532"/>
                </a:lnTo>
                <a:lnTo>
                  <a:pt x="480089" y="414733"/>
                </a:lnTo>
                <a:lnTo>
                  <a:pt x="447302" y="445131"/>
                </a:lnTo>
                <a:lnTo>
                  <a:pt x="409335" y="470012"/>
                </a:lnTo>
                <a:lnTo>
                  <a:pt x="366955" y="488666"/>
                </a:lnTo>
                <a:lnTo>
                  <a:pt x="320932" y="500381"/>
                </a:lnTo>
                <a:lnTo>
                  <a:pt x="272033" y="504443"/>
                </a:lnTo>
                <a:lnTo>
                  <a:pt x="223135" y="500381"/>
                </a:lnTo>
                <a:lnTo>
                  <a:pt x="177112" y="488666"/>
                </a:lnTo>
                <a:lnTo>
                  <a:pt x="134732" y="470012"/>
                </a:lnTo>
                <a:lnTo>
                  <a:pt x="96765" y="445131"/>
                </a:lnTo>
                <a:lnTo>
                  <a:pt x="63978" y="414733"/>
                </a:lnTo>
                <a:lnTo>
                  <a:pt x="37140" y="379532"/>
                </a:lnTo>
                <a:lnTo>
                  <a:pt x="17019" y="340238"/>
                </a:lnTo>
                <a:lnTo>
                  <a:pt x="4382" y="297564"/>
                </a:lnTo>
                <a:lnTo>
                  <a:pt x="0" y="25222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73327" y="1012063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32738" y="1115567"/>
            <a:ext cx="1149350" cy="114300"/>
          </a:xfrm>
          <a:custGeom>
            <a:avLst/>
            <a:gdLst/>
            <a:ahLst/>
            <a:cxnLst/>
            <a:rect l="l" t="t" r="r" b="b"/>
            <a:pathLst>
              <a:path w="1149350" h="114300">
                <a:moveTo>
                  <a:pt x="1034795" y="0"/>
                </a:moveTo>
                <a:lnTo>
                  <a:pt x="1034795" y="114300"/>
                </a:lnTo>
                <a:lnTo>
                  <a:pt x="1110995" y="76200"/>
                </a:lnTo>
                <a:lnTo>
                  <a:pt x="1053845" y="76200"/>
                </a:lnTo>
                <a:lnTo>
                  <a:pt x="1053845" y="38100"/>
                </a:lnTo>
                <a:lnTo>
                  <a:pt x="1110995" y="38100"/>
                </a:lnTo>
                <a:lnTo>
                  <a:pt x="1034795" y="0"/>
                </a:lnTo>
                <a:close/>
              </a:path>
              <a:path w="1149350" h="114300">
                <a:moveTo>
                  <a:pt x="10347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34795" y="76200"/>
                </a:lnTo>
                <a:lnTo>
                  <a:pt x="1034795" y="38100"/>
                </a:lnTo>
                <a:close/>
              </a:path>
              <a:path w="1149350" h="114300">
                <a:moveTo>
                  <a:pt x="1110995" y="38100"/>
                </a:moveTo>
                <a:lnTo>
                  <a:pt x="1053845" y="38100"/>
                </a:lnTo>
                <a:lnTo>
                  <a:pt x="1053845" y="76200"/>
                </a:lnTo>
                <a:lnTo>
                  <a:pt x="1110995" y="76200"/>
                </a:lnTo>
                <a:lnTo>
                  <a:pt x="1149095" y="57150"/>
                </a:lnTo>
                <a:lnTo>
                  <a:pt x="1110995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99994" y="1115567"/>
            <a:ext cx="1161415" cy="114300"/>
          </a:xfrm>
          <a:custGeom>
            <a:avLst/>
            <a:gdLst/>
            <a:ahLst/>
            <a:cxnLst/>
            <a:rect l="l" t="t" r="r" b="b"/>
            <a:pathLst>
              <a:path w="1161414" h="114300">
                <a:moveTo>
                  <a:pt x="1046988" y="0"/>
                </a:moveTo>
                <a:lnTo>
                  <a:pt x="1046988" y="114300"/>
                </a:lnTo>
                <a:lnTo>
                  <a:pt x="1123188" y="76200"/>
                </a:lnTo>
                <a:lnTo>
                  <a:pt x="1066038" y="76200"/>
                </a:lnTo>
                <a:lnTo>
                  <a:pt x="1066038" y="38100"/>
                </a:lnTo>
                <a:lnTo>
                  <a:pt x="1123188" y="38100"/>
                </a:lnTo>
                <a:lnTo>
                  <a:pt x="1046988" y="0"/>
                </a:lnTo>
                <a:close/>
              </a:path>
              <a:path w="1161414" h="114300">
                <a:moveTo>
                  <a:pt x="10469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6988" y="76200"/>
                </a:lnTo>
                <a:lnTo>
                  <a:pt x="1046988" y="38100"/>
                </a:lnTo>
                <a:close/>
              </a:path>
              <a:path w="1161414" h="114300">
                <a:moveTo>
                  <a:pt x="1123188" y="38100"/>
                </a:moveTo>
                <a:lnTo>
                  <a:pt x="1066038" y="38100"/>
                </a:lnTo>
                <a:lnTo>
                  <a:pt x="1066038" y="76200"/>
                </a:lnTo>
                <a:lnTo>
                  <a:pt x="1123188" y="76200"/>
                </a:lnTo>
                <a:lnTo>
                  <a:pt x="1161288" y="57150"/>
                </a:lnTo>
                <a:lnTo>
                  <a:pt x="112318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681988" y="865377"/>
            <a:ext cx="537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98445" y="500252"/>
            <a:ext cx="11036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r>
              <a:rPr dirty="0" sz="2000" spc="-2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78785" y="934974"/>
            <a:ext cx="542925" cy="504825"/>
          </a:xfrm>
          <a:custGeom>
            <a:avLst/>
            <a:gdLst/>
            <a:ahLst/>
            <a:cxnLst/>
            <a:rect l="l" t="t" r="r" b="b"/>
            <a:pathLst>
              <a:path w="542925" h="504825">
                <a:moveTo>
                  <a:pt x="0" y="252222"/>
                </a:moveTo>
                <a:lnTo>
                  <a:pt x="4369" y="206879"/>
                </a:lnTo>
                <a:lnTo>
                  <a:pt x="16966" y="164205"/>
                </a:lnTo>
                <a:lnTo>
                  <a:pt x="37027" y="124911"/>
                </a:lnTo>
                <a:lnTo>
                  <a:pt x="63786" y="89710"/>
                </a:lnTo>
                <a:lnTo>
                  <a:pt x="96478" y="59312"/>
                </a:lnTo>
                <a:lnTo>
                  <a:pt x="134337" y="34431"/>
                </a:lnTo>
                <a:lnTo>
                  <a:pt x="176600" y="15777"/>
                </a:lnTo>
                <a:lnTo>
                  <a:pt x="222499" y="4062"/>
                </a:lnTo>
                <a:lnTo>
                  <a:pt x="271271" y="0"/>
                </a:lnTo>
                <a:lnTo>
                  <a:pt x="320044" y="4062"/>
                </a:lnTo>
                <a:lnTo>
                  <a:pt x="365943" y="15777"/>
                </a:lnTo>
                <a:lnTo>
                  <a:pt x="408206" y="34431"/>
                </a:lnTo>
                <a:lnTo>
                  <a:pt x="446065" y="59312"/>
                </a:lnTo>
                <a:lnTo>
                  <a:pt x="478757" y="89710"/>
                </a:lnTo>
                <a:lnTo>
                  <a:pt x="505516" y="124911"/>
                </a:lnTo>
                <a:lnTo>
                  <a:pt x="525577" y="164205"/>
                </a:lnTo>
                <a:lnTo>
                  <a:pt x="538174" y="206879"/>
                </a:lnTo>
                <a:lnTo>
                  <a:pt x="542544" y="252222"/>
                </a:lnTo>
                <a:lnTo>
                  <a:pt x="538174" y="297564"/>
                </a:lnTo>
                <a:lnTo>
                  <a:pt x="525577" y="340238"/>
                </a:lnTo>
                <a:lnTo>
                  <a:pt x="505516" y="379532"/>
                </a:lnTo>
                <a:lnTo>
                  <a:pt x="478757" y="414733"/>
                </a:lnTo>
                <a:lnTo>
                  <a:pt x="446065" y="445131"/>
                </a:lnTo>
                <a:lnTo>
                  <a:pt x="408206" y="470012"/>
                </a:lnTo>
                <a:lnTo>
                  <a:pt x="365943" y="488666"/>
                </a:lnTo>
                <a:lnTo>
                  <a:pt x="320044" y="500381"/>
                </a:lnTo>
                <a:lnTo>
                  <a:pt x="271271" y="504443"/>
                </a:lnTo>
                <a:lnTo>
                  <a:pt x="222499" y="500381"/>
                </a:lnTo>
                <a:lnTo>
                  <a:pt x="176600" y="488666"/>
                </a:lnTo>
                <a:lnTo>
                  <a:pt x="134337" y="470012"/>
                </a:lnTo>
                <a:lnTo>
                  <a:pt x="96478" y="445131"/>
                </a:lnTo>
                <a:lnTo>
                  <a:pt x="63786" y="414733"/>
                </a:lnTo>
                <a:lnTo>
                  <a:pt x="37027" y="379532"/>
                </a:lnTo>
                <a:lnTo>
                  <a:pt x="16966" y="340238"/>
                </a:lnTo>
                <a:lnTo>
                  <a:pt x="4369" y="297564"/>
                </a:lnTo>
                <a:lnTo>
                  <a:pt x="0" y="25222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672333" y="1012063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116070" y="856488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90">
                <a:moveTo>
                  <a:pt x="314832" y="0"/>
                </a:moveTo>
                <a:lnTo>
                  <a:pt x="267207" y="3810"/>
                </a:lnTo>
                <a:lnTo>
                  <a:pt x="251840" y="6350"/>
                </a:lnTo>
                <a:lnTo>
                  <a:pt x="236600" y="10160"/>
                </a:lnTo>
                <a:lnTo>
                  <a:pt x="220725" y="13969"/>
                </a:lnTo>
                <a:lnTo>
                  <a:pt x="164718" y="36829"/>
                </a:lnTo>
                <a:lnTo>
                  <a:pt x="114553" y="68579"/>
                </a:lnTo>
                <a:lnTo>
                  <a:pt x="71754" y="109219"/>
                </a:lnTo>
                <a:lnTo>
                  <a:pt x="38353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0" y="283210"/>
                </a:lnTo>
                <a:lnTo>
                  <a:pt x="0" y="298450"/>
                </a:lnTo>
                <a:lnTo>
                  <a:pt x="507" y="313689"/>
                </a:lnTo>
                <a:lnTo>
                  <a:pt x="6857" y="358139"/>
                </a:lnTo>
                <a:lnTo>
                  <a:pt x="20065" y="401319"/>
                </a:lnTo>
                <a:lnTo>
                  <a:pt x="40004" y="441960"/>
                </a:lnTo>
                <a:lnTo>
                  <a:pt x="74675" y="488950"/>
                </a:lnTo>
                <a:lnTo>
                  <a:pt x="117728" y="528319"/>
                </a:lnTo>
                <a:lnTo>
                  <a:pt x="168275" y="558800"/>
                </a:lnTo>
                <a:lnTo>
                  <a:pt x="223646" y="580389"/>
                </a:lnTo>
                <a:lnTo>
                  <a:pt x="238759" y="585469"/>
                </a:lnTo>
                <a:lnTo>
                  <a:pt x="253491" y="588010"/>
                </a:lnTo>
                <a:lnTo>
                  <a:pt x="269493" y="590550"/>
                </a:lnTo>
                <a:lnTo>
                  <a:pt x="300863" y="593089"/>
                </a:lnTo>
                <a:lnTo>
                  <a:pt x="332739" y="593089"/>
                </a:lnTo>
                <a:lnTo>
                  <a:pt x="364108" y="590550"/>
                </a:lnTo>
                <a:lnTo>
                  <a:pt x="379856" y="588010"/>
                </a:lnTo>
                <a:lnTo>
                  <a:pt x="394715" y="584200"/>
                </a:lnTo>
                <a:lnTo>
                  <a:pt x="410717" y="580389"/>
                </a:lnTo>
                <a:lnTo>
                  <a:pt x="439546" y="570229"/>
                </a:lnTo>
                <a:lnTo>
                  <a:pt x="453135" y="563879"/>
                </a:lnTo>
                <a:lnTo>
                  <a:pt x="301497" y="563879"/>
                </a:lnTo>
                <a:lnTo>
                  <a:pt x="272795" y="561339"/>
                </a:lnTo>
                <a:lnTo>
                  <a:pt x="231266" y="552450"/>
                </a:lnTo>
                <a:lnTo>
                  <a:pt x="180339" y="532129"/>
                </a:lnTo>
                <a:lnTo>
                  <a:pt x="134746" y="504189"/>
                </a:lnTo>
                <a:lnTo>
                  <a:pt x="95884" y="467360"/>
                </a:lnTo>
                <a:lnTo>
                  <a:pt x="64769" y="425450"/>
                </a:lnTo>
                <a:lnTo>
                  <a:pt x="47243" y="389889"/>
                </a:lnTo>
                <a:lnTo>
                  <a:pt x="35559" y="351789"/>
                </a:lnTo>
                <a:lnTo>
                  <a:pt x="30099" y="311150"/>
                </a:lnTo>
                <a:lnTo>
                  <a:pt x="29625" y="295910"/>
                </a:lnTo>
                <a:lnTo>
                  <a:pt x="29971" y="283210"/>
                </a:lnTo>
                <a:lnTo>
                  <a:pt x="35432" y="243839"/>
                </a:lnTo>
                <a:lnTo>
                  <a:pt x="46989" y="205739"/>
                </a:lnTo>
                <a:lnTo>
                  <a:pt x="64262" y="170179"/>
                </a:lnTo>
                <a:lnTo>
                  <a:pt x="94868" y="127000"/>
                </a:lnTo>
                <a:lnTo>
                  <a:pt x="133730" y="91439"/>
                </a:lnTo>
                <a:lnTo>
                  <a:pt x="179196" y="62229"/>
                </a:lnTo>
                <a:lnTo>
                  <a:pt x="230250" y="41910"/>
                </a:lnTo>
                <a:lnTo>
                  <a:pt x="272033" y="33019"/>
                </a:lnTo>
                <a:lnTo>
                  <a:pt x="300735" y="30479"/>
                </a:lnTo>
                <a:lnTo>
                  <a:pt x="454067" y="30479"/>
                </a:lnTo>
                <a:lnTo>
                  <a:pt x="435609" y="22860"/>
                </a:lnTo>
                <a:lnTo>
                  <a:pt x="407796" y="12700"/>
                </a:lnTo>
                <a:lnTo>
                  <a:pt x="392683" y="8889"/>
                </a:lnTo>
                <a:lnTo>
                  <a:pt x="362330" y="3810"/>
                </a:lnTo>
                <a:lnTo>
                  <a:pt x="314832" y="0"/>
                </a:lnTo>
                <a:close/>
              </a:path>
              <a:path w="631825" h="593090">
                <a:moveTo>
                  <a:pt x="454067" y="30479"/>
                </a:moveTo>
                <a:lnTo>
                  <a:pt x="330072" y="30479"/>
                </a:lnTo>
                <a:lnTo>
                  <a:pt x="358775" y="33019"/>
                </a:lnTo>
                <a:lnTo>
                  <a:pt x="386588" y="38100"/>
                </a:lnTo>
                <a:lnTo>
                  <a:pt x="426084" y="50800"/>
                </a:lnTo>
                <a:lnTo>
                  <a:pt x="474599" y="74929"/>
                </a:lnTo>
                <a:lnTo>
                  <a:pt x="517143" y="107950"/>
                </a:lnTo>
                <a:lnTo>
                  <a:pt x="552195" y="147319"/>
                </a:lnTo>
                <a:lnTo>
                  <a:pt x="573151" y="180339"/>
                </a:lnTo>
                <a:lnTo>
                  <a:pt x="588771" y="217169"/>
                </a:lnTo>
                <a:lnTo>
                  <a:pt x="598424" y="256539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1" y="309879"/>
                </a:lnTo>
                <a:lnTo>
                  <a:pt x="596010" y="350519"/>
                </a:lnTo>
                <a:lnTo>
                  <a:pt x="584453" y="388619"/>
                </a:lnTo>
                <a:lnTo>
                  <a:pt x="567181" y="424179"/>
                </a:lnTo>
                <a:lnTo>
                  <a:pt x="536575" y="467360"/>
                </a:lnTo>
                <a:lnTo>
                  <a:pt x="497839" y="502919"/>
                </a:lnTo>
                <a:lnTo>
                  <a:pt x="452246" y="532129"/>
                </a:lnTo>
                <a:lnTo>
                  <a:pt x="401192" y="552450"/>
                </a:lnTo>
                <a:lnTo>
                  <a:pt x="387222" y="554989"/>
                </a:lnTo>
                <a:lnTo>
                  <a:pt x="373506" y="558800"/>
                </a:lnTo>
                <a:lnTo>
                  <a:pt x="359409" y="561339"/>
                </a:lnTo>
                <a:lnTo>
                  <a:pt x="330707" y="563879"/>
                </a:lnTo>
                <a:lnTo>
                  <a:pt x="453135" y="563879"/>
                </a:lnTo>
                <a:lnTo>
                  <a:pt x="492759" y="542289"/>
                </a:lnTo>
                <a:lnTo>
                  <a:pt x="539368" y="506729"/>
                </a:lnTo>
                <a:lnTo>
                  <a:pt x="577976" y="462279"/>
                </a:lnTo>
                <a:lnTo>
                  <a:pt x="600201" y="425450"/>
                </a:lnTo>
                <a:lnTo>
                  <a:pt x="617346" y="384810"/>
                </a:lnTo>
                <a:lnTo>
                  <a:pt x="627888" y="341629"/>
                </a:lnTo>
                <a:lnTo>
                  <a:pt x="631443" y="295910"/>
                </a:lnTo>
                <a:lnTo>
                  <a:pt x="630935" y="280669"/>
                </a:lnTo>
                <a:lnTo>
                  <a:pt x="624585" y="234950"/>
                </a:lnTo>
                <a:lnTo>
                  <a:pt x="611504" y="193039"/>
                </a:lnTo>
                <a:lnTo>
                  <a:pt x="591438" y="152400"/>
                </a:lnTo>
                <a:lnTo>
                  <a:pt x="556894" y="105410"/>
                </a:lnTo>
                <a:lnTo>
                  <a:pt x="513714" y="66039"/>
                </a:lnTo>
                <a:lnTo>
                  <a:pt x="463295" y="34289"/>
                </a:lnTo>
                <a:lnTo>
                  <a:pt x="454067" y="30479"/>
                </a:lnTo>
                <a:close/>
              </a:path>
              <a:path w="631825" h="593090">
                <a:moveTo>
                  <a:pt x="329438" y="59689"/>
                </a:moveTo>
                <a:lnTo>
                  <a:pt x="302894" y="59689"/>
                </a:lnTo>
                <a:lnTo>
                  <a:pt x="276732" y="62229"/>
                </a:lnTo>
                <a:lnTo>
                  <a:pt x="216280" y="78739"/>
                </a:lnTo>
                <a:lnTo>
                  <a:pt x="172592" y="100329"/>
                </a:lnTo>
                <a:lnTo>
                  <a:pt x="134492" y="129539"/>
                </a:lnTo>
                <a:lnTo>
                  <a:pt x="103250" y="163829"/>
                </a:lnTo>
                <a:lnTo>
                  <a:pt x="79501" y="204469"/>
                </a:lnTo>
                <a:lnTo>
                  <a:pt x="64515" y="248919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2" y="355600"/>
                </a:lnTo>
                <a:lnTo>
                  <a:pt x="84200" y="398779"/>
                </a:lnTo>
                <a:lnTo>
                  <a:pt x="117093" y="447039"/>
                </a:lnTo>
                <a:lnTo>
                  <a:pt x="151764" y="480060"/>
                </a:lnTo>
                <a:lnTo>
                  <a:pt x="192531" y="505460"/>
                </a:lnTo>
                <a:lnTo>
                  <a:pt x="251078" y="527050"/>
                </a:lnTo>
                <a:lnTo>
                  <a:pt x="302132" y="534669"/>
                </a:lnTo>
                <a:lnTo>
                  <a:pt x="328549" y="534669"/>
                </a:lnTo>
                <a:lnTo>
                  <a:pt x="379856" y="527050"/>
                </a:lnTo>
                <a:lnTo>
                  <a:pt x="437768" y="505460"/>
                </a:lnTo>
                <a:lnTo>
                  <a:pt x="440111" y="504189"/>
                </a:lnTo>
                <a:lnTo>
                  <a:pt x="291338" y="504189"/>
                </a:lnTo>
                <a:lnTo>
                  <a:pt x="279272" y="502919"/>
                </a:lnTo>
                <a:lnTo>
                  <a:pt x="268604" y="500379"/>
                </a:lnTo>
                <a:lnTo>
                  <a:pt x="257175" y="497839"/>
                </a:lnTo>
                <a:lnTo>
                  <a:pt x="246379" y="495300"/>
                </a:lnTo>
                <a:lnTo>
                  <a:pt x="204724" y="478789"/>
                </a:lnTo>
                <a:lnTo>
                  <a:pt x="168655" y="454660"/>
                </a:lnTo>
                <a:lnTo>
                  <a:pt x="138175" y="426719"/>
                </a:lnTo>
                <a:lnTo>
                  <a:pt x="114426" y="392429"/>
                </a:lnTo>
                <a:lnTo>
                  <a:pt x="98425" y="356869"/>
                </a:lnTo>
                <a:lnTo>
                  <a:pt x="89915" y="316229"/>
                </a:lnTo>
                <a:lnTo>
                  <a:pt x="88900" y="295910"/>
                </a:lnTo>
                <a:lnTo>
                  <a:pt x="89280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096" y="163829"/>
                </a:lnTo>
                <a:lnTo>
                  <a:pt x="171830" y="135889"/>
                </a:lnTo>
                <a:lnTo>
                  <a:pt x="208279" y="114300"/>
                </a:lnTo>
                <a:lnTo>
                  <a:pt x="249427" y="97789"/>
                </a:lnTo>
                <a:lnTo>
                  <a:pt x="270255" y="93979"/>
                </a:lnTo>
                <a:lnTo>
                  <a:pt x="281558" y="91439"/>
                </a:lnTo>
                <a:lnTo>
                  <a:pt x="305180" y="88900"/>
                </a:lnTo>
                <a:lnTo>
                  <a:pt x="439038" y="88900"/>
                </a:lnTo>
                <a:lnTo>
                  <a:pt x="416559" y="78739"/>
                </a:lnTo>
                <a:lnTo>
                  <a:pt x="380491" y="67310"/>
                </a:lnTo>
                <a:lnTo>
                  <a:pt x="355345" y="62229"/>
                </a:lnTo>
                <a:lnTo>
                  <a:pt x="329438" y="59689"/>
                </a:lnTo>
                <a:close/>
              </a:path>
              <a:path w="631825" h="593090">
                <a:moveTo>
                  <a:pt x="439038" y="88900"/>
                </a:moveTo>
                <a:lnTo>
                  <a:pt x="316610" y="88900"/>
                </a:lnTo>
                <a:lnTo>
                  <a:pt x="328802" y="90169"/>
                </a:lnTo>
                <a:lnTo>
                  <a:pt x="340105" y="90169"/>
                </a:lnTo>
                <a:lnTo>
                  <a:pt x="351789" y="91439"/>
                </a:lnTo>
                <a:lnTo>
                  <a:pt x="407034" y="106679"/>
                </a:lnTo>
                <a:lnTo>
                  <a:pt x="445515" y="127000"/>
                </a:lnTo>
                <a:lnTo>
                  <a:pt x="478789" y="152400"/>
                </a:lnTo>
                <a:lnTo>
                  <a:pt x="506094" y="184150"/>
                </a:lnTo>
                <a:lnTo>
                  <a:pt x="525652" y="218439"/>
                </a:lnTo>
                <a:lnTo>
                  <a:pt x="538352" y="256539"/>
                </a:lnTo>
                <a:lnTo>
                  <a:pt x="542543" y="298450"/>
                </a:lnTo>
                <a:lnTo>
                  <a:pt x="542163" y="308610"/>
                </a:lnTo>
                <a:lnTo>
                  <a:pt x="535304" y="349250"/>
                </a:lnTo>
                <a:lnTo>
                  <a:pt x="524763" y="377189"/>
                </a:lnTo>
                <a:lnTo>
                  <a:pt x="520318" y="387350"/>
                </a:lnTo>
                <a:lnTo>
                  <a:pt x="490474" y="429260"/>
                </a:lnTo>
                <a:lnTo>
                  <a:pt x="459739" y="457200"/>
                </a:lnTo>
                <a:lnTo>
                  <a:pt x="423163" y="480060"/>
                </a:lnTo>
                <a:lnTo>
                  <a:pt x="382015" y="495300"/>
                </a:lnTo>
                <a:lnTo>
                  <a:pt x="338200" y="504189"/>
                </a:lnTo>
                <a:lnTo>
                  <a:pt x="440111" y="504189"/>
                </a:lnTo>
                <a:lnTo>
                  <a:pt x="478789" y="480060"/>
                </a:lnTo>
                <a:lnTo>
                  <a:pt x="513588" y="448310"/>
                </a:lnTo>
                <a:lnTo>
                  <a:pt x="541274" y="410210"/>
                </a:lnTo>
                <a:lnTo>
                  <a:pt x="560577" y="368300"/>
                </a:lnTo>
                <a:lnTo>
                  <a:pt x="570738" y="321310"/>
                </a:lnTo>
                <a:lnTo>
                  <a:pt x="572106" y="295910"/>
                </a:lnTo>
                <a:lnTo>
                  <a:pt x="571880" y="285750"/>
                </a:lnTo>
                <a:lnTo>
                  <a:pt x="564260" y="238760"/>
                </a:lnTo>
                <a:lnTo>
                  <a:pt x="552322" y="205739"/>
                </a:lnTo>
                <a:lnTo>
                  <a:pt x="547242" y="194310"/>
                </a:lnTo>
                <a:lnTo>
                  <a:pt x="514476" y="147319"/>
                </a:lnTo>
                <a:lnTo>
                  <a:pt x="479805" y="114300"/>
                </a:lnTo>
                <a:lnTo>
                  <a:pt x="460120" y="100329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487041" y="638301"/>
            <a:ext cx="514350" cy="429259"/>
          </a:xfrm>
          <a:custGeom>
            <a:avLst/>
            <a:gdLst/>
            <a:ahLst/>
            <a:cxnLst/>
            <a:rect l="l" t="t" r="r" b="b"/>
            <a:pathLst>
              <a:path w="514350" h="429259">
                <a:moveTo>
                  <a:pt x="266445" y="0"/>
                </a:moveTo>
                <a:lnTo>
                  <a:pt x="263525" y="0"/>
                </a:lnTo>
                <a:lnTo>
                  <a:pt x="255904" y="508"/>
                </a:lnTo>
                <a:lnTo>
                  <a:pt x="255015" y="508"/>
                </a:lnTo>
                <a:lnTo>
                  <a:pt x="254000" y="635"/>
                </a:lnTo>
                <a:lnTo>
                  <a:pt x="253110" y="888"/>
                </a:lnTo>
                <a:lnTo>
                  <a:pt x="243077" y="3175"/>
                </a:lnTo>
                <a:lnTo>
                  <a:pt x="206375" y="24130"/>
                </a:lnTo>
                <a:lnTo>
                  <a:pt x="172973" y="59689"/>
                </a:lnTo>
                <a:lnTo>
                  <a:pt x="148716" y="94361"/>
                </a:lnTo>
                <a:lnTo>
                  <a:pt x="124967" y="135127"/>
                </a:lnTo>
                <a:lnTo>
                  <a:pt x="93471" y="197103"/>
                </a:lnTo>
                <a:lnTo>
                  <a:pt x="62102" y="265811"/>
                </a:lnTo>
                <a:lnTo>
                  <a:pt x="46608" y="302133"/>
                </a:lnTo>
                <a:lnTo>
                  <a:pt x="30987" y="339217"/>
                </a:lnTo>
                <a:lnTo>
                  <a:pt x="0" y="414782"/>
                </a:lnTo>
                <a:lnTo>
                  <a:pt x="35306" y="429260"/>
                </a:lnTo>
                <a:lnTo>
                  <a:pt x="50672" y="391287"/>
                </a:lnTo>
                <a:lnTo>
                  <a:pt x="66166" y="353695"/>
                </a:lnTo>
                <a:lnTo>
                  <a:pt x="81660" y="316738"/>
                </a:lnTo>
                <a:lnTo>
                  <a:pt x="97154" y="280924"/>
                </a:lnTo>
                <a:lnTo>
                  <a:pt x="128015" y="213233"/>
                </a:lnTo>
                <a:lnTo>
                  <a:pt x="151002" y="167259"/>
                </a:lnTo>
                <a:lnTo>
                  <a:pt x="173735" y="126492"/>
                </a:lnTo>
                <a:lnTo>
                  <a:pt x="196214" y="92201"/>
                </a:lnTo>
                <a:lnTo>
                  <a:pt x="224789" y="58547"/>
                </a:lnTo>
                <a:lnTo>
                  <a:pt x="258934" y="38481"/>
                </a:lnTo>
                <a:lnTo>
                  <a:pt x="258317" y="38481"/>
                </a:lnTo>
                <a:lnTo>
                  <a:pt x="261111" y="38100"/>
                </a:lnTo>
                <a:lnTo>
                  <a:pt x="264033" y="38100"/>
                </a:lnTo>
                <a:lnTo>
                  <a:pt x="264315" y="38081"/>
                </a:lnTo>
                <a:lnTo>
                  <a:pt x="263016" y="37973"/>
                </a:lnTo>
                <a:lnTo>
                  <a:pt x="335119" y="37973"/>
                </a:lnTo>
                <a:lnTo>
                  <a:pt x="330453" y="33020"/>
                </a:lnTo>
                <a:lnTo>
                  <a:pt x="294385" y="6858"/>
                </a:lnTo>
                <a:lnTo>
                  <a:pt x="275970" y="1015"/>
                </a:lnTo>
                <a:lnTo>
                  <a:pt x="274954" y="762"/>
                </a:lnTo>
                <a:lnTo>
                  <a:pt x="273938" y="762"/>
                </a:lnTo>
                <a:lnTo>
                  <a:pt x="266445" y="0"/>
                </a:lnTo>
                <a:close/>
              </a:path>
              <a:path w="514350" h="429259">
                <a:moveTo>
                  <a:pt x="443017" y="329708"/>
                </a:moveTo>
                <a:lnTo>
                  <a:pt x="407542" y="343535"/>
                </a:lnTo>
                <a:lnTo>
                  <a:pt x="502284" y="429260"/>
                </a:lnTo>
                <a:lnTo>
                  <a:pt x="509876" y="347472"/>
                </a:lnTo>
                <a:lnTo>
                  <a:pt x="449960" y="347472"/>
                </a:lnTo>
                <a:lnTo>
                  <a:pt x="443017" y="329708"/>
                </a:lnTo>
                <a:close/>
              </a:path>
              <a:path w="514350" h="429259">
                <a:moveTo>
                  <a:pt x="478598" y="315841"/>
                </a:moveTo>
                <a:lnTo>
                  <a:pt x="443017" y="329708"/>
                </a:lnTo>
                <a:lnTo>
                  <a:pt x="449960" y="347472"/>
                </a:lnTo>
                <a:lnTo>
                  <a:pt x="485520" y="333501"/>
                </a:lnTo>
                <a:lnTo>
                  <a:pt x="478598" y="315841"/>
                </a:lnTo>
                <a:close/>
              </a:path>
              <a:path w="514350" h="429259">
                <a:moveTo>
                  <a:pt x="514095" y="302006"/>
                </a:moveTo>
                <a:lnTo>
                  <a:pt x="478598" y="315841"/>
                </a:lnTo>
                <a:lnTo>
                  <a:pt x="485520" y="333501"/>
                </a:lnTo>
                <a:lnTo>
                  <a:pt x="449960" y="347472"/>
                </a:lnTo>
                <a:lnTo>
                  <a:pt x="509876" y="347472"/>
                </a:lnTo>
                <a:lnTo>
                  <a:pt x="514095" y="302006"/>
                </a:lnTo>
                <a:close/>
              </a:path>
              <a:path w="514350" h="429259">
                <a:moveTo>
                  <a:pt x="268351" y="38417"/>
                </a:moveTo>
                <a:lnTo>
                  <a:pt x="304164" y="60706"/>
                </a:lnTo>
                <a:lnTo>
                  <a:pt x="331596" y="94869"/>
                </a:lnTo>
                <a:lnTo>
                  <a:pt x="352806" y="129794"/>
                </a:lnTo>
                <a:lnTo>
                  <a:pt x="374522" y="170942"/>
                </a:lnTo>
                <a:lnTo>
                  <a:pt x="396239" y="217677"/>
                </a:lnTo>
                <a:lnTo>
                  <a:pt x="425576" y="286258"/>
                </a:lnTo>
                <a:lnTo>
                  <a:pt x="440181" y="322452"/>
                </a:lnTo>
                <a:lnTo>
                  <a:pt x="443017" y="329708"/>
                </a:lnTo>
                <a:lnTo>
                  <a:pt x="478598" y="315841"/>
                </a:lnTo>
                <a:lnTo>
                  <a:pt x="460756" y="271525"/>
                </a:lnTo>
                <a:lnTo>
                  <a:pt x="445769" y="235838"/>
                </a:lnTo>
                <a:lnTo>
                  <a:pt x="416051" y="169290"/>
                </a:lnTo>
                <a:lnTo>
                  <a:pt x="393445" y="124333"/>
                </a:lnTo>
                <a:lnTo>
                  <a:pt x="370458" y="84836"/>
                </a:lnTo>
                <a:lnTo>
                  <a:pt x="346836" y="51435"/>
                </a:lnTo>
                <a:lnTo>
                  <a:pt x="335718" y="38608"/>
                </a:lnTo>
                <a:lnTo>
                  <a:pt x="270636" y="38608"/>
                </a:lnTo>
                <a:lnTo>
                  <a:pt x="268351" y="38417"/>
                </a:lnTo>
                <a:close/>
              </a:path>
              <a:path w="514350" h="429259">
                <a:moveTo>
                  <a:pt x="267588" y="38226"/>
                </a:moveTo>
                <a:lnTo>
                  <a:pt x="268351" y="38417"/>
                </a:lnTo>
                <a:lnTo>
                  <a:pt x="270636" y="38608"/>
                </a:lnTo>
                <a:lnTo>
                  <a:pt x="267588" y="38226"/>
                </a:lnTo>
                <a:close/>
              </a:path>
              <a:path w="514350" h="429259">
                <a:moveTo>
                  <a:pt x="335359" y="38226"/>
                </a:moveTo>
                <a:lnTo>
                  <a:pt x="267588" y="38226"/>
                </a:lnTo>
                <a:lnTo>
                  <a:pt x="270636" y="38608"/>
                </a:lnTo>
                <a:lnTo>
                  <a:pt x="335718" y="38608"/>
                </a:lnTo>
                <a:lnTo>
                  <a:pt x="335359" y="38226"/>
                </a:lnTo>
                <a:close/>
              </a:path>
              <a:path w="514350" h="429259">
                <a:moveTo>
                  <a:pt x="261111" y="38100"/>
                </a:moveTo>
                <a:lnTo>
                  <a:pt x="258317" y="38481"/>
                </a:lnTo>
                <a:lnTo>
                  <a:pt x="259314" y="38414"/>
                </a:lnTo>
                <a:lnTo>
                  <a:pt x="261111" y="38100"/>
                </a:lnTo>
                <a:close/>
              </a:path>
              <a:path w="514350" h="429259">
                <a:moveTo>
                  <a:pt x="259314" y="38414"/>
                </a:moveTo>
                <a:lnTo>
                  <a:pt x="258317" y="38481"/>
                </a:lnTo>
                <a:lnTo>
                  <a:pt x="258934" y="38481"/>
                </a:lnTo>
                <a:lnTo>
                  <a:pt x="259314" y="38414"/>
                </a:lnTo>
                <a:close/>
              </a:path>
              <a:path w="514350" h="429259">
                <a:moveTo>
                  <a:pt x="335119" y="37973"/>
                </a:moveTo>
                <a:lnTo>
                  <a:pt x="265938" y="37973"/>
                </a:lnTo>
                <a:lnTo>
                  <a:pt x="264315" y="38081"/>
                </a:lnTo>
                <a:lnTo>
                  <a:pt x="268351" y="38417"/>
                </a:lnTo>
                <a:lnTo>
                  <a:pt x="267588" y="38226"/>
                </a:lnTo>
                <a:lnTo>
                  <a:pt x="335359" y="38226"/>
                </a:lnTo>
                <a:lnTo>
                  <a:pt x="335119" y="37973"/>
                </a:lnTo>
                <a:close/>
              </a:path>
              <a:path w="514350" h="429259">
                <a:moveTo>
                  <a:pt x="264033" y="38100"/>
                </a:moveTo>
                <a:lnTo>
                  <a:pt x="261111" y="38100"/>
                </a:lnTo>
                <a:lnTo>
                  <a:pt x="259314" y="38414"/>
                </a:lnTo>
                <a:lnTo>
                  <a:pt x="264033" y="38100"/>
                </a:lnTo>
                <a:close/>
              </a:path>
              <a:path w="514350" h="429259">
                <a:moveTo>
                  <a:pt x="265938" y="37973"/>
                </a:moveTo>
                <a:lnTo>
                  <a:pt x="263016" y="37973"/>
                </a:lnTo>
                <a:lnTo>
                  <a:pt x="264315" y="38081"/>
                </a:lnTo>
                <a:lnTo>
                  <a:pt x="265938" y="37973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55926" y="1654301"/>
            <a:ext cx="544195" cy="506095"/>
          </a:xfrm>
          <a:custGeom>
            <a:avLst/>
            <a:gdLst/>
            <a:ahLst/>
            <a:cxnLst/>
            <a:rect l="l" t="t" r="r" b="b"/>
            <a:pathLst>
              <a:path w="544194" h="506094">
                <a:moveTo>
                  <a:pt x="0" y="252984"/>
                </a:moveTo>
                <a:lnTo>
                  <a:pt x="4382" y="207514"/>
                </a:lnTo>
                <a:lnTo>
                  <a:pt x="17019" y="164717"/>
                </a:lnTo>
                <a:lnTo>
                  <a:pt x="37140" y="125306"/>
                </a:lnTo>
                <a:lnTo>
                  <a:pt x="63978" y="89997"/>
                </a:lnTo>
                <a:lnTo>
                  <a:pt x="96765" y="59504"/>
                </a:lnTo>
                <a:lnTo>
                  <a:pt x="134732" y="34543"/>
                </a:lnTo>
                <a:lnTo>
                  <a:pt x="177112" y="15829"/>
                </a:lnTo>
                <a:lnTo>
                  <a:pt x="223135" y="4076"/>
                </a:lnTo>
                <a:lnTo>
                  <a:pt x="272034" y="0"/>
                </a:lnTo>
                <a:lnTo>
                  <a:pt x="320932" y="4076"/>
                </a:lnTo>
                <a:lnTo>
                  <a:pt x="366955" y="15829"/>
                </a:lnTo>
                <a:lnTo>
                  <a:pt x="409335" y="34544"/>
                </a:lnTo>
                <a:lnTo>
                  <a:pt x="447302" y="59504"/>
                </a:lnTo>
                <a:lnTo>
                  <a:pt x="480089" y="89997"/>
                </a:lnTo>
                <a:lnTo>
                  <a:pt x="506927" y="125306"/>
                </a:lnTo>
                <a:lnTo>
                  <a:pt x="527048" y="164717"/>
                </a:lnTo>
                <a:lnTo>
                  <a:pt x="539685" y="207514"/>
                </a:lnTo>
                <a:lnTo>
                  <a:pt x="544068" y="252984"/>
                </a:lnTo>
                <a:lnTo>
                  <a:pt x="539685" y="298453"/>
                </a:lnTo>
                <a:lnTo>
                  <a:pt x="527048" y="341250"/>
                </a:lnTo>
                <a:lnTo>
                  <a:pt x="506927" y="380661"/>
                </a:lnTo>
                <a:lnTo>
                  <a:pt x="480089" y="415970"/>
                </a:lnTo>
                <a:lnTo>
                  <a:pt x="447302" y="446463"/>
                </a:lnTo>
                <a:lnTo>
                  <a:pt x="409335" y="471424"/>
                </a:lnTo>
                <a:lnTo>
                  <a:pt x="366955" y="490138"/>
                </a:lnTo>
                <a:lnTo>
                  <a:pt x="320932" y="501891"/>
                </a:lnTo>
                <a:lnTo>
                  <a:pt x="272034" y="505968"/>
                </a:lnTo>
                <a:lnTo>
                  <a:pt x="223135" y="501891"/>
                </a:lnTo>
                <a:lnTo>
                  <a:pt x="177112" y="490138"/>
                </a:lnTo>
                <a:lnTo>
                  <a:pt x="134732" y="471424"/>
                </a:lnTo>
                <a:lnTo>
                  <a:pt x="96765" y="446463"/>
                </a:lnTo>
                <a:lnTo>
                  <a:pt x="63978" y="415970"/>
                </a:lnTo>
                <a:lnTo>
                  <a:pt x="37140" y="380661"/>
                </a:lnTo>
                <a:lnTo>
                  <a:pt x="17019" y="341250"/>
                </a:lnTo>
                <a:lnTo>
                  <a:pt x="4382" y="298453"/>
                </a:lnTo>
                <a:lnTo>
                  <a:pt x="0" y="252984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649982" y="1732914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116070" y="1609597"/>
            <a:ext cx="631825" cy="594360"/>
          </a:xfrm>
          <a:custGeom>
            <a:avLst/>
            <a:gdLst/>
            <a:ahLst/>
            <a:cxnLst/>
            <a:rect l="l" t="t" r="r" b="b"/>
            <a:pathLst>
              <a:path w="631825" h="594360">
                <a:moveTo>
                  <a:pt x="330580" y="0"/>
                </a:moveTo>
                <a:lnTo>
                  <a:pt x="298450" y="0"/>
                </a:lnTo>
                <a:lnTo>
                  <a:pt x="282701" y="1270"/>
                </a:lnTo>
                <a:lnTo>
                  <a:pt x="236981" y="8889"/>
                </a:lnTo>
                <a:lnTo>
                  <a:pt x="191896" y="24130"/>
                </a:lnTo>
                <a:lnTo>
                  <a:pt x="138683" y="50800"/>
                </a:lnTo>
                <a:lnTo>
                  <a:pt x="91947" y="87630"/>
                </a:lnTo>
                <a:lnTo>
                  <a:pt x="53593" y="132080"/>
                </a:lnTo>
                <a:lnTo>
                  <a:pt x="24891" y="181610"/>
                </a:lnTo>
                <a:lnTo>
                  <a:pt x="9905" y="223520"/>
                </a:lnTo>
                <a:lnTo>
                  <a:pt x="1524" y="267970"/>
                </a:lnTo>
                <a:lnTo>
                  <a:pt x="0" y="298450"/>
                </a:lnTo>
                <a:lnTo>
                  <a:pt x="507" y="313689"/>
                </a:lnTo>
                <a:lnTo>
                  <a:pt x="6857" y="359410"/>
                </a:lnTo>
                <a:lnTo>
                  <a:pt x="19938" y="401320"/>
                </a:lnTo>
                <a:lnTo>
                  <a:pt x="40004" y="441960"/>
                </a:lnTo>
                <a:lnTo>
                  <a:pt x="74549" y="488950"/>
                </a:lnTo>
                <a:lnTo>
                  <a:pt x="117855" y="529589"/>
                </a:lnTo>
                <a:lnTo>
                  <a:pt x="168275" y="560070"/>
                </a:lnTo>
                <a:lnTo>
                  <a:pt x="224027" y="581660"/>
                </a:lnTo>
                <a:lnTo>
                  <a:pt x="269113" y="591820"/>
                </a:lnTo>
                <a:lnTo>
                  <a:pt x="300863" y="594360"/>
                </a:lnTo>
                <a:lnTo>
                  <a:pt x="332739" y="594360"/>
                </a:lnTo>
                <a:lnTo>
                  <a:pt x="364108" y="591820"/>
                </a:lnTo>
                <a:lnTo>
                  <a:pt x="379856" y="589280"/>
                </a:lnTo>
                <a:lnTo>
                  <a:pt x="394969" y="585470"/>
                </a:lnTo>
                <a:lnTo>
                  <a:pt x="410717" y="581660"/>
                </a:lnTo>
                <a:lnTo>
                  <a:pt x="439546" y="571500"/>
                </a:lnTo>
                <a:lnTo>
                  <a:pt x="453199" y="565150"/>
                </a:lnTo>
                <a:lnTo>
                  <a:pt x="301497" y="565150"/>
                </a:lnTo>
                <a:lnTo>
                  <a:pt x="272668" y="562610"/>
                </a:lnTo>
                <a:lnTo>
                  <a:pt x="231393" y="553720"/>
                </a:lnTo>
                <a:lnTo>
                  <a:pt x="180339" y="533400"/>
                </a:lnTo>
                <a:lnTo>
                  <a:pt x="134746" y="505460"/>
                </a:lnTo>
                <a:lnTo>
                  <a:pt x="95884" y="468630"/>
                </a:lnTo>
                <a:lnTo>
                  <a:pt x="64769" y="426720"/>
                </a:lnTo>
                <a:lnTo>
                  <a:pt x="47243" y="389889"/>
                </a:lnTo>
                <a:lnTo>
                  <a:pt x="35559" y="351789"/>
                </a:lnTo>
                <a:lnTo>
                  <a:pt x="30099" y="311150"/>
                </a:lnTo>
                <a:lnTo>
                  <a:pt x="29590" y="298450"/>
                </a:lnTo>
                <a:lnTo>
                  <a:pt x="29971" y="284480"/>
                </a:lnTo>
                <a:lnTo>
                  <a:pt x="35432" y="243839"/>
                </a:lnTo>
                <a:lnTo>
                  <a:pt x="46989" y="205739"/>
                </a:lnTo>
                <a:lnTo>
                  <a:pt x="64262" y="170180"/>
                </a:lnTo>
                <a:lnTo>
                  <a:pt x="94868" y="127000"/>
                </a:lnTo>
                <a:lnTo>
                  <a:pt x="133730" y="91439"/>
                </a:lnTo>
                <a:lnTo>
                  <a:pt x="179196" y="62230"/>
                </a:lnTo>
                <a:lnTo>
                  <a:pt x="230250" y="41910"/>
                </a:lnTo>
                <a:lnTo>
                  <a:pt x="272033" y="33020"/>
                </a:lnTo>
                <a:lnTo>
                  <a:pt x="315467" y="29210"/>
                </a:lnTo>
                <a:lnTo>
                  <a:pt x="451047" y="29210"/>
                </a:lnTo>
                <a:lnTo>
                  <a:pt x="435737" y="22860"/>
                </a:lnTo>
                <a:lnTo>
                  <a:pt x="407542" y="12700"/>
                </a:lnTo>
                <a:lnTo>
                  <a:pt x="392938" y="8889"/>
                </a:lnTo>
                <a:lnTo>
                  <a:pt x="346837" y="1270"/>
                </a:lnTo>
                <a:lnTo>
                  <a:pt x="330580" y="0"/>
                </a:lnTo>
                <a:close/>
              </a:path>
              <a:path w="631825" h="594360">
                <a:moveTo>
                  <a:pt x="451047" y="29210"/>
                </a:moveTo>
                <a:lnTo>
                  <a:pt x="315467" y="29210"/>
                </a:lnTo>
                <a:lnTo>
                  <a:pt x="330072" y="30480"/>
                </a:lnTo>
                <a:lnTo>
                  <a:pt x="344550" y="30480"/>
                </a:lnTo>
                <a:lnTo>
                  <a:pt x="386714" y="38100"/>
                </a:lnTo>
                <a:lnTo>
                  <a:pt x="426212" y="50800"/>
                </a:lnTo>
                <a:lnTo>
                  <a:pt x="474725" y="74930"/>
                </a:lnTo>
                <a:lnTo>
                  <a:pt x="517143" y="106680"/>
                </a:lnTo>
                <a:lnTo>
                  <a:pt x="552195" y="147320"/>
                </a:lnTo>
                <a:lnTo>
                  <a:pt x="573277" y="180339"/>
                </a:lnTo>
                <a:lnTo>
                  <a:pt x="578992" y="193039"/>
                </a:lnTo>
                <a:lnTo>
                  <a:pt x="584200" y="204470"/>
                </a:lnTo>
                <a:lnTo>
                  <a:pt x="595883" y="242570"/>
                </a:lnTo>
                <a:lnTo>
                  <a:pt x="601344" y="283210"/>
                </a:lnTo>
                <a:lnTo>
                  <a:pt x="601818" y="298450"/>
                </a:lnTo>
                <a:lnTo>
                  <a:pt x="601471" y="311150"/>
                </a:lnTo>
                <a:lnTo>
                  <a:pt x="596010" y="351789"/>
                </a:lnTo>
                <a:lnTo>
                  <a:pt x="584453" y="389889"/>
                </a:lnTo>
                <a:lnTo>
                  <a:pt x="567181" y="425450"/>
                </a:lnTo>
                <a:lnTo>
                  <a:pt x="536575" y="467360"/>
                </a:lnTo>
                <a:lnTo>
                  <a:pt x="497839" y="504189"/>
                </a:lnTo>
                <a:lnTo>
                  <a:pt x="452246" y="533400"/>
                </a:lnTo>
                <a:lnTo>
                  <a:pt x="401192" y="552450"/>
                </a:lnTo>
                <a:lnTo>
                  <a:pt x="359409" y="562610"/>
                </a:lnTo>
                <a:lnTo>
                  <a:pt x="330707" y="565150"/>
                </a:lnTo>
                <a:lnTo>
                  <a:pt x="453199" y="565150"/>
                </a:lnTo>
                <a:lnTo>
                  <a:pt x="492759" y="543560"/>
                </a:lnTo>
                <a:lnTo>
                  <a:pt x="539368" y="508000"/>
                </a:lnTo>
                <a:lnTo>
                  <a:pt x="577976" y="463550"/>
                </a:lnTo>
                <a:lnTo>
                  <a:pt x="600201" y="426720"/>
                </a:lnTo>
                <a:lnTo>
                  <a:pt x="617346" y="386080"/>
                </a:lnTo>
                <a:lnTo>
                  <a:pt x="627888" y="341630"/>
                </a:lnTo>
                <a:lnTo>
                  <a:pt x="631443" y="295910"/>
                </a:lnTo>
                <a:lnTo>
                  <a:pt x="630935" y="280670"/>
                </a:lnTo>
                <a:lnTo>
                  <a:pt x="624585" y="236220"/>
                </a:lnTo>
                <a:lnTo>
                  <a:pt x="611377" y="193039"/>
                </a:lnTo>
                <a:lnTo>
                  <a:pt x="591565" y="152400"/>
                </a:lnTo>
                <a:lnTo>
                  <a:pt x="556894" y="105410"/>
                </a:lnTo>
                <a:lnTo>
                  <a:pt x="513714" y="66039"/>
                </a:lnTo>
                <a:lnTo>
                  <a:pt x="463295" y="34289"/>
                </a:lnTo>
                <a:lnTo>
                  <a:pt x="451047" y="29210"/>
                </a:lnTo>
                <a:close/>
              </a:path>
              <a:path w="631825" h="594360">
                <a:moveTo>
                  <a:pt x="329438" y="59689"/>
                </a:moveTo>
                <a:lnTo>
                  <a:pt x="302894" y="59689"/>
                </a:lnTo>
                <a:lnTo>
                  <a:pt x="264159" y="63500"/>
                </a:lnTo>
                <a:lnTo>
                  <a:pt x="251713" y="67310"/>
                </a:lnTo>
                <a:lnTo>
                  <a:pt x="239902" y="69850"/>
                </a:lnTo>
                <a:lnTo>
                  <a:pt x="193801" y="87630"/>
                </a:lnTo>
                <a:lnTo>
                  <a:pt x="152780" y="113030"/>
                </a:lnTo>
                <a:lnTo>
                  <a:pt x="117982" y="146050"/>
                </a:lnTo>
                <a:lnTo>
                  <a:pt x="90169" y="184150"/>
                </a:lnTo>
                <a:lnTo>
                  <a:pt x="70865" y="226060"/>
                </a:lnTo>
                <a:lnTo>
                  <a:pt x="60705" y="273050"/>
                </a:lnTo>
                <a:lnTo>
                  <a:pt x="59334" y="298450"/>
                </a:lnTo>
                <a:lnTo>
                  <a:pt x="59562" y="309880"/>
                </a:lnTo>
                <a:lnTo>
                  <a:pt x="67182" y="356870"/>
                </a:lnTo>
                <a:lnTo>
                  <a:pt x="84200" y="400050"/>
                </a:lnTo>
                <a:lnTo>
                  <a:pt x="117093" y="448310"/>
                </a:lnTo>
                <a:lnTo>
                  <a:pt x="151637" y="480060"/>
                </a:lnTo>
                <a:lnTo>
                  <a:pt x="192531" y="506730"/>
                </a:lnTo>
                <a:lnTo>
                  <a:pt x="238759" y="524510"/>
                </a:lnTo>
                <a:lnTo>
                  <a:pt x="276097" y="533400"/>
                </a:lnTo>
                <a:lnTo>
                  <a:pt x="302132" y="535939"/>
                </a:lnTo>
                <a:lnTo>
                  <a:pt x="328549" y="535939"/>
                </a:lnTo>
                <a:lnTo>
                  <a:pt x="379729" y="528320"/>
                </a:lnTo>
                <a:lnTo>
                  <a:pt x="437641" y="506730"/>
                </a:lnTo>
                <a:lnTo>
                  <a:pt x="439998" y="505460"/>
                </a:lnTo>
                <a:lnTo>
                  <a:pt x="291338" y="505460"/>
                </a:lnTo>
                <a:lnTo>
                  <a:pt x="279653" y="502920"/>
                </a:lnTo>
                <a:lnTo>
                  <a:pt x="268224" y="501650"/>
                </a:lnTo>
                <a:lnTo>
                  <a:pt x="257555" y="499110"/>
                </a:lnTo>
                <a:lnTo>
                  <a:pt x="246125" y="496570"/>
                </a:lnTo>
                <a:lnTo>
                  <a:pt x="204724" y="478789"/>
                </a:lnTo>
                <a:lnTo>
                  <a:pt x="168528" y="455930"/>
                </a:lnTo>
                <a:lnTo>
                  <a:pt x="138302" y="427989"/>
                </a:lnTo>
                <a:lnTo>
                  <a:pt x="114426" y="393700"/>
                </a:lnTo>
                <a:lnTo>
                  <a:pt x="105790" y="375920"/>
                </a:lnTo>
                <a:lnTo>
                  <a:pt x="101853" y="367030"/>
                </a:lnTo>
                <a:lnTo>
                  <a:pt x="91312" y="327660"/>
                </a:lnTo>
                <a:lnTo>
                  <a:pt x="88900" y="295910"/>
                </a:lnTo>
                <a:lnTo>
                  <a:pt x="89280" y="285750"/>
                </a:lnTo>
                <a:lnTo>
                  <a:pt x="96138" y="245110"/>
                </a:lnTo>
                <a:lnTo>
                  <a:pt x="102742" y="226060"/>
                </a:lnTo>
                <a:lnTo>
                  <a:pt x="106679" y="215900"/>
                </a:lnTo>
                <a:lnTo>
                  <a:pt x="128015" y="180339"/>
                </a:lnTo>
                <a:lnTo>
                  <a:pt x="155828" y="149860"/>
                </a:lnTo>
                <a:lnTo>
                  <a:pt x="189483" y="124460"/>
                </a:lnTo>
                <a:lnTo>
                  <a:pt x="228472" y="105410"/>
                </a:lnTo>
                <a:lnTo>
                  <a:pt x="270509" y="92710"/>
                </a:lnTo>
                <a:lnTo>
                  <a:pt x="305180" y="88900"/>
                </a:lnTo>
                <a:lnTo>
                  <a:pt x="439038" y="88900"/>
                </a:lnTo>
                <a:lnTo>
                  <a:pt x="416559" y="78739"/>
                </a:lnTo>
                <a:lnTo>
                  <a:pt x="392683" y="69850"/>
                </a:lnTo>
                <a:lnTo>
                  <a:pt x="355345" y="62230"/>
                </a:lnTo>
                <a:lnTo>
                  <a:pt x="329438" y="59689"/>
                </a:lnTo>
                <a:close/>
              </a:path>
              <a:path w="631825" h="594360">
                <a:moveTo>
                  <a:pt x="439038" y="88900"/>
                </a:moveTo>
                <a:lnTo>
                  <a:pt x="328802" y="88900"/>
                </a:lnTo>
                <a:lnTo>
                  <a:pt x="351789" y="91439"/>
                </a:lnTo>
                <a:lnTo>
                  <a:pt x="385190" y="99060"/>
                </a:lnTo>
                <a:lnTo>
                  <a:pt x="426846" y="115570"/>
                </a:lnTo>
                <a:lnTo>
                  <a:pt x="462914" y="138430"/>
                </a:lnTo>
                <a:lnTo>
                  <a:pt x="493267" y="167639"/>
                </a:lnTo>
                <a:lnTo>
                  <a:pt x="516889" y="200660"/>
                </a:lnTo>
                <a:lnTo>
                  <a:pt x="521207" y="209550"/>
                </a:lnTo>
                <a:lnTo>
                  <a:pt x="525652" y="218439"/>
                </a:lnTo>
                <a:lnTo>
                  <a:pt x="538352" y="257810"/>
                </a:lnTo>
                <a:lnTo>
                  <a:pt x="542543" y="298450"/>
                </a:lnTo>
                <a:lnTo>
                  <a:pt x="542163" y="309880"/>
                </a:lnTo>
                <a:lnTo>
                  <a:pt x="535304" y="350520"/>
                </a:lnTo>
                <a:lnTo>
                  <a:pt x="532256" y="359410"/>
                </a:lnTo>
                <a:lnTo>
                  <a:pt x="528827" y="369570"/>
                </a:lnTo>
                <a:lnTo>
                  <a:pt x="503427" y="415289"/>
                </a:lnTo>
                <a:lnTo>
                  <a:pt x="475741" y="445770"/>
                </a:lnTo>
                <a:lnTo>
                  <a:pt x="441959" y="471170"/>
                </a:lnTo>
                <a:lnTo>
                  <a:pt x="402970" y="490220"/>
                </a:lnTo>
                <a:lnTo>
                  <a:pt x="349757" y="504189"/>
                </a:lnTo>
                <a:lnTo>
                  <a:pt x="338200" y="505460"/>
                </a:lnTo>
                <a:lnTo>
                  <a:pt x="439998" y="505460"/>
                </a:lnTo>
                <a:lnTo>
                  <a:pt x="478789" y="481330"/>
                </a:lnTo>
                <a:lnTo>
                  <a:pt x="513588" y="449580"/>
                </a:lnTo>
                <a:lnTo>
                  <a:pt x="541274" y="411480"/>
                </a:lnTo>
                <a:lnTo>
                  <a:pt x="551941" y="389889"/>
                </a:lnTo>
                <a:lnTo>
                  <a:pt x="556640" y="379730"/>
                </a:lnTo>
                <a:lnTo>
                  <a:pt x="569213" y="334010"/>
                </a:lnTo>
                <a:lnTo>
                  <a:pt x="572134" y="298450"/>
                </a:lnTo>
                <a:lnTo>
                  <a:pt x="571880" y="285750"/>
                </a:lnTo>
                <a:lnTo>
                  <a:pt x="564260" y="238760"/>
                </a:lnTo>
                <a:lnTo>
                  <a:pt x="547242" y="195580"/>
                </a:lnTo>
                <a:lnTo>
                  <a:pt x="514476" y="147320"/>
                </a:lnTo>
                <a:lnTo>
                  <a:pt x="479805" y="114300"/>
                </a:lnTo>
                <a:lnTo>
                  <a:pt x="459993" y="100330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401570" y="2339339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2" y="0"/>
                </a:moveTo>
                <a:lnTo>
                  <a:pt x="267207" y="3810"/>
                </a:lnTo>
                <a:lnTo>
                  <a:pt x="251841" y="6350"/>
                </a:lnTo>
                <a:lnTo>
                  <a:pt x="236600" y="10160"/>
                </a:lnTo>
                <a:lnTo>
                  <a:pt x="220725" y="13969"/>
                </a:lnTo>
                <a:lnTo>
                  <a:pt x="164719" y="36829"/>
                </a:lnTo>
                <a:lnTo>
                  <a:pt x="114554" y="68579"/>
                </a:lnTo>
                <a:lnTo>
                  <a:pt x="71755" y="109219"/>
                </a:lnTo>
                <a:lnTo>
                  <a:pt x="38354" y="154939"/>
                </a:lnTo>
                <a:lnTo>
                  <a:pt x="19177" y="195579"/>
                </a:lnTo>
                <a:lnTo>
                  <a:pt x="6350" y="237489"/>
                </a:lnTo>
                <a:lnTo>
                  <a:pt x="381" y="283210"/>
                </a:lnTo>
                <a:lnTo>
                  <a:pt x="0" y="298450"/>
                </a:lnTo>
                <a:lnTo>
                  <a:pt x="507" y="313689"/>
                </a:lnTo>
                <a:lnTo>
                  <a:pt x="6857" y="358139"/>
                </a:lnTo>
                <a:lnTo>
                  <a:pt x="20066" y="401319"/>
                </a:lnTo>
                <a:lnTo>
                  <a:pt x="40005" y="441960"/>
                </a:lnTo>
                <a:lnTo>
                  <a:pt x="74675" y="488950"/>
                </a:lnTo>
                <a:lnTo>
                  <a:pt x="117729" y="528319"/>
                </a:lnTo>
                <a:lnTo>
                  <a:pt x="168275" y="558800"/>
                </a:lnTo>
                <a:lnTo>
                  <a:pt x="223647" y="580389"/>
                </a:lnTo>
                <a:lnTo>
                  <a:pt x="238760" y="585469"/>
                </a:lnTo>
                <a:lnTo>
                  <a:pt x="253492" y="588010"/>
                </a:lnTo>
                <a:lnTo>
                  <a:pt x="269494" y="590550"/>
                </a:lnTo>
                <a:lnTo>
                  <a:pt x="300863" y="593089"/>
                </a:lnTo>
                <a:lnTo>
                  <a:pt x="332740" y="593089"/>
                </a:lnTo>
                <a:lnTo>
                  <a:pt x="364109" y="590550"/>
                </a:lnTo>
                <a:lnTo>
                  <a:pt x="379856" y="588010"/>
                </a:lnTo>
                <a:lnTo>
                  <a:pt x="394716" y="584200"/>
                </a:lnTo>
                <a:lnTo>
                  <a:pt x="410718" y="580389"/>
                </a:lnTo>
                <a:lnTo>
                  <a:pt x="439547" y="570229"/>
                </a:lnTo>
                <a:lnTo>
                  <a:pt x="453136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7" y="552450"/>
                </a:lnTo>
                <a:lnTo>
                  <a:pt x="180340" y="532129"/>
                </a:lnTo>
                <a:lnTo>
                  <a:pt x="134747" y="504189"/>
                </a:lnTo>
                <a:lnTo>
                  <a:pt x="95885" y="467360"/>
                </a:lnTo>
                <a:lnTo>
                  <a:pt x="64769" y="425450"/>
                </a:lnTo>
                <a:lnTo>
                  <a:pt x="47243" y="389889"/>
                </a:lnTo>
                <a:lnTo>
                  <a:pt x="35560" y="351789"/>
                </a:lnTo>
                <a:lnTo>
                  <a:pt x="30099" y="311150"/>
                </a:lnTo>
                <a:lnTo>
                  <a:pt x="29625" y="295910"/>
                </a:lnTo>
                <a:lnTo>
                  <a:pt x="29972" y="283210"/>
                </a:lnTo>
                <a:lnTo>
                  <a:pt x="35432" y="243839"/>
                </a:lnTo>
                <a:lnTo>
                  <a:pt x="46990" y="205739"/>
                </a:lnTo>
                <a:lnTo>
                  <a:pt x="64262" y="170179"/>
                </a:lnTo>
                <a:lnTo>
                  <a:pt x="94868" y="127000"/>
                </a:lnTo>
                <a:lnTo>
                  <a:pt x="133731" y="91439"/>
                </a:lnTo>
                <a:lnTo>
                  <a:pt x="179197" y="62229"/>
                </a:lnTo>
                <a:lnTo>
                  <a:pt x="230250" y="41910"/>
                </a:lnTo>
                <a:lnTo>
                  <a:pt x="272034" y="33019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10" y="22860"/>
                </a:lnTo>
                <a:lnTo>
                  <a:pt x="407797" y="12700"/>
                </a:lnTo>
                <a:lnTo>
                  <a:pt x="392684" y="8889"/>
                </a:lnTo>
                <a:lnTo>
                  <a:pt x="362331" y="3810"/>
                </a:lnTo>
                <a:lnTo>
                  <a:pt x="314832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3" y="30479"/>
                </a:lnTo>
                <a:lnTo>
                  <a:pt x="358775" y="33019"/>
                </a:lnTo>
                <a:lnTo>
                  <a:pt x="386588" y="38100"/>
                </a:lnTo>
                <a:lnTo>
                  <a:pt x="426085" y="50800"/>
                </a:lnTo>
                <a:lnTo>
                  <a:pt x="474599" y="74929"/>
                </a:lnTo>
                <a:lnTo>
                  <a:pt x="517144" y="107950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4" y="256539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2" y="309879"/>
                </a:lnTo>
                <a:lnTo>
                  <a:pt x="596011" y="350519"/>
                </a:lnTo>
                <a:lnTo>
                  <a:pt x="584454" y="388619"/>
                </a:lnTo>
                <a:lnTo>
                  <a:pt x="567182" y="424179"/>
                </a:lnTo>
                <a:lnTo>
                  <a:pt x="536575" y="467360"/>
                </a:lnTo>
                <a:lnTo>
                  <a:pt x="497840" y="502919"/>
                </a:lnTo>
                <a:lnTo>
                  <a:pt x="452247" y="532129"/>
                </a:lnTo>
                <a:lnTo>
                  <a:pt x="401193" y="552450"/>
                </a:lnTo>
                <a:lnTo>
                  <a:pt x="387223" y="554989"/>
                </a:lnTo>
                <a:lnTo>
                  <a:pt x="373506" y="558800"/>
                </a:lnTo>
                <a:lnTo>
                  <a:pt x="359410" y="561339"/>
                </a:lnTo>
                <a:lnTo>
                  <a:pt x="330707" y="563879"/>
                </a:lnTo>
                <a:lnTo>
                  <a:pt x="453136" y="563879"/>
                </a:lnTo>
                <a:lnTo>
                  <a:pt x="492760" y="542289"/>
                </a:lnTo>
                <a:lnTo>
                  <a:pt x="539369" y="506729"/>
                </a:lnTo>
                <a:lnTo>
                  <a:pt x="577977" y="462279"/>
                </a:lnTo>
                <a:lnTo>
                  <a:pt x="600202" y="425450"/>
                </a:lnTo>
                <a:lnTo>
                  <a:pt x="617347" y="384810"/>
                </a:lnTo>
                <a:lnTo>
                  <a:pt x="627888" y="341629"/>
                </a:lnTo>
                <a:lnTo>
                  <a:pt x="631444" y="295910"/>
                </a:lnTo>
                <a:lnTo>
                  <a:pt x="630936" y="280669"/>
                </a:lnTo>
                <a:lnTo>
                  <a:pt x="624586" y="234950"/>
                </a:lnTo>
                <a:lnTo>
                  <a:pt x="611505" y="193039"/>
                </a:lnTo>
                <a:lnTo>
                  <a:pt x="591438" y="152400"/>
                </a:lnTo>
                <a:lnTo>
                  <a:pt x="556894" y="105410"/>
                </a:lnTo>
                <a:lnTo>
                  <a:pt x="513715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4" y="59689"/>
                </a:lnTo>
                <a:lnTo>
                  <a:pt x="276732" y="62229"/>
                </a:lnTo>
                <a:lnTo>
                  <a:pt x="216281" y="78739"/>
                </a:lnTo>
                <a:lnTo>
                  <a:pt x="172593" y="100329"/>
                </a:lnTo>
                <a:lnTo>
                  <a:pt x="134493" y="129539"/>
                </a:lnTo>
                <a:lnTo>
                  <a:pt x="103250" y="163829"/>
                </a:lnTo>
                <a:lnTo>
                  <a:pt x="79502" y="204469"/>
                </a:lnTo>
                <a:lnTo>
                  <a:pt x="64516" y="248919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2" y="355600"/>
                </a:lnTo>
                <a:lnTo>
                  <a:pt x="84200" y="398779"/>
                </a:lnTo>
                <a:lnTo>
                  <a:pt x="117093" y="447039"/>
                </a:lnTo>
                <a:lnTo>
                  <a:pt x="151765" y="480060"/>
                </a:lnTo>
                <a:lnTo>
                  <a:pt x="192531" y="505460"/>
                </a:lnTo>
                <a:lnTo>
                  <a:pt x="251079" y="527050"/>
                </a:lnTo>
                <a:lnTo>
                  <a:pt x="302132" y="534669"/>
                </a:lnTo>
                <a:lnTo>
                  <a:pt x="328549" y="534669"/>
                </a:lnTo>
                <a:lnTo>
                  <a:pt x="379856" y="527050"/>
                </a:lnTo>
                <a:lnTo>
                  <a:pt x="437769" y="505460"/>
                </a:lnTo>
                <a:lnTo>
                  <a:pt x="440111" y="504189"/>
                </a:lnTo>
                <a:lnTo>
                  <a:pt x="291338" y="504189"/>
                </a:lnTo>
                <a:lnTo>
                  <a:pt x="279273" y="502919"/>
                </a:lnTo>
                <a:lnTo>
                  <a:pt x="268605" y="500379"/>
                </a:lnTo>
                <a:lnTo>
                  <a:pt x="257175" y="497839"/>
                </a:lnTo>
                <a:lnTo>
                  <a:pt x="246380" y="495300"/>
                </a:lnTo>
                <a:lnTo>
                  <a:pt x="204724" y="478789"/>
                </a:lnTo>
                <a:lnTo>
                  <a:pt x="168656" y="454660"/>
                </a:lnTo>
                <a:lnTo>
                  <a:pt x="138175" y="426719"/>
                </a:lnTo>
                <a:lnTo>
                  <a:pt x="114427" y="392429"/>
                </a:lnTo>
                <a:lnTo>
                  <a:pt x="98425" y="356869"/>
                </a:lnTo>
                <a:lnTo>
                  <a:pt x="89916" y="317500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097" y="165100"/>
                </a:lnTo>
                <a:lnTo>
                  <a:pt x="171831" y="135889"/>
                </a:lnTo>
                <a:lnTo>
                  <a:pt x="208280" y="114300"/>
                </a:lnTo>
                <a:lnTo>
                  <a:pt x="249428" y="97789"/>
                </a:lnTo>
                <a:lnTo>
                  <a:pt x="270256" y="93979"/>
                </a:lnTo>
                <a:lnTo>
                  <a:pt x="281559" y="91439"/>
                </a:lnTo>
                <a:lnTo>
                  <a:pt x="305181" y="88900"/>
                </a:lnTo>
                <a:lnTo>
                  <a:pt x="439038" y="88900"/>
                </a:lnTo>
                <a:lnTo>
                  <a:pt x="416560" y="78739"/>
                </a:lnTo>
                <a:lnTo>
                  <a:pt x="380492" y="67310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8" y="88900"/>
                </a:moveTo>
                <a:lnTo>
                  <a:pt x="316611" y="88900"/>
                </a:lnTo>
                <a:lnTo>
                  <a:pt x="328803" y="90169"/>
                </a:lnTo>
                <a:lnTo>
                  <a:pt x="340106" y="90169"/>
                </a:lnTo>
                <a:lnTo>
                  <a:pt x="351790" y="91439"/>
                </a:lnTo>
                <a:lnTo>
                  <a:pt x="407035" y="106679"/>
                </a:lnTo>
                <a:lnTo>
                  <a:pt x="445516" y="127000"/>
                </a:lnTo>
                <a:lnTo>
                  <a:pt x="478790" y="152400"/>
                </a:lnTo>
                <a:lnTo>
                  <a:pt x="506094" y="184150"/>
                </a:lnTo>
                <a:lnTo>
                  <a:pt x="525653" y="218439"/>
                </a:lnTo>
                <a:lnTo>
                  <a:pt x="538353" y="256539"/>
                </a:lnTo>
                <a:lnTo>
                  <a:pt x="542544" y="298450"/>
                </a:lnTo>
                <a:lnTo>
                  <a:pt x="542163" y="308610"/>
                </a:lnTo>
                <a:lnTo>
                  <a:pt x="535305" y="349250"/>
                </a:lnTo>
                <a:lnTo>
                  <a:pt x="524763" y="377189"/>
                </a:lnTo>
                <a:lnTo>
                  <a:pt x="520319" y="387350"/>
                </a:lnTo>
                <a:lnTo>
                  <a:pt x="490474" y="429260"/>
                </a:lnTo>
                <a:lnTo>
                  <a:pt x="459740" y="457200"/>
                </a:lnTo>
                <a:lnTo>
                  <a:pt x="423163" y="480060"/>
                </a:lnTo>
                <a:lnTo>
                  <a:pt x="382016" y="495300"/>
                </a:lnTo>
                <a:lnTo>
                  <a:pt x="338200" y="504189"/>
                </a:lnTo>
                <a:lnTo>
                  <a:pt x="440111" y="504189"/>
                </a:lnTo>
                <a:lnTo>
                  <a:pt x="478790" y="480060"/>
                </a:lnTo>
                <a:lnTo>
                  <a:pt x="513588" y="448310"/>
                </a:lnTo>
                <a:lnTo>
                  <a:pt x="541274" y="410210"/>
                </a:lnTo>
                <a:lnTo>
                  <a:pt x="560578" y="368300"/>
                </a:lnTo>
                <a:lnTo>
                  <a:pt x="570738" y="321310"/>
                </a:lnTo>
                <a:lnTo>
                  <a:pt x="572106" y="295910"/>
                </a:lnTo>
                <a:lnTo>
                  <a:pt x="571881" y="285750"/>
                </a:lnTo>
                <a:lnTo>
                  <a:pt x="564261" y="238760"/>
                </a:lnTo>
                <a:lnTo>
                  <a:pt x="552323" y="205739"/>
                </a:lnTo>
                <a:lnTo>
                  <a:pt x="547243" y="194310"/>
                </a:lnTo>
                <a:lnTo>
                  <a:pt x="514477" y="147319"/>
                </a:lnTo>
                <a:lnTo>
                  <a:pt x="479806" y="114300"/>
                </a:lnTo>
                <a:lnTo>
                  <a:pt x="460121" y="100329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640583" y="246164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410714" y="3063239"/>
            <a:ext cx="633095" cy="593090"/>
          </a:xfrm>
          <a:custGeom>
            <a:avLst/>
            <a:gdLst/>
            <a:ahLst/>
            <a:cxnLst/>
            <a:rect l="l" t="t" r="r" b="b"/>
            <a:pathLst>
              <a:path w="633094" h="593089">
                <a:moveTo>
                  <a:pt x="331343" y="0"/>
                </a:moveTo>
                <a:lnTo>
                  <a:pt x="315594" y="0"/>
                </a:lnTo>
                <a:lnTo>
                  <a:pt x="267843" y="3810"/>
                </a:lnTo>
                <a:lnTo>
                  <a:pt x="221361" y="13970"/>
                </a:lnTo>
                <a:lnTo>
                  <a:pt x="165100" y="36830"/>
                </a:lnTo>
                <a:lnTo>
                  <a:pt x="114681" y="68580"/>
                </a:lnTo>
                <a:lnTo>
                  <a:pt x="71881" y="109220"/>
                </a:lnTo>
                <a:lnTo>
                  <a:pt x="38354" y="154939"/>
                </a:lnTo>
                <a:lnTo>
                  <a:pt x="19177" y="195580"/>
                </a:lnTo>
                <a:lnTo>
                  <a:pt x="6350" y="237489"/>
                </a:lnTo>
                <a:lnTo>
                  <a:pt x="381" y="283210"/>
                </a:lnTo>
                <a:lnTo>
                  <a:pt x="0" y="298450"/>
                </a:lnTo>
                <a:lnTo>
                  <a:pt x="381" y="313689"/>
                </a:lnTo>
                <a:lnTo>
                  <a:pt x="6858" y="358139"/>
                </a:lnTo>
                <a:lnTo>
                  <a:pt x="20066" y="401320"/>
                </a:lnTo>
                <a:lnTo>
                  <a:pt x="40131" y="441960"/>
                </a:lnTo>
                <a:lnTo>
                  <a:pt x="74930" y="488950"/>
                </a:lnTo>
                <a:lnTo>
                  <a:pt x="117983" y="528320"/>
                </a:lnTo>
                <a:lnTo>
                  <a:pt x="168656" y="558800"/>
                </a:lnTo>
                <a:lnTo>
                  <a:pt x="224155" y="580390"/>
                </a:lnTo>
                <a:lnTo>
                  <a:pt x="270129" y="590550"/>
                </a:lnTo>
                <a:lnTo>
                  <a:pt x="301625" y="593090"/>
                </a:lnTo>
                <a:lnTo>
                  <a:pt x="333502" y="593090"/>
                </a:lnTo>
                <a:lnTo>
                  <a:pt x="365125" y="590550"/>
                </a:lnTo>
                <a:lnTo>
                  <a:pt x="380746" y="588010"/>
                </a:lnTo>
                <a:lnTo>
                  <a:pt x="395605" y="584200"/>
                </a:lnTo>
                <a:lnTo>
                  <a:pt x="411734" y="580390"/>
                </a:lnTo>
                <a:lnTo>
                  <a:pt x="440563" y="570230"/>
                </a:lnTo>
                <a:lnTo>
                  <a:pt x="454278" y="563880"/>
                </a:lnTo>
                <a:lnTo>
                  <a:pt x="302133" y="563880"/>
                </a:lnTo>
                <a:lnTo>
                  <a:pt x="273431" y="561340"/>
                </a:lnTo>
                <a:lnTo>
                  <a:pt x="231775" y="552450"/>
                </a:lnTo>
                <a:lnTo>
                  <a:pt x="180721" y="532130"/>
                </a:lnTo>
                <a:lnTo>
                  <a:pt x="135000" y="504189"/>
                </a:lnTo>
                <a:lnTo>
                  <a:pt x="96012" y="467360"/>
                </a:lnTo>
                <a:lnTo>
                  <a:pt x="64897" y="425450"/>
                </a:lnTo>
                <a:lnTo>
                  <a:pt x="47243" y="389889"/>
                </a:lnTo>
                <a:lnTo>
                  <a:pt x="35560" y="351789"/>
                </a:lnTo>
                <a:lnTo>
                  <a:pt x="29972" y="311150"/>
                </a:lnTo>
                <a:lnTo>
                  <a:pt x="29625" y="298450"/>
                </a:lnTo>
                <a:lnTo>
                  <a:pt x="29625" y="295910"/>
                </a:lnTo>
                <a:lnTo>
                  <a:pt x="32893" y="256539"/>
                </a:lnTo>
                <a:lnTo>
                  <a:pt x="42418" y="218439"/>
                </a:lnTo>
                <a:lnTo>
                  <a:pt x="58038" y="181610"/>
                </a:lnTo>
                <a:lnTo>
                  <a:pt x="78486" y="148589"/>
                </a:lnTo>
                <a:lnTo>
                  <a:pt x="113665" y="107950"/>
                </a:lnTo>
                <a:lnTo>
                  <a:pt x="155956" y="76200"/>
                </a:lnTo>
                <a:lnTo>
                  <a:pt x="204469" y="50800"/>
                </a:lnTo>
                <a:lnTo>
                  <a:pt x="244602" y="38100"/>
                </a:lnTo>
                <a:lnTo>
                  <a:pt x="301371" y="30480"/>
                </a:lnTo>
                <a:lnTo>
                  <a:pt x="455210" y="30480"/>
                </a:lnTo>
                <a:lnTo>
                  <a:pt x="436753" y="22860"/>
                </a:lnTo>
                <a:lnTo>
                  <a:pt x="408813" y="12700"/>
                </a:lnTo>
                <a:lnTo>
                  <a:pt x="393573" y="8889"/>
                </a:lnTo>
                <a:lnTo>
                  <a:pt x="347599" y="1270"/>
                </a:lnTo>
                <a:lnTo>
                  <a:pt x="331343" y="0"/>
                </a:lnTo>
                <a:close/>
              </a:path>
              <a:path w="633094" h="593089">
                <a:moveTo>
                  <a:pt x="455210" y="30480"/>
                </a:moveTo>
                <a:lnTo>
                  <a:pt x="330835" y="30480"/>
                </a:lnTo>
                <a:lnTo>
                  <a:pt x="359663" y="33020"/>
                </a:lnTo>
                <a:lnTo>
                  <a:pt x="387477" y="38100"/>
                </a:lnTo>
                <a:lnTo>
                  <a:pt x="427228" y="50800"/>
                </a:lnTo>
                <a:lnTo>
                  <a:pt x="475869" y="74930"/>
                </a:lnTo>
                <a:lnTo>
                  <a:pt x="518413" y="107950"/>
                </a:lnTo>
                <a:lnTo>
                  <a:pt x="553593" y="147320"/>
                </a:lnTo>
                <a:lnTo>
                  <a:pt x="574675" y="180339"/>
                </a:lnTo>
                <a:lnTo>
                  <a:pt x="590296" y="217170"/>
                </a:lnTo>
                <a:lnTo>
                  <a:pt x="599948" y="256539"/>
                </a:lnTo>
                <a:lnTo>
                  <a:pt x="603330" y="295910"/>
                </a:lnTo>
                <a:lnTo>
                  <a:pt x="603338" y="298450"/>
                </a:lnTo>
                <a:lnTo>
                  <a:pt x="602996" y="309880"/>
                </a:lnTo>
                <a:lnTo>
                  <a:pt x="597535" y="350520"/>
                </a:lnTo>
                <a:lnTo>
                  <a:pt x="585978" y="388620"/>
                </a:lnTo>
                <a:lnTo>
                  <a:pt x="568579" y="424180"/>
                </a:lnTo>
                <a:lnTo>
                  <a:pt x="537972" y="467360"/>
                </a:lnTo>
                <a:lnTo>
                  <a:pt x="499110" y="502920"/>
                </a:lnTo>
                <a:lnTo>
                  <a:pt x="453517" y="532130"/>
                </a:lnTo>
                <a:lnTo>
                  <a:pt x="402209" y="552450"/>
                </a:lnTo>
                <a:lnTo>
                  <a:pt x="388238" y="554990"/>
                </a:lnTo>
                <a:lnTo>
                  <a:pt x="374523" y="558800"/>
                </a:lnTo>
                <a:lnTo>
                  <a:pt x="360299" y="561340"/>
                </a:lnTo>
                <a:lnTo>
                  <a:pt x="331469" y="563880"/>
                </a:lnTo>
                <a:lnTo>
                  <a:pt x="454278" y="563880"/>
                </a:lnTo>
                <a:lnTo>
                  <a:pt x="494030" y="542289"/>
                </a:lnTo>
                <a:lnTo>
                  <a:pt x="540638" y="506730"/>
                </a:lnTo>
                <a:lnTo>
                  <a:pt x="579247" y="462280"/>
                </a:lnTo>
                <a:lnTo>
                  <a:pt x="601472" y="425450"/>
                </a:lnTo>
                <a:lnTo>
                  <a:pt x="618871" y="384810"/>
                </a:lnTo>
                <a:lnTo>
                  <a:pt x="629412" y="341630"/>
                </a:lnTo>
                <a:lnTo>
                  <a:pt x="632968" y="295910"/>
                </a:lnTo>
                <a:lnTo>
                  <a:pt x="632460" y="280670"/>
                </a:lnTo>
                <a:lnTo>
                  <a:pt x="626110" y="234950"/>
                </a:lnTo>
                <a:lnTo>
                  <a:pt x="613029" y="193039"/>
                </a:lnTo>
                <a:lnTo>
                  <a:pt x="592836" y="152400"/>
                </a:lnTo>
                <a:lnTo>
                  <a:pt x="558165" y="105410"/>
                </a:lnTo>
                <a:lnTo>
                  <a:pt x="514985" y="66039"/>
                </a:lnTo>
                <a:lnTo>
                  <a:pt x="464438" y="34289"/>
                </a:lnTo>
                <a:lnTo>
                  <a:pt x="455210" y="30480"/>
                </a:lnTo>
                <a:close/>
              </a:path>
              <a:path w="633094" h="593089">
                <a:moveTo>
                  <a:pt x="330200" y="59689"/>
                </a:moveTo>
                <a:lnTo>
                  <a:pt x="303656" y="59689"/>
                </a:lnTo>
                <a:lnTo>
                  <a:pt x="277494" y="62230"/>
                </a:lnTo>
                <a:lnTo>
                  <a:pt x="216662" y="78739"/>
                </a:lnTo>
                <a:lnTo>
                  <a:pt x="172847" y="100330"/>
                </a:lnTo>
                <a:lnTo>
                  <a:pt x="134747" y="129539"/>
                </a:lnTo>
                <a:lnTo>
                  <a:pt x="103378" y="163830"/>
                </a:lnTo>
                <a:lnTo>
                  <a:pt x="79502" y="204470"/>
                </a:lnTo>
                <a:lnTo>
                  <a:pt x="64516" y="248920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3" y="355600"/>
                </a:lnTo>
                <a:lnTo>
                  <a:pt x="84328" y="398780"/>
                </a:lnTo>
                <a:lnTo>
                  <a:pt x="117093" y="447039"/>
                </a:lnTo>
                <a:lnTo>
                  <a:pt x="151892" y="478789"/>
                </a:lnTo>
                <a:lnTo>
                  <a:pt x="192912" y="505460"/>
                </a:lnTo>
                <a:lnTo>
                  <a:pt x="251460" y="527050"/>
                </a:lnTo>
                <a:lnTo>
                  <a:pt x="302768" y="534670"/>
                </a:lnTo>
                <a:lnTo>
                  <a:pt x="329438" y="534670"/>
                </a:lnTo>
                <a:lnTo>
                  <a:pt x="380746" y="527050"/>
                </a:lnTo>
                <a:lnTo>
                  <a:pt x="438912" y="505460"/>
                </a:lnTo>
                <a:lnTo>
                  <a:pt x="441268" y="504189"/>
                </a:lnTo>
                <a:lnTo>
                  <a:pt x="291973" y="504189"/>
                </a:lnTo>
                <a:lnTo>
                  <a:pt x="280035" y="501650"/>
                </a:lnTo>
                <a:lnTo>
                  <a:pt x="224790" y="487680"/>
                </a:lnTo>
                <a:lnTo>
                  <a:pt x="186055" y="467360"/>
                </a:lnTo>
                <a:lnTo>
                  <a:pt x="152781" y="441960"/>
                </a:lnTo>
                <a:lnTo>
                  <a:pt x="125603" y="410210"/>
                </a:lnTo>
                <a:lnTo>
                  <a:pt x="105663" y="375920"/>
                </a:lnTo>
                <a:lnTo>
                  <a:pt x="101854" y="365760"/>
                </a:lnTo>
                <a:lnTo>
                  <a:pt x="98425" y="356870"/>
                </a:lnTo>
                <a:lnTo>
                  <a:pt x="89788" y="316230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224" y="165100"/>
                </a:lnTo>
                <a:lnTo>
                  <a:pt x="172085" y="135889"/>
                </a:lnTo>
                <a:lnTo>
                  <a:pt x="208534" y="114300"/>
                </a:lnTo>
                <a:lnTo>
                  <a:pt x="249809" y="97789"/>
                </a:lnTo>
                <a:lnTo>
                  <a:pt x="270763" y="93980"/>
                </a:lnTo>
                <a:lnTo>
                  <a:pt x="282194" y="91439"/>
                </a:lnTo>
                <a:lnTo>
                  <a:pt x="305816" y="88900"/>
                </a:lnTo>
                <a:lnTo>
                  <a:pt x="440181" y="88900"/>
                </a:lnTo>
                <a:lnTo>
                  <a:pt x="417575" y="78739"/>
                </a:lnTo>
                <a:lnTo>
                  <a:pt x="393700" y="69850"/>
                </a:lnTo>
                <a:lnTo>
                  <a:pt x="356108" y="62230"/>
                </a:lnTo>
                <a:lnTo>
                  <a:pt x="330200" y="59689"/>
                </a:lnTo>
                <a:close/>
              </a:path>
              <a:path w="633094" h="593089">
                <a:moveTo>
                  <a:pt x="440181" y="88900"/>
                </a:moveTo>
                <a:lnTo>
                  <a:pt x="329565" y="88900"/>
                </a:lnTo>
                <a:lnTo>
                  <a:pt x="352679" y="91439"/>
                </a:lnTo>
                <a:lnTo>
                  <a:pt x="375412" y="96520"/>
                </a:lnTo>
                <a:lnTo>
                  <a:pt x="427990" y="115570"/>
                </a:lnTo>
                <a:lnTo>
                  <a:pt x="464185" y="138430"/>
                </a:lnTo>
                <a:lnTo>
                  <a:pt x="494665" y="167639"/>
                </a:lnTo>
                <a:lnTo>
                  <a:pt x="518541" y="200660"/>
                </a:lnTo>
                <a:lnTo>
                  <a:pt x="522731" y="209550"/>
                </a:lnTo>
                <a:lnTo>
                  <a:pt x="527304" y="218439"/>
                </a:lnTo>
                <a:lnTo>
                  <a:pt x="539877" y="256539"/>
                </a:lnTo>
                <a:lnTo>
                  <a:pt x="544068" y="298450"/>
                </a:lnTo>
                <a:lnTo>
                  <a:pt x="543687" y="308610"/>
                </a:lnTo>
                <a:lnTo>
                  <a:pt x="536829" y="349250"/>
                </a:lnTo>
                <a:lnTo>
                  <a:pt x="526288" y="377189"/>
                </a:lnTo>
                <a:lnTo>
                  <a:pt x="521843" y="387350"/>
                </a:lnTo>
                <a:lnTo>
                  <a:pt x="491744" y="429260"/>
                </a:lnTo>
                <a:lnTo>
                  <a:pt x="461010" y="457200"/>
                </a:lnTo>
                <a:lnTo>
                  <a:pt x="424434" y="480060"/>
                </a:lnTo>
                <a:lnTo>
                  <a:pt x="383159" y="495300"/>
                </a:lnTo>
                <a:lnTo>
                  <a:pt x="339090" y="504189"/>
                </a:lnTo>
                <a:lnTo>
                  <a:pt x="441268" y="504189"/>
                </a:lnTo>
                <a:lnTo>
                  <a:pt x="480060" y="480060"/>
                </a:lnTo>
                <a:lnTo>
                  <a:pt x="514858" y="448310"/>
                </a:lnTo>
                <a:lnTo>
                  <a:pt x="542671" y="410210"/>
                </a:lnTo>
                <a:lnTo>
                  <a:pt x="562102" y="368300"/>
                </a:lnTo>
                <a:lnTo>
                  <a:pt x="572262" y="321310"/>
                </a:lnTo>
                <a:lnTo>
                  <a:pt x="573630" y="295910"/>
                </a:lnTo>
                <a:lnTo>
                  <a:pt x="573405" y="285750"/>
                </a:lnTo>
                <a:lnTo>
                  <a:pt x="565785" y="238760"/>
                </a:lnTo>
                <a:lnTo>
                  <a:pt x="548640" y="194310"/>
                </a:lnTo>
                <a:lnTo>
                  <a:pt x="515874" y="147320"/>
                </a:lnTo>
                <a:lnTo>
                  <a:pt x="481075" y="114300"/>
                </a:lnTo>
                <a:lnTo>
                  <a:pt x="461391" y="100330"/>
                </a:lnTo>
                <a:lnTo>
                  <a:pt x="440181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649982" y="3185236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428494" y="3822953"/>
            <a:ext cx="542925" cy="506095"/>
          </a:xfrm>
          <a:custGeom>
            <a:avLst/>
            <a:gdLst/>
            <a:ahLst/>
            <a:cxnLst/>
            <a:rect l="l" t="t" r="r" b="b"/>
            <a:pathLst>
              <a:path w="542925" h="506095">
                <a:moveTo>
                  <a:pt x="0" y="252984"/>
                </a:moveTo>
                <a:lnTo>
                  <a:pt x="4369" y="207514"/>
                </a:lnTo>
                <a:lnTo>
                  <a:pt x="16966" y="164717"/>
                </a:lnTo>
                <a:lnTo>
                  <a:pt x="37027" y="125306"/>
                </a:lnTo>
                <a:lnTo>
                  <a:pt x="63786" y="89997"/>
                </a:lnTo>
                <a:lnTo>
                  <a:pt x="96478" y="59504"/>
                </a:lnTo>
                <a:lnTo>
                  <a:pt x="134337" y="34543"/>
                </a:lnTo>
                <a:lnTo>
                  <a:pt x="176600" y="15829"/>
                </a:lnTo>
                <a:lnTo>
                  <a:pt x="222499" y="4076"/>
                </a:lnTo>
                <a:lnTo>
                  <a:pt x="271272" y="0"/>
                </a:lnTo>
                <a:lnTo>
                  <a:pt x="320044" y="4076"/>
                </a:lnTo>
                <a:lnTo>
                  <a:pt x="365943" y="15829"/>
                </a:lnTo>
                <a:lnTo>
                  <a:pt x="408206" y="34544"/>
                </a:lnTo>
                <a:lnTo>
                  <a:pt x="446065" y="59504"/>
                </a:lnTo>
                <a:lnTo>
                  <a:pt x="478757" y="89997"/>
                </a:lnTo>
                <a:lnTo>
                  <a:pt x="505516" y="125306"/>
                </a:lnTo>
                <a:lnTo>
                  <a:pt x="525577" y="164717"/>
                </a:lnTo>
                <a:lnTo>
                  <a:pt x="538174" y="207514"/>
                </a:lnTo>
                <a:lnTo>
                  <a:pt x="542544" y="252984"/>
                </a:lnTo>
                <a:lnTo>
                  <a:pt x="538174" y="298453"/>
                </a:lnTo>
                <a:lnTo>
                  <a:pt x="525577" y="341250"/>
                </a:lnTo>
                <a:lnTo>
                  <a:pt x="505516" y="380661"/>
                </a:lnTo>
                <a:lnTo>
                  <a:pt x="478757" y="415970"/>
                </a:lnTo>
                <a:lnTo>
                  <a:pt x="446065" y="446463"/>
                </a:lnTo>
                <a:lnTo>
                  <a:pt x="408206" y="471424"/>
                </a:lnTo>
                <a:lnTo>
                  <a:pt x="365943" y="490138"/>
                </a:lnTo>
                <a:lnTo>
                  <a:pt x="320044" y="501891"/>
                </a:lnTo>
                <a:lnTo>
                  <a:pt x="271272" y="505968"/>
                </a:lnTo>
                <a:lnTo>
                  <a:pt x="222499" y="501891"/>
                </a:lnTo>
                <a:lnTo>
                  <a:pt x="176600" y="490138"/>
                </a:lnTo>
                <a:lnTo>
                  <a:pt x="134337" y="471424"/>
                </a:lnTo>
                <a:lnTo>
                  <a:pt x="96478" y="446463"/>
                </a:lnTo>
                <a:lnTo>
                  <a:pt x="63786" y="415970"/>
                </a:lnTo>
                <a:lnTo>
                  <a:pt x="37027" y="380661"/>
                </a:lnTo>
                <a:lnTo>
                  <a:pt x="16966" y="341250"/>
                </a:lnTo>
                <a:lnTo>
                  <a:pt x="4369" y="298453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621407" y="3901821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844797" y="3782821"/>
            <a:ext cx="631825" cy="594360"/>
          </a:xfrm>
          <a:custGeom>
            <a:avLst/>
            <a:gdLst/>
            <a:ahLst/>
            <a:cxnLst/>
            <a:rect l="l" t="t" r="r" b="b"/>
            <a:pathLst>
              <a:path w="631825" h="594360">
                <a:moveTo>
                  <a:pt x="330580" y="0"/>
                </a:moveTo>
                <a:lnTo>
                  <a:pt x="298450" y="0"/>
                </a:lnTo>
                <a:lnTo>
                  <a:pt x="282701" y="1269"/>
                </a:lnTo>
                <a:lnTo>
                  <a:pt x="251587" y="6350"/>
                </a:lnTo>
                <a:lnTo>
                  <a:pt x="236981" y="10159"/>
                </a:lnTo>
                <a:lnTo>
                  <a:pt x="220599" y="13969"/>
                </a:lnTo>
                <a:lnTo>
                  <a:pt x="164591" y="36829"/>
                </a:lnTo>
                <a:lnTo>
                  <a:pt x="114553" y="68579"/>
                </a:lnTo>
                <a:lnTo>
                  <a:pt x="71754" y="109219"/>
                </a:lnTo>
                <a:lnTo>
                  <a:pt x="38226" y="156209"/>
                </a:lnTo>
                <a:lnTo>
                  <a:pt x="19176" y="195579"/>
                </a:lnTo>
                <a:lnTo>
                  <a:pt x="6350" y="238759"/>
                </a:lnTo>
                <a:lnTo>
                  <a:pt x="380" y="283209"/>
                </a:lnTo>
                <a:lnTo>
                  <a:pt x="0" y="298449"/>
                </a:lnTo>
                <a:lnTo>
                  <a:pt x="507" y="313689"/>
                </a:lnTo>
                <a:lnTo>
                  <a:pt x="6857" y="359409"/>
                </a:lnTo>
                <a:lnTo>
                  <a:pt x="19938" y="401319"/>
                </a:lnTo>
                <a:lnTo>
                  <a:pt x="40004" y="441959"/>
                </a:lnTo>
                <a:lnTo>
                  <a:pt x="74549" y="488949"/>
                </a:lnTo>
                <a:lnTo>
                  <a:pt x="117855" y="529589"/>
                </a:lnTo>
                <a:lnTo>
                  <a:pt x="168275" y="560069"/>
                </a:lnTo>
                <a:lnTo>
                  <a:pt x="224027" y="581659"/>
                </a:lnTo>
                <a:lnTo>
                  <a:pt x="269113" y="591819"/>
                </a:lnTo>
                <a:lnTo>
                  <a:pt x="300863" y="594359"/>
                </a:lnTo>
                <a:lnTo>
                  <a:pt x="332739" y="594359"/>
                </a:lnTo>
                <a:lnTo>
                  <a:pt x="364109" y="591819"/>
                </a:lnTo>
                <a:lnTo>
                  <a:pt x="379856" y="589279"/>
                </a:lnTo>
                <a:lnTo>
                  <a:pt x="394969" y="585469"/>
                </a:lnTo>
                <a:lnTo>
                  <a:pt x="410717" y="581659"/>
                </a:lnTo>
                <a:lnTo>
                  <a:pt x="439547" y="571499"/>
                </a:lnTo>
                <a:lnTo>
                  <a:pt x="453199" y="565149"/>
                </a:lnTo>
                <a:lnTo>
                  <a:pt x="301498" y="565149"/>
                </a:lnTo>
                <a:lnTo>
                  <a:pt x="272668" y="562609"/>
                </a:lnTo>
                <a:lnTo>
                  <a:pt x="231393" y="553719"/>
                </a:lnTo>
                <a:lnTo>
                  <a:pt x="180339" y="533399"/>
                </a:lnTo>
                <a:lnTo>
                  <a:pt x="134747" y="505459"/>
                </a:lnTo>
                <a:lnTo>
                  <a:pt x="95885" y="468629"/>
                </a:lnTo>
                <a:lnTo>
                  <a:pt x="64769" y="426719"/>
                </a:lnTo>
                <a:lnTo>
                  <a:pt x="47243" y="389889"/>
                </a:lnTo>
                <a:lnTo>
                  <a:pt x="35560" y="351789"/>
                </a:lnTo>
                <a:lnTo>
                  <a:pt x="30099" y="311149"/>
                </a:lnTo>
                <a:lnTo>
                  <a:pt x="29590" y="298449"/>
                </a:lnTo>
                <a:lnTo>
                  <a:pt x="29972" y="284479"/>
                </a:lnTo>
                <a:lnTo>
                  <a:pt x="35432" y="243839"/>
                </a:lnTo>
                <a:lnTo>
                  <a:pt x="46989" y="205739"/>
                </a:lnTo>
                <a:lnTo>
                  <a:pt x="64262" y="170179"/>
                </a:lnTo>
                <a:lnTo>
                  <a:pt x="94868" y="127000"/>
                </a:lnTo>
                <a:lnTo>
                  <a:pt x="133730" y="91439"/>
                </a:lnTo>
                <a:lnTo>
                  <a:pt x="179197" y="62229"/>
                </a:lnTo>
                <a:lnTo>
                  <a:pt x="230250" y="41909"/>
                </a:lnTo>
                <a:lnTo>
                  <a:pt x="272034" y="33019"/>
                </a:lnTo>
                <a:lnTo>
                  <a:pt x="315467" y="29209"/>
                </a:lnTo>
                <a:lnTo>
                  <a:pt x="451047" y="29209"/>
                </a:lnTo>
                <a:lnTo>
                  <a:pt x="435737" y="22859"/>
                </a:lnTo>
                <a:lnTo>
                  <a:pt x="407542" y="12700"/>
                </a:lnTo>
                <a:lnTo>
                  <a:pt x="392938" y="8889"/>
                </a:lnTo>
                <a:lnTo>
                  <a:pt x="346837" y="1269"/>
                </a:lnTo>
                <a:lnTo>
                  <a:pt x="330580" y="0"/>
                </a:lnTo>
                <a:close/>
              </a:path>
              <a:path w="631825" h="594360">
                <a:moveTo>
                  <a:pt x="451047" y="29209"/>
                </a:moveTo>
                <a:lnTo>
                  <a:pt x="315467" y="29209"/>
                </a:lnTo>
                <a:lnTo>
                  <a:pt x="330073" y="30479"/>
                </a:lnTo>
                <a:lnTo>
                  <a:pt x="344550" y="30479"/>
                </a:lnTo>
                <a:lnTo>
                  <a:pt x="386714" y="38100"/>
                </a:lnTo>
                <a:lnTo>
                  <a:pt x="426212" y="50800"/>
                </a:lnTo>
                <a:lnTo>
                  <a:pt x="474725" y="74929"/>
                </a:lnTo>
                <a:lnTo>
                  <a:pt x="517143" y="106679"/>
                </a:lnTo>
                <a:lnTo>
                  <a:pt x="552196" y="147319"/>
                </a:lnTo>
                <a:lnTo>
                  <a:pt x="573277" y="180339"/>
                </a:lnTo>
                <a:lnTo>
                  <a:pt x="578992" y="193039"/>
                </a:lnTo>
                <a:lnTo>
                  <a:pt x="584200" y="204469"/>
                </a:lnTo>
                <a:lnTo>
                  <a:pt x="595884" y="242569"/>
                </a:lnTo>
                <a:lnTo>
                  <a:pt x="601344" y="283209"/>
                </a:lnTo>
                <a:lnTo>
                  <a:pt x="601818" y="298449"/>
                </a:lnTo>
                <a:lnTo>
                  <a:pt x="601472" y="311149"/>
                </a:lnTo>
                <a:lnTo>
                  <a:pt x="596011" y="351789"/>
                </a:lnTo>
                <a:lnTo>
                  <a:pt x="584453" y="389889"/>
                </a:lnTo>
                <a:lnTo>
                  <a:pt x="567181" y="425449"/>
                </a:lnTo>
                <a:lnTo>
                  <a:pt x="536575" y="467359"/>
                </a:lnTo>
                <a:lnTo>
                  <a:pt x="497839" y="504189"/>
                </a:lnTo>
                <a:lnTo>
                  <a:pt x="452247" y="533399"/>
                </a:lnTo>
                <a:lnTo>
                  <a:pt x="401192" y="553719"/>
                </a:lnTo>
                <a:lnTo>
                  <a:pt x="387350" y="556259"/>
                </a:lnTo>
                <a:lnTo>
                  <a:pt x="373506" y="560069"/>
                </a:lnTo>
                <a:lnTo>
                  <a:pt x="359410" y="562609"/>
                </a:lnTo>
                <a:lnTo>
                  <a:pt x="330707" y="565149"/>
                </a:lnTo>
                <a:lnTo>
                  <a:pt x="453199" y="565149"/>
                </a:lnTo>
                <a:lnTo>
                  <a:pt x="492760" y="543559"/>
                </a:lnTo>
                <a:lnTo>
                  <a:pt x="539368" y="507999"/>
                </a:lnTo>
                <a:lnTo>
                  <a:pt x="577976" y="463549"/>
                </a:lnTo>
                <a:lnTo>
                  <a:pt x="600201" y="426719"/>
                </a:lnTo>
                <a:lnTo>
                  <a:pt x="617347" y="386079"/>
                </a:lnTo>
                <a:lnTo>
                  <a:pt x="627888" y="341629"/>
                </a:lnTo>
                <a:lnTo>
                  <a:pt x="631443" y="295909"/>
                </a:lnTo>
                <a:lnTo>
                  <a:pt x="630936" y="280669"/>
                </a:lnTo>
                <a:lnTo>
                  <a:pt x="624586" y="236219"/>
                </a:lnTo>
                <a:lnTo>
                  <a:pt x="611377" y="193039"/>
                </a:lnTo>
                <a:lnTo>
                  <a:pt x="591565" y="152400"/>
                </a:lnTo>
                <a:lnTo>
                  <a:pt x="556894" y="105409"/>
                </a:lnTo>
                <a:lnTo>
                  <a:pt x="513714" y="66039"/>
                </a:lnTo>
                <a:lnTo>
                  <a:pt x="463296" y="34289"/>
                </a:lnTo>
                <a:lnTo>
                  <a:pt x="451047" y="29209"/>
                </a:lnTo>
                <a:close/>
              </a:path>
              <a:path w="631825" h="594360">
                <a:moveTo>
                  <a:pt x="329438" y="59689"/>
                </a:moveTo>
                <a:lnTo>
                  <a:pt x="302894" y="59689"/>
                </a:lnTo>
                <a:lnTo>
                  <a:pt x="276732" y="62229"/>
                </a:lnTo>
                <a:lnTo>
                  <a:pt x="216280" y="77469"/>
                </a:lnTo>
                <a:lnTo>
                  <a:pt x="172592" y="100329"/>
                </a:lnTo>
                <a:lnTo>
                  <a:pt x="134492" y="129539"/>
                </a:lnTo>
                <a:lnTo>
                  <a:pt x="103250" y="163829"/>
                </a:lnTo>
                <a:lnTo>
                  <a:pt x="79375" y="204469"/>
                </a:lnTo>
                <a:lnTo>
                  <a:pt x="64515" y="248919"/>
                </a:lnTo>
                <a:lnTo>
                  <a:pt x="59347" y="295909"/>
                </a:lnTo>
                <a:lnTo>
                  <a:pt x="59334" y="298449"/>
                </a:lnTo>
                <a:lnTo>
                  <a:pt x="59562" y="309879"/>
                </a:lnTo>
                <a:lnTo>
                  <a:pt x="67182" y="356869"/>
                </a:lnTo>
                <a:lnTo>
                  <a:pt x="84200" y="400049"/>
                </a:lnTo>
                <a:lnTo>
                  <a:pt x="117093" y="448309"/>
                </a:lnTo>
                <a:lnTo>
                  <a:pt x="151637" y="480059"/>
                </a:lnTo>
                <a:lnTo>
                  <a:pt x="192531" y="506729"/>
                </a:lnTo>
                <a:lnTo>
                  <a:pt x="238760" y="524509"/>
                </a:lnTo>
                <a:lnTo>
                  <a:pt x="276098" y="533399"/>
                </a:lnTo>
                <a:lnTo>
                  <a:pt x="302132" y="535939"/>
                </a:lnTo>
                <a:lnTo>
                  <a:pt x="328549" y="535939"/>
                </a:lnTo>
                <a:lnTo>
                  <a:pt x="379729" y="528319"/>
                </a:lnTo>
                <a:lnTo>
                  <a:pt x="437641" y="506729"/>
                </a:lnTo>
                <a:lnTo>
                  <a:pt x="439998" y="505459"/>
                </a:lnTo>
                <a:lnTo>
                  <a:pt x="291338" y="505459"/>
                </a:lnTo>
                <a:lnTo>
                  <a:pt x="279653" y="502919"/>
                </a:lnTo>
                <a:lnTo>
                  <a:pt x="268224" y="501649"/>
                </a:lnTo>
                <a:lnTo>
                  <a:pt x="257555" y="499109"/>
                </a:lnTo>
                <a:lnTo>
                  <a:pt x="246125" y="496569"/>
                </a:lnTo>
                <a:lnTo>
                  <a:pt x="204724" y="480059"/>
                </a:lnTo>
                <a:lnTo>
                  <a:pt x="168528" y="455929"/>
                </a:lnTo>
                <a:lnTo>
                  <a:pt x="138302" y="427989"/>
                </a:lnTo>
                <a:lnTo>
                  <a:pt x="114426" y="393699"/>
                </a:lnTo>
                <a:lnTo>
                  <a:pt x="98425" y="358139"/>
                </a:lnTo>
                <a:lnTo>
                  <a:pt x="89915" y="317499"/>
                </a:lnTo>
                <a:lnTo>
                  <a:pt x="88900" y="295909"/>
                </a:lnTo>
                <a:lnTo>
                  <a:pt x="89280" y="285749"/>
                </a:lnTo>
                <a:lnTo>
                  <a:pt x="96138" y="245109"/>
                </a:lnTo>
                <a:lnTo>
                  <a:pt x="111251" y="207009"/>
                </a:lnTo>
                <a:lnTo>
                  <a:pt x="141097" y="165100"/>
                </a:lnTo>
                <a:lnTo>
                  <a:pt x="171830" y="135889"/>
                </a:lnTo>
                <a:lnTo>
                  <a:pt x="208406" y="114300"/>
                </a:lnTo>
                <a:lnTo>
                  <a:pt x="249554" y="97789"/>
                </a:lnTo>
                <a:lnTo>
                  <a:pt x="305180" y="88900"/>
                </a:lnTo>
                <a:lnTo>
                  <a:pt x="439038" y="88900"/>
                </a:lnTo>
                <a:lnTo>
                  <a:pt x="416560" y="78739"/>
                </a:lnTo>
                <a:lnTo>
                  <a:pt x="392684" y="69850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4360">
                <a:moveTo>
                  <a:pt x="439038" y="88900"/>
                </a:moveTo>
                <a:lnTo>
                  <a:pt x="328802" y="88900"/>
                </a:lnTo>
                <a:lnTo>
                  <a:pt x="351789" y="91439"/>
                </a:lnTo>
                <a:lnTo>
                  <a:pt x="385190" y="99059"/>
                </a:lnTo>
                <a:lnTo>
                  <a:pt x="426847" y="115569"/>
                </a:lnTo>
                <a:lnTo>
                  <a:pt x="462914" y="138429"/>
                </a:lnTo>
                <a:lnTo>
                  <a:pt x="493267" y="167639"/>
                </a:lnTo>
                <a:lnTo>
                  <a:pt x="516889" y="200659"/>
                </a:lnTo>
                <a:lnTo>
                  <a:pt x="521207" y="209549"/>
                </a:lnTo>
                <a:lnTo>
                  <a:pt x="525652" y="218439"/>
                </a:lnTo>
                <a:lnTo>
                  <a:pt x="538352" y="257809"/>
                </a:lnTo>
                <a:lnTo>
                  <a:pt x="542543" y="298449"/>
                </a:lnTo>
                <a:lnTo>
                  <a:pt x="542163" y="309879"/>
                </a:lnTo>
                <a:lnTo>
                  <a:pt x="535304" y="350519"/>
                </a:lnTo>
                <a:lnTo>
                  <a:pt x="532256" y="359409"/>
                </a:lnTo>
                <a:lnTo>
                  <a:pt x="528827" y="369569"/>
                </a:lnTo>
                <a:lnTo>
                  <a:pt x="524637" y="378459"/>
                </a:lnTo>
                <a:lnTo>
                  <a:pt x="520191" y="388619"/>
                </a:lnTo>
                <a:lnTo>
                  <a:pt x="515365" y="396239"/>
                </a:lnTo>
                <a:lnTo>
                  <a:pt x="490474" y="430529"/>
                </a:lnTo>
                <a:lnTo>
                  <a:pt x="459613" y="458469"/>
                </a:lnTo>
                <a:lnTo>
                  <a:pt x="423037" y="481329"/>
                </a:lnTo>
                <a:lnTo>
                  <a:pt x="382015" y="496569"/>
                </a:lnTo>
                <a:lnTo>
                  <a:pt x="338200" y="505459"/>
                </a:lnTo>
                <a:lnTo>
                  <a:pt x="439998" y="505459"/>
                </a:lnTo>
                <a:lnTo>
                  <a:pt x="478789" y="481329"/>
                </a:lnTo>
                <a:lnTo>
                  <a:pt x="513588" y="449579"/>
                </a:lnTo>
                <a:lnTo>
                  <a:pt x="541274" y="411479"/>
                </a:lnTo>
                <a:lnTo>
                  <a:pt x="551941" y="389889"/>
                </a:lnTo>
                <a:lnTo>
                  <a:pt x="556640" y="379729"/>
                </a:lnTo>
                <a:lnTo>
                  <a:pt x="569213" y="334009"/>
                </a:lnTo>
                <a:lnTo>
                  <a:pt x="572135" y="298449"/>
                </a:lnTo>
                <a:lnTo>
                  <a:pt x="571880" y="285749"/>
                </a:lnTo>
                <a:lnTo>
                  <a:pt x="564261" y="238759"/>
                </a:lnTo>
                <a:lnTo>
                  <a:pt x="547242" y="195579"/>
                </a:lnTo>
                <a:lnTo>
                  <a:pt x="514476" y="147319"/>
                </a:lnTo>
                <a:lnTo>
                  <a:pt x="479805" y="114300"/>
                </a:lnTo>
                <a:lnTo>
                  <a:pt x="459993" y="100329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844797" y="4482084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30580" y="0"/>
                </a:moveTo>
                <a:lnTo>
                  <a:pt x="314832" y="0"/>
                </a:lnTo>
                <a:lnTo>
                  <a:pt x="267207" y="3809"/>
                </a:lnTo>
                <a:lnTo>
                  <a:pt x="220725" y="13969"/>
                </a:lnTo>
                <a:lnTo>
                  <a:pt x="164718" y="36829"/>
                </a:lnTo>
                <a:lnTo>
                  <a:pt x="114553" y="68579"/>
                </a:lnTo>
                <a:lnTo>
                  <a:pt x="71754" y="109219"/>
                </a:lnTo>
                <a:lnTo>
                  <a:pt x="38353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0" y="283209"/>
                </a:lnTo>
                <a:lnTo>
                  <a:pt x="0" y="298450"/>
                </a:lnTo>
                <a:lnTo>
                  <a:pt x="507" y="313689"/>
                </a:lnTo>
                <a:lnTo>
                  <a:pt x="6857" y="358139"/>
                </a:lnTo>
                <a:lnTo>
                  <a:pt x="20065" y="401319"/>
                </a:lnTo>
                <a:lnTo>
                  <a:pt x="40004" y="441959"/>
                </a:lnTo>
                <a:lnTo>
                  <a:pt x="74675" y="488950"/>
                </a:lnTo>
                <a:lnTo>
                  <a:pt x="117728" y="528319"/>
                </a:lnTo>
                <a:lnTo>
                  <a:pt x="168275" y="558800"/>
                </a:lnTo>
                <a:lnTo>
                  <a:pt x="223647" y="580389"/>
                </a:lnTo>
                <a:lnTo>
                  <a:pt x="269493" y="590550"/>
                </a:lnTo>
                <a:lnTo>
                  <a:pt x="300863" y="593089"/>
                </a:lnTo>
                <a:lnTo>
                  <a:pt x="332739" y="593089"/>
                </a:lnTo>
                <a:lnTo>
                  <a:pt x="364109" y="590550"/>
                </a:lnTo>
                <a:lnTo>
                  <a:pt x="379856" y="588009"/>
                </a:lnTo>
                <a:lnTo>
                  <a:pt x="394715" y="584200"/>
                </a:lnTo>
                <a:lnTo>
                  <a:pt x="410717" y="580389"/>
                </a:lnTo>
                <a:lnTo>
                  <a:pt x="439547" y="570229"/>
                </a:lnTo>
                <a:lnTo>
                  <a:pt x="453136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6" y="552450"/>
                </a:lnTo>
                <a:lnTo>
                  <a:pt x="180339" y="532129"/>
                </a:lnTo>
                <a:lnTo>
                  <a:pt x="134747" y="504189"/>
                </a:lnTo>
                <a:lnTo>
                  <a:pt x="95885" y="467359"/>
                </a:lnTo>
                <a:lnTo>
                  <a:pt x="64769" y="425450"/>
                </a:lnTo>
                <a:lnTo>
                  <a:pt x="47243" y="389889"/>
                </a:lnTo>
                <a:lnTo>
                  <a:pt x="35560" y="351789"/>
                </a:lnTo>
                <a:lnTo>
                  <a:pt x="30099" y="311150"/>
                </a:lnTo>
                <a:lnTo>
                  <a:pt x="29625" y="295909"/>
                </a:lnTo>
                <a:lnTo>
                  <a:pt x="29972" y="283209"/>
                </a:lnTo>
                <a:lnTo>
                  <a:pt x="35432" y="243839"/>
                </a:lnTo>
                <a:lnTo>
                  <a:pt x="46989" y="205739"/>
                </a:lnTo>
                <a:lnTo>
                  <a:pt x="64262" y="170179"/>
                </a:lnTo>
                <a:lnTo>
                  <a:pt x="94868" y="127000"/>
                </a:lnTo>
                <a:lnTo>
                  <a:pt x="133730" y="91439"/>
                </a:lnTo>
                <a:lnTo>
                  <a:pt x="179197" y="62229"/>
                </a:lnTo>
                <a:lnTo>
                  <a:pt x="230250" y="41909"/>
                </a:lnTo>
                <a:lnTo>
                  <a:pt x="272034" y="33019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10" y="22859"/>
                </a:lnTo>
                <a:lnTo>
                  <a:pt x="407797" y="12700"/>
                </a:lnTo>
                <a:lnTo>
                  <a:pt x="392684" y="8889"/>
                </a:lnTo>
                <a:lnTo>
                  <a:pt x="362330" y="3809"/>
                </a:lnTo>
                <a:lnTo>
                  <a:pt x="346837" y="2539"/>
                </a:lnTo>
                <a:lnTo>
                  <a:pt x="330580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3" y="30479"/>
                </a:lnTo>
                <a:lnTo>
                  <a:pt x="358775" y="33019"/>
                </a:lnTo>
                <a:lnTo>
                  <a:pt x="386588" y="38100"/>
                </a:lnTo>
                <a:lnTo>
                  <a:pt x="426085" y="50800"/>
                </a:lnTo>
                <a:lnTo>
                  <a:pt x="474599" y="74929"/>
                </a:lnTo>
                <a:lnTo>
                  <a:pt x="517143" y="107950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4" y="256539"/>
                </a:lnTo>
                <a:lnTo>
                  <a:pt x="601806" y="295909"/>
                </a:lnTo>
                <a:lnTo>
                  <a:pt x="601814" y="298450"/>
                </a:lnTo>
                <a:lnTo>
                  <a:pt x="601472" y="309879"/>
                </a:lnTo>
                <a:lnTo>
                  <a:pt x="596011" y="350519"/>
                </a:lnTo>
                <a:lnTo>
                  <a:pt x="584453" y="388619"/>
                </a:lnTo>
                <a:lnTo>
                  <a:pt x="567181" y="424179"/>
                </a:lnTo>
                <a:lnTo>
                  <a:pt x="536575" y="467359"/>
                </a:lnTo>
                <a:lnTo>
                  <a:pt x="497839" y="502919"/>
                </a:lnTo>
                <a:lnTo>
                  <a:pt x="452247" y="532129"/>
                </a:lnTo>
                <a:lnTo>
                  <a:pt x="401192" y="552450"/>
                </a:lnTo>
                <a:lnTo>
                  <a:pt x="387223" y="554989"/>
                </a:lnTo>
                <a:lnTo>
                  <a:pt x="373506" y="558800"/>
                </a:lnTo>
                <a:lnTo>
                  <a:pt x="359410" y="561339"/>
                </a:lnTo>
                <a:lnTo>
                  <a:pt x="330707" y="563879"/>
                </a:lnTo>
                <a:lnTo>
                  <a:pt x="453136" y="563879"/>
                </a:lnTo>
                <a:lnTo>
                  <a:pt x="492760" y="542289"/>
                </a:lnTo>
                <a:lnTo>
                  <a:pt x="539368" y="506729"/>
                </a:lnTo>
                <a:lnTo>
                  <a:pt x="577976" y="462279"/>
                </a:lnTo>
                <a:lnTo>
                  <a:pt x="600201" y="425450"/>
                </a:lnTo>
                <a:lnTo>
                  <a:pt x="617347" y="384809"/>
                </a:lnTo>
                <a:lnTo>
                  <a:pt x="627888" y="341629"/>
                </a:lnTo>
                <a:lnTo>
                  <a:pt x="631443" y="295909"/>
                </a:lnTo>
                <a:lnTo>
                  <a:pt x="630936" y="280669"/>
                </a:lnTo>
                <a:lnTo>
                  <a:pt x="624586" y="234950"/>
                </a:lnTo>
                <a:lnTo>
                  <a:pt x="611504" y="193039"/>
                </a:lnTo>
                <a:lnTo>
                  <a:pt x="591438" y="152400"/>
                </a:lnTo>
                <a:lnTo>
                  <a:pt x="556894" y="105409"/>
                </a:lnTo>
                <a:lnTo>
                  <a:pt x="513714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4" y="59689"/>
                </a:lnTo>
                <a:lnTo>
                  <a:pt x="276732" y="62229"/>
                </a:lnTo>
                <a:lnTo>
                  <a:pt x="216280" y="78739"/>
                </a:lnTo>
                <a:lnTo>
                  <a:pt x="172592" y="100329"/>
                </a:lnTo>
                <a:lnTo>
                  <a:pt x="134492" y="129539"/>
                </a:lnTo>
                <a:lnTo>
                  <a:pt x="103250" y="163829"/>
                </a:lnTo>
                <a:lnTo>
                  <a:pt x="79501" y="204469"/>
                </a:lnTo>
                <a:lnTo>
                  <a:pt x="64515" y="248919"/>
                </a:lnTo>
                <a:lnTo>
                  <a:pt x="59347" y="295909"/>
                </a:lnTo>
                <a:lnTo>
                  <a:pt x="59337" y="298450"/>
                </a:lnTo>
                <a:lnTo>
                  <a:pt x="59562" y="308609"/>
                </a:lnTo>
                <a:lnTo>
                  <a:pt x="67182" y="355600"/>
                </a:lnTo>
                <a:lnTo>
                  <a:pt x="84200" y="398779"/>
                </a:lnTo>
                <a:lnTo>
                  <a:pt x="117093" y="447039"/>
                </a:lnTo>
                <a:lnTo>
                  <a:pt x="151764" y="480059"/>
                </a:lnTo>
                <a:lnTo>
                  <a:pt x="192531" y="505459"/>
                </a:lnTo>
                <a:lnTo>
                  <a:pt x="251078" y="527050"/>
                </a:lnTo>
                <a:lnTo>
                  <a:pt x="302132" y="534669"/>
                </a:lnTo>
                <a:lnTo>
                  <a:pt x="328549" y="534669"/>
                </a:lnTo>
                <a:lnTo>
                  <a:pt x="379856" y="527050"/>
                </a:lnTo>
                <a:lnTo>
                  <a:pt x="437768" y="505459"/>
                </a:lnTo>
                <a:lnTo>
                  <a:pt x="440111" y="504189"/>
                </a:lnTo>
                <a:lnTo>
                  <a:pt x="291338" y="504189"/>
                </a:lnTo>
                <a:lnTo>
                  <a:pt x="279273" y="501650"/>
                </a:lnTo>
                <a:lnTo>
                  <a:pt x="224536" y="487679"/>
                </a:lnTo>
                <a:lnTo>
                  <a:pt x="185800" y="467359"/>
                </a:lnTo>
                <a:lnTo>
                  <a:pt x="152653" y="441959"/>
                </a:lnTo>
                <a:lnTo>
                  <a:pt x="125475" y="410209"/>
                </a:lnTo>
                <a:lnTo>
                  <a:pt x="105790" y="375919"/>
                </a:lnTo>
                <a:lnTo>
                  <a:pt x="93090" y="336550"/>
                </a:lnTo>
                <a:lnTo>
                  <a:pt x="88900" y="295909"/>
                </a:lnTo>
                <a:lnTo>
                  <a:pt x="89280" y="285750"/>
                </a:lnTo>
                <a:lnTo>
                  <a:pt x="96138" y="245109"/>
                </a:lnTo>
                <a:lnTo>
                  <a:pt x="111125" y="207009"/>
                </a:lnTo>
                <a:lnTo>
                  <a:pt x="141097" y="163829"/>
                </a:lnTo>
                <a:lnTo>
                  <a:pt x="171830" y="135889"/>
                </a:lnTo>
                <a:lnTo>
                  <a:pt x="208279" y="114300"/>
                </a:lnTo>
                <a:lnTo>
                  <a:pt x="249427" y="97789"/>
                </a:lnTo>
                <a:lnTo>
                  <a:pt x="270255" y="93979"/>
                </a:lnTo>
                <a:lnTo>
                  <a:pt x="281559" y="91439"/>
                </a:lnTo>
                <a:lnTo>
                  <a:pt x="305180" y="88900"/>
                </a:lnTo>
                <a:lnTo>
                  <a:pt x="439038" y="88900"/>
                </a:lnTo>
                <a:lnTo>
                  <a:pt x="416560" y="78739"/>
                </a:lnTo>
                <a:lnTo>
                  <a:pt x="392556" y="69850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8" y="88900"/>
                </a:moveTo>
                <a:lnTo>
                  <a:pt x="328802" y="88900"/>
                </a:lnTo>
                <a:lnTo>
                  <a:pt x="351789" y="91439"/>
                </a:lnTo>
                <a:lnTo>
                  <a:pt x="374396" y="96519"/>
                </a:lnTo>
                <a:lnTo>
                  <a:pt x="426847" y="115569"/>
                </a:lnTo>
                <a:lnTo>
                  <a:pt x="462914" y="138429"/>
                </a:lnTo>
                <a:lnTo>
                  <a:pt x="493267" y="167639"/>
                </a:lnTo>
                <a:lnTo>
                  <a:pt x="517016" y="200659"/>
                </a:lnTo>
                <a:lnTo>
                  <a:pt x="533018" y="237489"/>
                </a:lnTo>
                <a:lnTo>
                  <a:pt x="541527" y="276859"/>
                </a:lnTo>
                <a:lnTo>
                  <a:pt x="542543" y="298450"/>
                </a:lnTo>
                <a:lnTo>
                  <a:pt x="542163" y="308609"/>
                </a:lnTo>
                <a:lnTo>
                  <a:pt x="535304" y="349250"/>
                </a:lnTo>
                <a:lnTo>
                  <a:pt x="524763" y="377189"/>
                </a:lnTo>
                <a:lnTo>
                  <a:pt x="520318" y="387350"/>
                </a:lnTo>
                <a:lnTo>
                  <a:pt x="490474" y="429259"/>
                </a:lnTo>
                <a:lnTo>
                  <a:pt x="459739" y="457200"/>
                </a:lnTo>
                <a:lnTo>
                  <a:pt x="423163" y="480059"/>
                </a:lnTo>
                <a:lnTo>
                  <a:pt x="382015" y="495300"/>
                </a:lnTo>
                <a:lnTo>
                  <a:pt x="338200" y="504189"/>
                </a:lnTo>
                <a:lnTo>
                  <a:pt x="440111" y="504189"/>
                </a:lnTo>
                <a:lnTo>
                  <a:pt x="478789" y="480059"/>
                </a:lnTo>
                <a:lnTo>
                  <a:pt x="513588" y="448309"/>
                </a:lnTo>
                <a:lnTo>
                  <a:pt x="541274" y="410209"/>
                </a:lnTo>
                <a:lnTo>
                  <a:pt x="560577" y="368300"/>
                </a:lnTo>
                <a:lnTo>
                  <a:pt x="570738" y="321309"/>
                </a:lnTo>
                <a:lnTo>
                  <a:pt x="572106" y="295909"/>
                </a:lnTo>
                <a:lnTo>
                  <a:pt x="571880" y="285750"/>
                </a:lnTo>
                <a:lnTo>
                  <a:pt x="564261" y="238759"/>
                </a:lnTo>
                <a:lnTo>
                  <a:pt x="552323" y="205739"/>
                </a:lnTo>
                <a:lnTo>
                  <a:pt x="547242" y="194309"/>
                </a:lnTo>
                <a:lnTo>
                  <a:pt x="514476" y="147319"/>
                </a:lnTo>
                <a:lnTo>
                  <a:pt x="479805" y="114300"/>
                </a:lnTo>
                <a:lnTo>
                  <a:pt x="460121" y="100329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844797" y="5291315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2" y="0"/>
                </a:moveTo>
                <a:lnTo>
                  <a:pt x="267207" y="3809"/>
                </a:lnTo>
                <a:lnTo>
                  <a:pt x="220725" y="13969"/>
                </a:lnTo>
                <a:lnTo>
                  <a:pt x="164718" y="36829"/>
                </a:lnTo>
                <a:lnTo>
                  <a:pt x="114553" y="68579"/>
                </a:lnTo>
                <a:lnTo>
                  <a:pt x="71754" y="109219"/>
                </a:lnTo>
                <a:lnTo>
                  <a:pt x="38353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0" y="283209"/>
                </a:lnTo>
                <a:lnTo>
                  <a:pt x="0" y="298449"/>
                </a:lnTo>
                <a:lnTo>
                  <a:pt x="507" y="313689"/>
                </a:lnTo>
                <a:lnTo>
                  <a:pt x="6857" y="358139"/>
                </a:lnTo>
                <a:lnTo>
                  <a:pt x="20065" y="401319"/>
                </a:lnTo>
                <a:lnTo>
                  <a:pt x="40004" y="441959"/>
                </a:lnTo>
                <a:lnTo>
                  <a:pt x="74675" y="488949"/>
                </a:lnTo>
                <a:lnTo>
                  <a:pt x="117728" y="528319"/>
                </a:lnTo>
                <a:lnTo>
                  <a:pt x="168275" y="558799"/>
                </a:lnTo>
                <a:lnTo>
                  <a:pt x="223647" y="580389"/>
                </a:lnTo>
                <a:lnTo>
                  <a:pt x="238760" y="585469"/>
                </a:lnTo>
                <a:lnTo>
                  <a:pt x="253491" y="588009"/>
                </a:lnTo>
                <a:lnTo>
                  <a:pt x="269493" y="590549"/>
                </a:lnTo>
                <a:lnTo>
                  <a:pt x="300863" y="593089"/>
                </a:lnTo>
                <a:lnTo>
                  <a:pt x="332739" y="593089"/>
                </a:lnTo>
                <a:lnTo>
                  <a:pt x="364109" y="590549"/>
                </a:lnTo>
                <a:lnTo>
                  <a:pt x="379856" y="588009"/>
                </a:lnTo>
                <a:lnTo>
                  <a:pt x="394715" y="584199"/>
                </a:lnTo>
                <a:lnTo>
                  <a:pt x="410717" y="580389"/>
                </a:lnTo>
                <a:lnTo>
                  <a:pt x="439547" y="570229"/>
                </a:lnTo>
                <a:lnTo>
                  <a:pt x="453136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6" y="552449"/>
                </a:lnTo>
                <a:lnTo>
                  <a:pt x="180339" y="532129"/>
                </a:lnTo>
                <a:lnTo>
                  <a:pt x="134747" y="504189"/>
                </a:lnTo>
                <a:lnTo>
                  <a:pt x="95885" y="467359"/>
                </a:lnTo>
                <a:lnTo>
                  <a:pt x="64769" y="425449"/>
                </a:lnTo>
                <a:lnTo>
                  <a:pt x="47243" y="389889"/>
                </a:lnTo>
                <a:lnTo>
                  <a:pt x="35560" y="351789"/>
                </a:lnTo>
                <a:lnTo>
                  <a:pt x="30099" y="311149"/>
                </a:lnTo>
                <a:lnTo>
                  <a:pt x="29625" y="295909"/>
                </a:lnTo>
                <a:lnTo>
                  <a:pt x="29972" y="283209"/>
                </a:lnTo>
                <a:lnTo>
                  <a:pt x="35432" y="243839"/>
                </a:lnTo>
                <a:lnTo>
                  <a:pt x="46989" y="205739"/>
                </a:lnTo>
                <a:lnTo>
                  <a:pt x="64262" y="170179"/>
                </a:lnTo>
                <a:lnTo>
                  <a:pt x="94868" y="126999"/>
                </a:lnTo>
                <a:lnTo>
                  <a:pt x="133730" y="91439"/>
                </a:lnTo>
                <a:lnTo>
                  <a:pt x="179197" y="62229"/>
                </a:lnTo>
                <a:lnTo>
                  <a:pt x="230250" y="41909"/>
                </a:lnTo>
                <a:lnTo>
                  <a:pt x="272034" y="33019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10" y="22859"/>
                </a:lnTo>
                <a:lnTo>
                  <a:pt x="407797" y="12699"/>
                </a:lnTo>
                <a:lnTo>
                  <a:pt x="392684" y="8889"/>
                </a:lnTo>
                <a:lnTo>
                  <a:pt x="362330" y="3809"/>
                </a:lnTo>
                <a:lnTo>
                  <a:pt x="314832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3" y="30479"/>
                </a:lnTo>
                <a:lnTo>
                  <a:pt x="358775" y="33019"/>
                </a:lnTo>
                <a:lnTo>
                  <a:pt x="386588" y="38099"/>
                </a:lnTo>
                <a:lnTo>
                  <a:pt x="426085" y="50799"/>
                </a:lnTo>
                <a:lnTo>
                  <a:pt x="474599" y="74929"/>
                </a:lnTo>
                <a:lnTo>
                  <a:pt x="517143" y="107949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4" y="256539"/>
                </a:lnTo>
                <a:lnTo>
                  <a:pt x="601806" y="295909"/>
                </a:lnTo>
                <a:lnTo>
                  <a:pt x="601814" y="298449"/>
                </a:lnTo>
                <a:lnTo>
                  <a:pt x="601472" y="309879"/>
                </a:lnTo>
                <a:lnTo>
                  <a:pt x="596011" y="350519"/>
                </a:lnTo>
                <a:lnTo>
                  <a:pt x="584453" y="388619"/>
                </a:lnTo>
                <a:lnTo>
                  <a:pt x="567181" y="424179"/>
                </a:lnTo>
                <a:lnTo>
                  <a:pt x="536575" y="467359"/>
                </a:lnTo>
                <a:lnTo>
                  <a:pt x="497839" y="502919"/>
                </a:lnTo>
                <a:lnTo>
                  <a:pt x="452247" y="532129"/>
                </a:lnTo>
                <a:lnTo>
                  <a:pt x="401192" y="552449"/>
                </a:lnTo>
                <a:lnTo>
                  <a:pt x="387223" y="554989"/>
                </a:lnTo>
                <a:lnTo>
                  <a:pt x="373506" y="558799"/>
                </a:lnTo>
                <a:lnTo>
                  <a:pt x="359410" y="561339"/>
                </a:lnTo>
                <a:lnTo>
                  <a:pt x="330707" y="563879"/>
                </a:lnTo>
                <a:lnTo>
                  <a:pt x="453136" y="563879"/>
                </a:lnTo>
                <a:lnTo>
                  <a:pt x="492760" y="542289"/>
                </a:lnTo>
                <a:lnTo>
                  <a:pt x="539368" y="506729"/>
                </a:lnTo>
                <a:lnTo>
                  <a:pt x="577976" y="462279"/>
                </a:lnTo>
                <a:lnTo>
                  <a:pt x="600201" y="425449"/>
                </a:lnTo>
                <a:lnTo>
                  <a:pt x="617347" y="384809"/>
                </a:lnTo>
                <a:lnTo>
                  <a:pt x="627888" y="341629"/>
                </a:lnTo>
                <a:lnTo>
                  <a:pt x="631443" y="295909"/>
                </a:lnTo>
                <a:lnTo>
                  <a:pt x="630936" y="280669"/>
                </a:lnTo>
                <a:lnTo>
                  <a:pt x="624586" y="234949"/>
                </a:lnTo>
                <a:lnTo>
                  <a:pt x="611504" y="193039"/>
                </a:lnTo>
                <a:lnTo>
                  <a:pt x="591438" y="152399"/>
                </a:lnTo>
                <a:lnTo>
                  <a:pt x="556894" y="105409"/>
                </a:lnTo>
                <a:lnTo>
                  <a:pt x="513714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4" y="59689"/>
                </a:lnTo>
                <a:lnTo>
                  <a:pt x="276732" y="62229"/>
                </a:lnTo>
                <a:lnTo>
                  <a:pt x="216280" y="78739"/>
                </a:lnTo>
                <a:lnTo>
                  <a:pt x="172592" y="100329"/>
                </a:lnTo>
                <a:lnTo>
                  <a:pt x="134492" y="129539"/>
                </a:lnTo>
                <a:lnTo>
                  <a:pt x="103250" y="163829"/>
                </a:lnTo>
                <a:lnTo>
                  <a:pt x="79501" y="204469"/>
                </a:lnTo>
                <a:lnTo>
                  <a:pt x="64515" y="248919"/>
                </a:lnTo>
                <a:lnTo>
                  <a:pt x="59347" y="295909"/>
                </a:lnTo>
                <a:lnTo>
                  <a:pt x="59337" y="298449"/>
                </a:lnTo>
                <a:lnTo>
                  <a:pt x="59562" y="308609"/>
                </a:lnTo>
                <a:lnTo>
                  <a:pt x="67182" y="355599"/>
                </a:lnTo>
                <a:lnTo>
                  <a:pt x="84200" y="398779"/>
                </a:lnTo>
                <a:lnTo>
                  <a:pt x="117093" y="447039"/>
                </a:lnTo>
                <a:lnTo>
                  <a:pt x="151764" y="480059"/>
                </a:lnTo>
                <a:lnTo>
                  <a:pt x="192531" y="505459"/>
                </a:lnTo>
                <a:lnTo>
                  <a:pt x="251078" y="527049"/>
                </a:lnTo>
                <a:lnTo>
                  <a:pt x="302132" y="534669"/>
                </a:lnTo>
                <a:lnTo>
                  <a:pt x="328549" y="534669"/>
                </a:lnTo>
                <a:lnTo>
                  <a:pt x="379856" y="527049"/>
                </a:lnTo>
                <a:lnTo>
                  <a:pt x="437768" y="505459"/>
                </a:lnTo>
                <a:lnTo>
                  <a:pt x="314451" y="505459"/>
                </a:lnTo>
                <a:lnTo>
                  <a:pt x="302767" y="504189"/>
                </a:lnTo>
                <a:lnTo>
                  <a:pt x="291338" y="504189"/>
                </a:lnTo>
                <a:lnTo>
                  <a:pt x="279273" y="501649"/>
                </a:lnTo>
                <a:lnTo>
                  <a:pt x="268604" y="500379"/>
                </a:lnTo>
                <a:lnTo>
                  <a:pt x="224536" y="487679"/>
                </a:lnTo>
                <a:lnTo>
                  <a:pt x="185800" y="467359"/>
                </a:lnTo>
                <a:lnTo>
                  <a:pt x="152653" y="441959"/>
                </a:lnTo>
                <a:lnTo>
                  <a:pt x="125475" y="410209"/>
                </a:lnTo>
                <a:lnTo>
                  <a:pt x="105790" y="375919"/>
                </a:lnTo>
                <a:lnTo>
                  <a:pt x="93090" y="336549"/>
                </a:lnTo>
                <a:lnTo>
                  <a:pt x="88900" y="295909"/>
                </a:lnTo>
                <a:lnTo>
                  <a:pt x="89280" y="285749"/>
                </a:lnTo>
                <a:lnTo>
                  <a:pt x="96138" y="245109"/>
                </a:lnTo>
                <a:lnTo>
                  <a:pt x="111125" y="207009"/>
                </a:lnTo>
                <a:lnTo>
                  <a:pt x="141097" y="165099"/>
                </a:lnTo>
                <a:lnTo>
                  <a:pt x="171830" y="135889"/>
                </a:lnTo>
                <a:lnTo>
                  <a:pt x="208279" y="114299"/>
                </a:lnTo>
                <a:lnTo>
                  <a:pt x="249427" y="97789"/>
                </a:lnTo>
                <a:lnTo>
                  <a:pt x="270255" y="93979"/>
                </a:lnTo>
                <a:lnTo>
                  <a:pt x="281559" y="91439"/>
                </a:lnTo>
                <a:lnTo>
                  <a:pt x="305180" y="88899"/>
                </a:lnTo>
                <a:lnTo>
                  <a:pt x="439038" y="88899"/>
                </a:lnTo>
                <a:lnTo>
                  <a:pt x="416560" y="78739"/>
                </a:lnTo>
                <a:lnTo>
                  <a:pt x="380491" y="67309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8" y="88899"/>
                </a:moveTo>
                <a:lnTo>
                  <a:pt x="316611" y="88899"/>
                </a:lnTo>
                <a:lnTo>
                  <a:pt x="328802" y="90169"/>
                </a:lnTo>
                <a:lnTo>
                  <a:pt x="340105" y="90169"/>
                </a:lnTo>
                <a:lnTo>
                  <a:pt x="351789" y="91439"/>
                </a:lnTo>
                <a:lnTo>
                  <a:pt x="407035" y="106679"/>
                </a:lnTo>
                <a:lnTo>
                  <a:pt x="445515" y="126999"/>
                </a:lnTo>
                <a:lnTo>
                  <a:pt x="478789" y="152399"/>
                </a:lnTo>
                <a:lnTo>
                  <a:pt x="506094" y="184149"/>
                </a:lnTo>
                <a:lnTo>
                  <a:pt x="525652" y="218439"/>
                </a:lnTo>
                <a:lnTo>
                  <a:pt x="538352" y="256539"/>
                </a:lnTo>
                <a:lnTo>
                  <a:pt x="542543" y="298449"/>
                </a:lnTo>
                <a:lnTo>
                  <a:pt x="542163" y="308609"/>
                </a:lnTo>
                <a:lnTo>
                  <a:pt x="535304" y="349249"/>
                </a:lnTo>
                <a:lnTo>
                  <a:pt x="520318" y="387349"/>
                </a:lnTo>
                <a:lnTo>
                  <a:pt x="490474" y="429259"/>
                </a:lnTo>
                <a:lnTo>
                  <a:pt x="459739" y="457199"/>
                </a:lnTo>
                <a:lnTo>
                  <a:pt x="423163" y="480059"/>
                </a:lnTo>
                <a:lnTo>
                  <a:pt x="382015" y="495299"/>
                </a:lnTo>
                <a:lnTo>
                  <a:pt x="338200" y="504189"/>
                </a:lnTo>
                <a:lnTo>
                  <a:pt x="326516" y="504189"/>
                </a:lnTo>
                <a:lnTo>
                  <a:pt x="314451" y="505459"/>
                </a:lnTo>
                <a:lnTo>
                  <a:pt x="437768" y="505459"/>
                </a:lnTo>
                <a:lnTo>
                  <a:pt x="458850" y="494029"/>
                </a:lnTo>
                <a:lnTo>
                  <a:pt x="496950" y="464819"/>
                </a:lnTo>
                <a:lnTo>
                  <a:pt x="528319" y="430529"/>
                </a:lnTo>
                <a:lnTo>
                  <a:pt x="552068" y="389889"/>
                </a:lnTo>
                <a:lnTo>
                  <a:pt x="566927" y="345439"/>
                </a:lnTo>
                <a:lnTo>
                  <a:pt x="572096" y="298449"/>
                </a:lnTo>
                <a:lnTo>
                  <a:pt x="572106" y="295909"/>
                </a:lnTo>
                <a:lnTo>
                  <a:pt x="571880" y="285749"/>
                </a:lnTo>
                <a:lnTo>
                  <a:pt x="564261" y="238759"/>
                </a:lnTo>
                <a:lnTo>
                  <a:pt x="552323" y="205739"/>
                </a:lnTo>
                <a:lnTo>
                  <a:pt x="547242" y="194309"/>
                </a:lnTo>
                <a:lnTo>
                  <a:pt x="514476" y="147319"/>
                </a:lnTo>
                <a:lnTo>
                  <a:pt x="479805" y="114299"/>
                </a:lnTo>
                <a:lnTo>
                  <a:pt x="460121" y="100329"/>
                </a:lnTo>
                <a:lnTo>
                  <a:pt x="439038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021328" y="5415178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354326" y="4581397"/>
            <a:ext cx="631825" cy="594360"/>
          </a:xfrm>
          <a:custGeom>
            <a:avLst/>
            <a:gdLst/>
            <a:ahLst/>
            <a:cxnLst/>
            <a:rect l="l" t="t" r="r" b="b"/>
            <a:pathLst>
              <a:path w="631825" h="594360">
                <a:moveTo>
                  <a:pt x="330581" y="0"/>
                </a:moveTo>
                <a:lnTo>
                  <a:pt x="298450" y="0"/>
                </a:lnTo>
                <a:lnTo>
                  <a:pt x="282701" y="1269"/>
                </a:lnTo>
                <a:lnTo>
                  <a:pt x="251587" y="6350"/>
                </a:lnTo>
                <a:lnTo>
                  <a:pt x="236981" y="10159"/>
                </a:lnTo>
                <a:lnTo>
                  <a:pt x="220599" y="13969"/>
                </a:lnTo>
                <a:lnTo>
                  <a:pt x="164592" y="36829"/>
                </a:lnTo>
                <a:lnTo>
                  <a:pt x="114554" y="68579"/>
                </a:lnTo>
                <a:lnTo>
                  <a:pt x="71755" y="109219"/>
                </a:lnTo>
                <a:lnTo>
                  <a:pt x="38226" y="156209"/>
                </a:lnTo>
                <a:lnTo>
                  <a:pt x="19176" y="195579"/>
                </a:lnTo>
                <a:lnTo>
                  <a:pt x="6350" y="238759"/>
                </a:lnTo>
                <a:lnTo>
                  <a:pt x="381" y="283209"/>
                </a:lnTo>
                <a:lnTo>
                  <a:pt x="0" y="298449"/>
                </a:lnTo>
                <a:lnTo>
                  <a:pt x="507" y="313689"/>
                </a:lnTo>
                <a:lnTo>
                  <a:pt x="6857" y="359409"/>
                </a:lnTo>
                <a:lnTo>
                  <a:pt x="19938" y="401319"/>
                </a:lnTo>
                <a:lnTo>
                  <a:pt x="40005" y="441959"/>
                </a:lnTo>
                <a:lnTo>
                  <a:pt x="74549" y="488949"/>
                </a:lnTo>
                <a:lnTo>
                  <a:pt x="117856" y="529589"/>
                </a:lnTo>
                <a:lnTo>
                  <a:pt x="168275" y="560069"/>
                </a:lnTo>
                <a:lnTo>
                  <a:pt x="224028" y="581659"/>
                </a:lnTo>
                <a:lnTo>
                  <a:pt x="269113" y="591819"/>
                </a:lnTo>
                <a:lnTo>
                  <a:pt x="300863" y="594359"/>
                </a:lnTo>
                <a:lnTo>
                  <a:pt x="332740" y="594359"/>
                </a:lnTo>
                <a:lnTo>
                  <a:pt x="364109" y="591819"/>
                </a:lnTo>
                <a:lnTo>
                  <a:pt x="379856" y="589279"/>
                </a:lnTo>
                <a:lnTo>
                  <a:pt x="394969" y="585469"/>
                </a:lnTo>
                <a:lnTo>
                  <a:pt x="410718" y="581659"/>
                </a:lnTo>
                <a:lnTo>
                  <a:pt x="439547" y="571499"/>
                </a:lnTo>
                <a:lnTo>
                  <a:pt x="453199" y="565149"/>
                </a:lnTo>
                <a:lnTo>
                  <a:pt x="301498" y="565149"/>
                </a:lnTo>
                <a:lnTo>
                  <a:pt x="272669" y="562609"/>
                </a:lnTo>
                <a:lnTo>
                  <a:pt x="231394" y="553719"/>
                </a:lnTo>
                <a:lnTo>
                  <a:pt x="180340" y="533399"/>
                </a:lnTo>
                <a:lnTo>
                  <a:pt x="134747" y="505459"/>
                </a:lnTo>
                <a:lnTo>
                  <a:pt x="95885" y="468629"/>
                </a:lnTo>
                <a:lnTo>
                  <a:pt x="64769" y="426719"/>
                </a:lnTo>
                <a:lnTo>
                  <a:pt x="47243" y="389889"/>
                </a:lnTo>
                <a:lnTo>
                  <a:pt x="35560" y="351789"/>
                </a:lnTo>
                <a:lnTo>
                  <a:pt x="30099" y="311149"/>
                </a:lnTo>
                <a:lnTo>
                  <a:pt x="29591" y="298449"/>
                </a:lnTo>
                <a:lnTo>
                  <a:pt x="29972" y="284479"/>
                </a:lnTo>
                <a:lnTo>
                  <a:pt x="35432" y="243839"/>
                </a:lnTo>
                <a:lnTo>
                  <a:pt x="46990" y="205739"/>
                </a:lnTo>
                <a:lnTo>
                  <a:pt x="64262" y="170179"/>
                </a:lnTo>
                <a:lnTo>
                  <a:pt x="94868" y="127000"/>
                </a:lnTo>
                <a:lnTo>
                  <a:pt x="133731" y="91439"/>
                </a:lnTo>
                <a:lnTo>
                  <a:pt x="179197" y="62229"/>
                </a:lnTo>
                <a:lnTo>
                  <a:pt x="230250" y="41909"/>
                </a:lnTo>
                <a:lnTo>
                  <a:pt x="272034" y="33019"/>
                </a:lnTo>
                <a:lnTo>
                  <a:pt x="315468" y="29209"/>
                </a:lnTo>
                <a:lnTo>
                  <a:pt x="451047" y="29209"/>
                </a:lnTo>
                <a:lnTo>
                  <a:pt x="435737" y="22859"/>
                </a:lnTo>
                <a:lnTo>
                  <a:pt x="407543" y="12700"/>
                </a:lnTo>
                <a:lnTo>
                  <a:pt x="392938" y="8889"/>
                </a:lnTo>
                <a:lnTo>
                  <a:pt x="346837" y="1269"/>
                </a:lnTo>
                <a:lnTo>
                  <a:pt x="330581" y="0"/>
                </a:lnTo>
                <a:close/>
              </a:path>
              <a:path w="631825" h="594360">
                <a:moveTo>
                  <a:pt x="451047" y="29209"/>
                </a:moveTo>
                <a:lnTo>
                  <a:pt x="315468" y="29209"/>
                </a:lnTo>
                <a:lnTo>
                  <a:pt x="330073" y="30479"/>
                </a:lnTo>
                <a:lnTo>
                  <a:pt x="344550" y="30479"/>
                </a:lnTo>
                <a:lnTo>
                  <a:pt x="386715" y="38100"/>
                </a:lnTo>
                <a:lnTo>
                  <a:pt x="426212" y="50800"/>
                </a:lnTo>
                <a:lnTo>
                  <a:pt x="474725" y="74929"/>
                </a:lnTo>
                <a:lnTo>
                  <a:pt x="517144" y="106679"/>
                </a:lnTo>
                <a:lnTo>
                  <a:pt x="552196" y="147319"/>
                </a:lnTo>
                <a:lnTo>
                  <a:pt x="573278" y="180339"/>
                </a:lnTo>
                <a:lnTo>
                  <a:pt x="578993" y="193039"/>
                </a:lnTo>
                <a:lnTo>
                  <a:pt x="584200" y="204469"/>
                </a:lnTo>
                <a:lnTo>
                  <a:pt x="595884" y="242569"/>
                </a:lnTo>
                <a:lnTo>
                  <a:pt x="601344" y="283209"/>
                </a:lnTo>
                <a:lnTo>
                  <a:pt x="601818" y="298449"/>
                </a:lnTo>
                <a:lnTo>
                  <a:pt x="601472" y="311149"/>
                </a:lnTo>
                <a:lnTo>
                  <a:pt x="596011" y="351789"/>
                </a:lnTo>
                <a:lnTo>
                  <a:pt x="584454" y="389889"/>
                </a:lnTo>
                <a:lnTo>
                  <a:pt x="567182" y="425449"/>
                </a:lnTo>
                <a:lnTo>
                  <a:pt x="536575" y="467359"/>
                </a:lnTo>
                <a:lnTo>
                  <a:pt x="497840" y="504189"/>
                </a:lnTo>
                <a:lnTo>
                  <a:pt x="452247" y="533399"/>
                </a:lnTo>
                <a:lnTo>
                  <a:pt x="401193" y="553719"/>
                </a:lnTo>
                <a:lnTo>
                  <a:pt x="387350" y="556259"/>
                </a:lnTo>
                <a:lnTo>
                  <a:pt x="373506" y="560069"/>
                </a:lnTo>
                <a:lnTo>
                  <a:pt x="359410" y="562609"/>
                </a:lnTo>
                <a:lnTo>
                  <a:pt x="330707" y="565149"/>
                </a:lnTo>
                <a:lnTo>
                  <a:pt x="453199" y="565149"/>
                </a:lnTo>
                <a:lnTo>
                  <a:pt x="492760" y="543559"/>
                </a:lnTo>
                <a:lnTo>
                  <a:pt x="539369" y="507999"/>
                </a:lnTo>
                <a:lnTo>
                  <a:pt x="577976" y="463549"/>
                </a:lnTo>
                <a:lnTo>
                  <a:pt x="600201" y="426719"/>
                </a:lnTo>
                <a:lnTo>
                  <a:pt x="617347" y="386079"/>
                </a:lnTo>
                <a:lnTo>
                  <a:pt x="627888" y="341629"/>
                </a:lnTo>
                <a:lnTo>
                  <a:pt x="631444" y="295909"/>
                </a:lnTo>
                <a:lnTo>
                  <a:pt x="630936" y="280669"/>
                </a:lnTo>
                <a:lnTo>
                  <a:pt x="624586" y="236219"/>
                </a:lnTo>
                <a:lnTo>
                  <a:pt x="611378" y="193039"/>
                </a:lnTo>
                <a:lnTo>
                  <a:pt x="591566" y="152400"/>
                </a:lnTo>
                <a:lnTo>
                  <a:pt x="556894" y="105409"/>
                </a:lnTo>
                <a:lnTo>
                  <a:pt x="513715" y="66039"/>
                </a:lnTo>
                <a:lnTo>
                  <a:pt x="463296" y="34289"/>
                </a:lnTo>
                <a:lnTo>
                  <a:pt x="451047" y="29209"/>
                </a:lnTo>
                <a:close/>
              </a:path>
              <a:path w="631825" h="594360">
                <a:moveTo>
                  <a:pt x="329438" y="59689"/>
                </a:moveTo>
                <a:lnTo>
                  <a:pt x="302894" y="59689"/>
                </a:lnTo>
                <a:lnTo>
                  <a:pt x="276732" y="62229"/>
                </a:lnTo>
                <a:lnTo>
                  <a:pt x="216281" y="77469"/>
                </a:lnTo>
                <a:lnTo>
                  <a:pt x="172593" y="100329"/>
                </a:lnTo>
                <a:lnTo>
                  <a:pt x="134493" y="129539"/>
                </a:lnTo>
                <a:lnTo>
                  <a:pt x="103250" y="163829"/>
                </a:lnTo>
                <a:lnTo>
                  <a:pt x="79375" y="204469"/>
                </a:lnTo>
                <a:lnTo>
                  <a:pt x="64516" y="248919"/>
                </a:lnTo>
                <a:lnTo>
                  <a:pt x="59347" y="295909"/>
                </a:lnTo>
                <a:lnTo>
                  <a:pt x="59334" y="298449"/>
                </a:lnTo>
                <a:lnTo>
                  <a:pt x="59562" y="309879"/>
                </a:lnTo>
                <a:lnTo>
                  <a:pt x="67182" y="356869"/>
                </a:lnTo>
                <a:lnTo>
                  <a:pt x="84200" y="400049"/>
                </a:lnTo>
                <a:lnTo>
                  <a:pt x="117093" y="448309"/>
                </a:lnTo>
                <a:lnTo>
                  <a:pt x="151637" y="480059"/>
                </a:lnTo>
                <a:lnTo>
                  <a:pt x="192531" y="506729"/>
                </a:lnTo>
                <a:lnTo>
                  <a:pt x="238760" y="524509"/>
                </a:lnTo>
                <a:lnTo>
                  <a:pt x="276098" y="533399"/>
                </a:lnTo>
                <a:lnTo>
                  <a:pt x="302132" y="535939"/>
                </a:lnTo>
                <a:lnTo>
                  <a:pt x="328549" y="535939"/>
                </a:lnTo>
                <a:lnTo>
                  <a:pt x="379730" y="528319"/>
                </a:lnTo>
                <a:lnTo>
                  <a:pt x="437642" y="506729"/>
                </a:lnTo>
                <a:lnTo>
                  <a:pt x="439998" y="505459"/>
                </a:lnTo>
                <a:lnTo>
                  <a:pt x="291338" y="505459"/>
                </a:lnTo>
                <a:lnTo>
                  <a:pt x="279654" y="502919"/>
                </a:lnTo>
                <a:lnTo>
                  <a:pt x="268224" y="501649"/>
                </a:lnTo>
                <a:lnTo>
                  <a:pt x="257556" y="499109"/>
                </a:lnTo>
                <a:lnTo>
                  <a:pt x="246125" y="496569"/>
                </a:lnTo>
                <a:lnTo>
                  <a:pt x="204724" y="480059"/>
                </a:lnTo>
                <a:lnTo>
                  <a:pt x="168529" y="455929"/>
                </a:lnTo>
                <a:lnTo>
                  <a:pt x="138303" y="427989"/>
                </a:lnTo>
                <a:lnTo>
                  <a:pt x="114426" y="393699"/>
                </a:lnTo>
                <a:lnTo>
                  <a:pt x="98425" y="358139"/>
                </a:lnTo>
                <a:lnTo>
                  <a:pt x="89916" y="317499"/>
                </a:lnTo>
                <a:lnTo>
                  <a:pt x="88900" y="295909"/>
                </a:lnTo>
                <a:lnTo>
                  <a:pt x="89281" y="285749"/>
                </a:lnTo>
                <a:lnTo>
                  <a:pt x="96138" y="245109"/>
                </a:lnTo>
                <a:lnTo>
                  <a:pt x="111251" y="207009"/>
                </a:lnTo>
                <a:lnTo>
                  <a:pt x="141097" y="165100"/>
                </a:lnTo>
                <a:lnTo>
                  <a:pt x="171831" y="135889"/>
                </a:lnTo>
                <a:lnTo>
                  <a:pt x="208406" y="114300"/>
                </a:lnTo>
                <a:lnTo>
                  <a:pt x="249555" y="97789"/>
                </a:lnTo>
                <a:lnTo>
                  <a:pt x="305181" y="88900"/>
                </a:lnTo>
                <a:lnTo>
                  <a:pt x="439038" y="88900"/>
                </a:lnTo>
                <a:lnTo>
                  <a:pt x="416560" y="78739"/>
                </a:lnTo>
                <a:lnTo>
                  <a:pt x="392684" y="69850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4360">
                <a:moveTo>
                  <a:pt x="439038" y="88900"/>
                </a:moveTo>
                <a:lnTo>
                  <a:pt x="328803" y="88900"/>
                </a:lnTo>
                <a:lnTo>
                  <a:pt x="351790" y="91439"/>
                </a:lnTo>
                <a:lnTo>
                  <a:pt x="385191" y="99059"/>
                </a:lnTo>
                <a:lnTo>
                  <a:pt x="426847" y="115569"/>
                </a:lnTo>
                <a:lnTo>
                  <a:pt x="462915" y="138429"/>
                </a:lnTo>
                <a:lnTo>
                  <a:pt x="493268" y="167639"/>
                </a:lnTo>
                <a:lnTo>
                  <a:pt x="516890" y="200659"/>
                </a:lnTo>
                <a:lnTo>
                  <a:pt x="521207" y="209549"/>
                </a:lnTo>
                <a:lnTo>
                  <a:pt x="525653" y="218439"/>
                </a:lnTo>
                <a:lnTo>
                  <a:pt x="538353" y="257809"/>
                </a:lnTo>
                <a:lnTo>
                  <a:pt x="542544" y="298449"/>
                </a:lnTo>
                <a:lnTo>
                  <a:pt x="542163" y="309879"/>
                </a:lnTo>
                <a:lnTo>
                  <a:pt x="535305" y="350519"/>
                </a:lnTo>
                <a:lnTo>
                  <a:pt x="532257" y="359409"/>
                </a:lnTo>
                <a:lnTo>
                  <a:pt x="528828" y="369569"/>
                </a:lnTo>
                <a:lnTo>
                  <a:pt x="524637" y="378459"/>
                </a:lnTo>
                <a:lnTo>
                  <a:pt x="520192" y="388619"/>
                </a:lnTo>
                <a:lnTo>
                  <a:pt x="515366" y="396239"/>
                </a:lnTo>
                <a:lnTo>
                  <a:pt x="490474" y="430529"/>
                </a:lnTo>
                <a:lnTo>
                  <a:pt x="459613" y="458469"/>
                </a:lnTo>
                <a:lnTo>
                  <a:pt x="423037" y="481329"/>
                </a:lnTo>
                <a:lnTo>
                  <a:pt x="382016" y="496569"/>
                </a:lnTo>
                <a:lnTo>
                  <a:pt x="338200" y="505459"/>
                </a:lnTo>
                <a:lnTo>
                  <a:pt x="439998" y="505459"/>
                </a:lnTo>
                <a:lnTo>
                  <a:pt x="478790" y="481329"/>
                </a:lnTo>
                <a:lnTo>
                  <a:pt x="513588" y="449579"/>
                </a:lnTo>
                <a:lnTo>
                  <a:pt x="541274" y="411479"/>
                </a:lnTo>
                <a:lnTo>
                  <a:pt x="551942" y="389889"/>
                </a:lnTo>
                <a:lnTo>
                  <a:pt x="556641" y="379729"/>
                </a:lnTo>
                <a:lnTo>
                  <a:pt x="569213" y="334009"/>
                </a:lnTo>
                <a:lnTo>
                  <a:pt x="572135" y="298449"/>
                </a:lnTo>
                <a:lnTo>
                  <a:pt x="571881" y="285749"/>
                </a:lnTo>
                <a:lnTo>
                  <a:pt x="564261" y="238759"/>
                </a:lnTo>
                <a:lnTo>
                  <a:pt x="547243" y="195579"/>
                </a:lnTo>
                <a:lnTo>
                  <a:pt x="514476" y="147319"/>
                </a:lnTo>
                <a:lnTo>
                  <a:pt x="479806" y="114300"/>
                </a:lnTo>
                <a:lnTo>
                  <a:pt x="459994" y="100329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536698" y="4705350"/>
            <a:ext cx="2546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354326" y="5372087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2" y="0"/>
                </a:moveTo>
                <a:lnTo>
                  <a:pt x="267207" y="3809"/>
                </a:lnTo>
                <a:lnTo>
                  <a:pt x="251841" y="6349"/>
                </a:lnTo>
                <a:lnTo>
                  <a:pt x="236600" y="10159"/>
                </a:lnTo>
                <a:lnTo>
                  <a:pt x="220725" y="13969"/>
                </a:lnTo>
                <a:lnTo>
                  <a:pt x="164719" y="36829"/>
                </a:lnTo>
                <a:lnTo>
                  <a:pt x="114554" y="68579"/>
                </a:lnTo>
                <a:lnTo>
                  <a:pt x="71755" y="109219"/>
                </a:lnTo>
                <a:lnTo>
                  <a:pt x="38354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1" y="283209"/>
                </a:lnTo>
                <a:lnTo>
                  <a:pt x="0" y="298449"/>
                </a:lnTo>
                <a:lnTo>
                  <a:pt x="507" y="313689"/>
                </a:lnTo>
                <a:lnTo>
                  <a:pt x="6857" y="358139"/>
                </a:lnTo>
                <a:lnTo>
                  <a:pt x="20066" y="401319"/>
                </a:lnTo>
                <a:lnTo>
                  <a:pt x="40005" y="441959"/>
                </a:lnTo>
                <a:lnTo>
                  <a:pt x="74675" y="488949"/>
                </a:lnTo>
                <a:lnTo>
                  <a:pt x="117729" y="528319"/>
                </a:lnTo>
                <a:lnTo>
                  <a:pt x="168275" y="558799"/>
                </a:lnTo>
                <a:lnTo>
                  <a:pt x="223647" y="580389"/>
                </a:lnTo>
                <a:lnTo>
                  <a:pt x="238760" y="585469"/>
                </a:lnTo>
                <a:lnTo>
                  <a:pt x="253492" y="588009"/>
                </a:lnTo>
                <a:lnTo>
                  <a:pt x="269494" y="590549"/>
                </a:lnTo>
                <a:lnTo>
                  <a:pt x="300863" y="593089"/>
                </a:lnTo>
                <a:lnTo>
                  <a:pt x="332740" y="593089"/>
                </a:lnTo>
                <a:lnTo>
                  <a:pt x="364109" y="590549"/>
                </a:lnTo>
                <a:lnTo>
                  <a:pt x="379856" y="588009"/>
                </a:lnTo>
                <a:lnTo>
                  <a:pt x="394716" y="584199"/>
                </a:lnTo>
                <a:lnTo>
                  <a:pt x="410718" y="580389"/>
                </a:lnTo>
                <a:lnTo>
                  <a:pt x="439547" y="570229"/>
                </a:lnTo>
                <a:lnTo>
                  <a:pt x="453136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7" y="552449"/>
                </a:lnTo>
                <a:lnTo>
                  <a:pt x="180340" y="532129"/>
                </a:lnTo>
                <a:lnTo>
                  <a:pt x="134747" y="504189"/>
                </a:lnTo>
                <a:lnTo>
                  <a:pt x="95885" y="467359"/>
                </a:lnTo>
                <a:lnTo>
                  <a:pt x="64769" y="425449"/>
                </a:lnTo>
                <a:lnTo>
                  <a:pt x="47243" y="389889"/>
                </a:lnTo>
                <a:lnTo>
                  <a:pt x="35560" y="351789"/>
                </a:lnTo>
                <a:lnTo>
                  <a:pt x="30099" y="311149"/>
                </a:lnTo>
                <a:lnTo>
                  <a:pt x="29625" y="295909"/>
                </a:lnTo>
                <a:lnTo>
                  <a:pt x="29972" y="283209"/>
                </a:lnTo>
                <a:lnTo>
                  <a:pt x="35432" y="243839"/>
                </a:lnTo>
                <a:lnTo>
                  <a:pt x="52069" y="193039"/>
                </a:lnTo>
                <a:lnTo>
                  <a:pt x="78486" y="148589"/>
                </a:lnTo>
                <a:lnTo>
                  <a:pt x="113284" y="107949"/>
                </a:lnTo>
                <a:lnTo>
                  <a:pt x="155575" y="76199"/>
                </a:lnTo>
                <a:lnTo>
                  <a:pt x="204088" y="50799"/>
                </a:lnTo>
                <a:lnTo>
                  <a:pt x="244221" y="38099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10" y="22859"/>
                </a:lnTo>
                <a:lnTo>
                  <a:pt x="407797" y="12699"/>
                </a:lnTo>
                <a:lnTo>
                  <a:pt x="392684" y="8889"/>
                </a:lnTo>
                <a:lnTo>
                  <a:pt x="362331" y="3809"/>
                </a:lnTo>
                <a:lnTo>
                  <a:pt x="314832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3" y="30479"/>
                </a:lnTo>
                <a:lnTo>
                  <a:pt x="358775" y="33019"/>
                </a:lnTo>
                <a:lnTo>
                  <a:pt x="386588" y="38099"/>
                </a:lnTo>
                <a:lnTo>
                  <a:pt x="426085" y="50799"/>
                </a:lnTo>
                <a:lnTo>
                  <a:pt x="474599" y="74929"/>
                </a:lnTo>
                <a:lnTo>
                  <a:pt x="517144" y="107949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4" y="256539"/>
                </a:lnTo>
                <a:lnTo>
                  <a:pt x="601806" y="295909"/>
                </a:lnTo>
                <a:lnTo>
                  <a:pt x="601814" y="298449"/>
                </a:lnTo>
                <a:lnTo>
                  <a:pt x="601472" y="309879"/>
                </a:lnTo>
                <a:lnTo>
                  <a:pt x="596011" y="350519"/>
                </a:lnTo>
                <a:lnTo>
                  <a:pt x="584454" y="388619"/>
                </a:lnTo>
                <a:lnTo>
                  <a:pt x="567182" y="424179"/>
                </a:lnTo>
                <a:lnTo>
                  <a:pt x="536575" y="467359"/>
                </a:lnTo>
                <a:lnTo>
                  <a:pt x="497840" y="502919"/>
                </a:lnTo>
                <a:lnTo>
                  <a:pt x="452247" y="532129"/>
                </a:lnTo>
                <a:lnTo>
                  <a:pt x="401193" y="552449"/>
                </a:lnTo>
                <a:lnTo>
                  <a:pt x="387223" y="554989"/>
                </a:lnTo>
                <a:lnTo>
                  <a:pt x="373506" y="558799"/>
                </a:lnTo>
                <a:lnTo>
                  <a:pt x="359410" y="561339"/>
                </a:lnTo>
                <a:lnTo>
                  <a:pt x="330707" y="563879"/>
                </a:lnTo>
                <a:lnTo>
                  <a:pt x="453136" y="563879"/>
                </a:lnTo>
                <a:lnTo>
                  <a:pt x="492760" y="542289"/>
                </a:lnTo>
                <a:lnTo>
                  <a:pt x="539369" y="506729"/>
                </a:lnTo>
                <a:lnTo>
                  <a:pt x="577976" y="462279"/>
                </a:lnTo>
                <a:lnTo>
                  <a:pt x="600201" y="425449"/>
                </a:lnTo>
                <a:lnTo>
                  <a:pt x="617347" y="384809"/>
                </a:lnTo>
                <a:lnTo>
                  <a:pt x="627888" y="341629"/>
                </a:lnTo>
                <a:lnTo>
                  <a:pt x="631444" y="295909"/>
                </a:lnTo>
                <a:lnTo>
                  <a:pt x="630936" y="280669"/>
                </a:lnTo>
                <a:lnTo>
                  <a:pt x="624586" y="234949"/>
                </a:lnTo>
                <a:lnTo>
                  <a:pt x="611505" y="193039"/>
                </a:lnTo>
                <a:lnTo>
                  <a:pt x="591438" y="152399"/>
                </a:lnTo>
                <a:lnTo>
                  <a:pt x="556894" y="105409"/>
                </a:lnTo>
                <a:lnTo>
                  <a:pt x="513715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4" y="59689"/>
                </a:lnTo>
                <a:lnTo>
                  <a:pt x="276732" y="62229"/>
                </a:lnTo>
                <a:lnTo>
                  <a:pt x="216281" y="78739"/>
                </a:lnTo>
                <a:lnTo>
                  <a:pt x="172593" y="100329"/>
                </a:lnTo>
                <a:lnTo>
                  <a:pt x="134493" y="129539"/>
                </a:lnTo>
                <a:lnTo>
                  <a:pt x="103250" y="163829"/>
                </a:lnTo>
                <a:lnTo>
                  <a:pt x="79501" y="204469"/>
                </a:lnTo>
                <a:lnTo>
                  <a:pt x="64516" y="248919"/>
                </a:lnTo>
                <a:lnTo>
                  <a:pt x="59347" y="295909"/>
                </a:lnTo>
                <a:lnTo>
                  <a:pt x="59337" y="298449"/>
                </a:lnTo>
                <a:lnTo>
                  <a:pt x="59562" y="308609"/>
                </a:lnTo>
                <a:lnTo>
                  <a:pt x="67182" y="355599"/>
                </a:lnTo>
                <a:lnTo>
                  <a:pt x="84200" y="398779"/>
                </a:lnTo>
                <a:lnTo>
                  <a:pt x="117093" y="447039"/>
                </a:lnTo>
                <a:lnTo>
                  <a:pt x="151765" y="480059"/>
                </a:lnTo>
                <a:lnTo>
                  <a:pt x="192531" y="505459"/>
                </a:lnTo>
                <a:lnTo>
                  <a:pt x="251079" y="527049"/>
                </a:lnTo>
                <a:lnTo>
                  <a:pt x="302132" y="534669"/>
                </a:lnTo>
                <a:lnTo>
                  <a:pt x="328549" y="534669"/>
                </a:lnTo>
                <a:lnTo>
                  <a:pt x="379856" y="527049"/>
                </a:lnTo>
                <a:lnTo>
                  <a:pt x="437769" y="505459"/>
                </a:lnTo>
                <a:lnTo>
                  <a:pt x="314451" y="505459"/>
                </a:lnTo>
                <a:lnTo>
                  <a:pt x="302768" y="504189"/>
                </a:lnTo>
                <a:lnTo>
                  <a:pt x="291338" y="504189"/>
                </a:lnTo>
                <a:lnTo>
                  <a:pt x="279273" y="501649"/>
                </a:lnTo>
                <a:lnTo>
                  <a:pt x="268605" y="500379"/>
                </a:lnTo>
                <a:lnTo>
                  <a:pt x="224536" y="487679"/>
                </a:lnTo>
                <a:lnTo>
                  <a:pt x="185800" y="467359"/>
                </a:lnTo>
                <a:lnTo>
                  <a:pt x="152654" y="441959"/>
                </a:lnTo>
                <a:lnTo>
                  <a:pt x="125475" y="410209"/>
                </a:lnTo>
                <a:lnTo>
                  <a:pt x="105791" y="375919"/>
                </a:lnTo>
                <a:lnTo>
                  <a:pt x="93091" y="336549"/>
                </a:lnTo>
                <a:lnTo>
                  <a:pt x="88900" y="295909"/>
                </a:lnTo>
                <a:lnTo>
                  <a:pt x="89281" y="285749"/>
                </a:lnTo>
                <a:lnTo>
                  <a:pt x="96138" y="245109"/>
                </a:lnTo>
                <a:lnTo>
                  <a:pt x="111125" y="207009"/>
                </a:lnTo>
                <a:lnTo>
                  <a:pt x="141097" y="165099"/>
                </a:lnTo>
                <a:lnTo>
                  <a:pt x="171831" y="135889"/>
                </a:lnTo>
                <a:lnTo>
                  <a:pt x="208280" y="114299"/>
                </a:lnTo>
                <a:lnTo>
                  <a:pt x="249428" y="97789"/>
                </a:lnTo>
                <a:lnTo>
                  <a:pt x="270256" y="93979"/>
                </a:lnTo>
                <a:lnTo>
                  <a:pt x="281559" y="91439"/>
                </a:lnTo>
                <a:lnTo>
                  <a:pt x="305181" y="88899"/>
                </a:lnTo>
                <a:lnTo>
                  <a:pt x="439038" y="88899"/>
                </a:lnTo>
                <a:lnTo>
                  <a:pt x="416560" y="78739"/>
                </a:lnTo>
                <a:lnTo>
                  <a:pt x="380492" y="67309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8" y="88899"/>
                </a:moveTo>
                <a:lnTo>
                  <a:pt x="316611" y="88899"/>
                </a:lnTo>
                <a:lnTo>
                  <a:pt x="328803" y="90169"/>
                </a:lnTo>
                <a:lnTo>
                  <a:pt x="340106" y="90169"/>
                </a:lnTo>
                <a:lnTo>
                  <a:pt x="351790" y="91439"/>
                </a:lnTo>
                <a:lnTo>
                  <a:pt x="407035" y="106679"/>
                </a:lnTo>
                <a:lnTo>
                  <a:pt x="445516" y="126999"/>
                </a:lnTo>
                <a:lnTo>
                  <a:pt x="478790" y="152399"/>
                </a:lnTo>
                <a:lnTo>
                  <a:pt x="506094" y="184149"/>
                </a:lnTo>
                <a:lnTo>
                  <a:pt x="525653" y="218439"/>
                </a:lnTo>
                <a:lnTo>
                  <a:pt x="538353" y="256539"/>
                </a:lnTo>
                <a:lnTo>
                  <a:pt x="542544" y="298449"/>
                </a:lnTo>
                <a:lnTo>
                  <a:pt x="542163" y="308609"/>
                </a:lnTo>
                <a:lnTo>
                  <a:pt x="535305" y="349249"/>
                </a:lnTo>
                <a:lnTo>
                  <a:pt x="520319" y="387349"/>
                </a:lnTo>
                <a:lnTo>
                  <a:pt x="490474" y="429259"/>
                </a:lnTo>
                <a:lnTo>
                  <a:pt x="459740" y="457199"/>
                </a:lnTo>
                <a:lnTo>
                  <a:pt x="423163" y="480059"/>
                </a:lnTo>
                <a:lnTo>
                  <a:pt x="382016" y="495299"/>
                </a:lnTo>
                <a:lnTo>
                  <a:pt x="338200" y="504189"/>
                </a:lnTo>
                <a:lnTo>
                  <a:pt x="326517" y="504189"/>
                </a:lnTo>
                <a:lnTo>
                  <a:pt x="314451" y="505459"/>
                </a:lnTo>
                <a:lnTo>
                  <a:pt x="437769" y="505459"/>
                </a:lnTo>
                <a:lnTo>
                  <a:pt x="458850" y="494029"/>
                </a:lnTo>
                <a:lnTo>
                  <a:pt x="496950" y="464819"/>
                </a:lnTo>
                <a:lnTo>
                  <a:pt x="528319" y="430529"/>
                </a:lnTo>
                <a:lnTo>
                  <a:pt x="552069" y="389889"/>
                </a:lnTo>
                <a:lnTo>
                  <a:pt x="566928" y="345439"/>
                </a:lnTo>
                <a:lnTo>
                  <a:pt x="572096" y="298449"/>
                </a:lnTo>
                <a:lnTo>
                  <a:pt x="572106" y="295909"/>
                </a:lnTo>
                <a:lnTo>
                  <a:pt x="571881" y="285749"/>
                </a:lnTo>
                <a:lnTo>
                  <a:pt x="564261" y="238759"/>
                </a:lnTo>
                <a:lnTo>
                  <a:pt x="552323" y="205739"/>
                </a:lnTo>
                <a:lnTo>
                  <a:pt x="547243" y="194309"/>
                </a:lnTo>
                <a:lnTo>
                  <a:pt x="514476" y="147319"/>
                </a:lnTo>
                <a:lnTo>
                  <a:pt x="479806" y="114299"/>
                </a:lnTo>
                <a:lnTo>
                  <a:pt x="460121" y="100329"/>
                </a:lnTo>
                <a:lnTo>
                  <a:pt x="439038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530601" y="5495950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354326" y="6126467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90">
                <a:moveTo>
                  <a:pt x="314832" y="0"/>
                </a:moveTo>
                <a:lnTo>
                  <a:pt x="267207" y="3809"/>
                </a:lnTo>
                <a:lnTo>
                  <a:pt x="251841" y="6350"/>
                </a:lnTo>
                <a:lnTo>
                  <a:pt x="236600" y="10159"/>
                </a:lnTo>
                <a:lnTo>
                  <a:pt x="220725" y="13969"/>
                </a:lnTo>
                <a:lnTo>
                  <a:pt x="164719" y="36830"/>
                </a:lnTo>
                <a:lnTo>
                  <a:pt x="114554" y="68580"/>
                </a:lnTo>
                <a:lnTo>
                  <a:pt x="71755" y="109219"/>
                </a:lnTo>
                <a:lnTo>
                  <a:pt x="38354" y="154940"/>
                </a:lnTo>
                <a:lnTo>
                  <a:pt x="19176" y="195579"/>
                </a:lnTo>
                <a:lnTo>
                  <a:pt x="6350" y="237490"/>
                </a:lnTo>
                <a:lnTo>
                  <a:pt x="381" y="283209"/>
                </a:lnTo>
                <a:lnTo>
                  <a:pt x="0" y="298450"/>
                </a:lnTo>
                <a:lnTo>
                  <a:pt x="507" y="313690"/>
                </a:lnTo>
                <a:lnTo>
                  <a:pt x="6857" y="358140"/>
                </a:lnTo>
                <a:lnTo>
                  <a:pt x="20066" y="401320"/>
                </a:lnTo>
                <a:lnTo>
                  <a:pt x="40005" y="441959"/>
                </a:lnTo>
                <a:lnTo>
                  <a:pt x="74675" y="488950"/>
                </a:lnTo>
                <a:lnTo>
                  <a:pt x="117729" y="528320"/>
                </a:lnTo>
                <a:lnTo>
                  <a:pt x="168275" y="558800"/>
                </a:lnTo>
                <a:lnTo>
                  <a:pt x="223647" y="580390"/>
                </a:lnTo>
                <a:lnTo>
                  <a:pt x="238760" y="585470"/>
                </a:lnTo>
                <a:lnTo>
                  <a:pt x="253492" y="588010"/>
                </a:lnTo>
                <a:lnTo>
                  <a:pt x="269494" y="590550"/>
                </a:lnTo>
                <a:lnTo>
                  <a:pt x="300863" y="593090"/>
                </a:lnTo>
                <a:lnTo>
                  <a:pt x="332740" y="593090"/>
                </a:lnTo>
                <a:lnTo>
                  <a:pt x="364109" y="590550"/>
                </a:lnTo>
                <a:lnTo>
                  <a:pt x="379856" y="588010"/>
                </a:lnTo>
                <a:lnTo>
                  <a:pt x="394716" y="584200"/>
                </a:lnTo>
                <a:lnTo>
                  <a:pt x="410718" y="580390"/>
                </a:lnTo>
                <a:lnTo>
                  <a:pt x="439547" y="570230"/>
                </a:lnTo>
                <a:lnTo>
                  <a:pt x="453136" y="563880"/>
                </a:lnTo>
                <a:lnTo>
                  <a:pt x="301498" y="563880"/>
                </a:lnTo>
                <a:lnTo>
                  <a:pt x="272796" y="561340"/>
                </a:lnTo>
                <a:lnTo>
                  <a:pt x="231267" y="552450"/>
                </a:lnTo>
                <a:lnTo>
                  <a:pt x="180340" y="532130"/>
                </a:lnTo>
                <a:lnTo>
                  <a:pt x="134747" y="504190"/>
                </a:lnTo>
                <a:lnTo>
                  <a:pt x="95885" y="467359"/>
                </a:lnTo>
                <a:lnTo>
                  <a:pt x="64769" y="425450"/>
                </a:lnTo>
                <a:lnTo>
                  <a:pt x="47243" y="389890"/>
                </a:lnTo>
                <a:lnTo>
                  <a:pt x="35560" y="351790"/>
                </a:lnTo>
                <a:lnTo>
                  <a:pt x="30099" y="311150"/>
                </a:lnTo>
                <a:lnTo>
                  <a:pt x="29625" y="295909"/>
                </a:lnTo>
                <a:lnTo>
                  <a:pt x="29972" y="283209"/>
                </a:lnTo>
                <a:lnTo>
                  <a:pt x="35432" y="243840"/>
                </a:lnTo>
                <a:lnTo>
                  <a:pt x="52069" y="193040"/>
                </a:lnTo>
                <a:lnTo>
                  <a:pt x="78486" y="148590"/>
                </a:lnTo>
                <a:lnTo>
                  <a:pt x="113284" y="107950"/>
                </a:lnTo>
                <a:lnTo>
                  <a:pt x="155575" y="76200"/>
                </a:lnTo>
                <a:lnTo>
                  <a:pt x="204088" y="50800"/>
                </a:lnTo>
                <a:lnTo>
                  <a:pt x="244221" y="38100"/>
                </a:lnTo>
                <a:lnTo>
                  <a:pt x="300736" y="30480"/>
                </a:lnTo>
                <a:lnTo>
                  <a:pt x="454067" y="30480"/>
                </a:lnTo>
                <a:lnTo>
                  <a:pt x="435610" y="22859"/>
                </a:lnTo>
                <a:lnTo>
                  <a:pt x="407797" y="12700"/>
                </a:lnTo>
                <a:lnTo>
                  <a:pt x="392684" y="8890"/>
                </a:lnTo>
                <a:lnTo>
                  <a:pt x="346837" y="1269"/>
                </a:lnTo>
                <a:lnTo>
                  <a:pt x="330581" y="1269"/>
                </a:lnTo>
                <a:lnTo>
                  <a:pt x="314832" y="0"/>
                </a:lnTo>
                <a:close/>
              </a:path>
              <a:path w="631825" h="593090">
                <a:moveTo>
                  <a:pt x="454067" y="30480"/>
                </a:moveTo>
                <a:lnTo>
                  <a:pt x="330073" y="30480"/>
                </a:lnTo>
                <a:lnTo>
                  <a:pt x="358775" y="33019"/>
                </a:lnTo>
                <a:lnTo>
                  <a:pt x="386588" y="38100"/>
                </a:lnTo>
                <a:lnTo>
                  <a:pt x="426085" y="50800"/>
                </a:lnTo>
                <a:lnTo>
                  <a:pt x="474599" y="74930"/>
                </a:lnTo>
                <a:lnTo>
                  <a:pt x="517144" y="107950"/>
                </a:lnTo>
                <a:lnTo>
                  <a:pt x="552196" y="147319"/>
                </a:lnTo>
                <a:lnTo>
                  <a:pt x="573151" y="180340"/>
                </a:lnTo>
                <a:lnTo>
                  <a:pt x="588772" y="217169"/>
                </a:lnTo>
                <a:lnTo>
                  <a:pt x="598424" y="255269"/>
                </a:lnTo>
                <a:lnTo>
                  <a:pt x="601806" y="295909"/>
                </a:lnTo>
                <a:lnTo>
                  <a:pt x="601814" y="298450"/>
                </a:lnTo>
                <a:lnTo>
                  <a:pt x="601472" y="309880"/>
                </a:lnTo>
                <a:lnTo>
                  <a:pt x="596011" y="350520"/>
                </a:lnTo>
                <a:lnTo>
                  <a:pt x="584454" y="388620"/>
                </a:lnTo>
                <a:lnTo>
                  <a:pt x="567182" y="424180"/>
                </a:lnTo>
                <a:lnTo>
                  <a:pt x="536575" y="467359"/>
                </a:lnTo>
                <a:lnTo>
                  <a:pt x="497840" y="502920"/>
                </a:lnTo>
                <a:lnTo>
                  <a:pt x="452247" y="532130"/>
                </a:lnTo>
                <a:lnTo>
                  <a:pt x="401193" y="552450"/>
                </a:lnTo>
                <a:lnTo>
                  <a:pt x="387223" y="554990"/>
                </a:lnTo>
                <a:lnTo>
                  <a:pt x="373506" y="558800"/>
                </a:lnTo>
                <a:lnTo>
                  <a:pt x="359410" y="561340"/>
                </a:lnTo>
                <a:lnTo>
                  <a:pt x="330707" y="563880"/>
                </a:lnTo>
                <a:lnTo>
                  <a:pt x="453136" y="563880"/>
                </a:lnTo>
                <a:lnTo>
                  <a:pt x="492760" y="542290"/>
                </a:lnTo>
                <a:lnTo>
                  <a:pt x="539369" y="506730"/>
                </a:lnTo>
                <a:lnTo>
                  <a:pt x="577976" y="462280"/>
                </a:lnTo>
                <a:lnTo>
                  <a:pt x="600201" y="425450"/>
                </a:lnTo>
                <a:lnTo>
                  <a:pt x="617347" y="384810"/>
                </a:lnTo>
                <a:lnTo>
                  <a:pt x="627888" y="341630"/>
                </a:lnTo>
                <a:lnTo>
                  <a:pt x="631444" y="295909"/>
                </a:lnTo>
                <a:lnTo>
                  <a:pt x="630936" y="280669"/>
                </a:lnTo>
                <a:lnTo>
                  <a:pt x="624586" y="234950"/>
                </a:lnTo>
                <a:lnTo>
                  <a:pt x="611505" y="193040"/>
                </a:lnTo>
                <a:lnTo>
                  <a:pt x="591438" y="152400"/>
                </a:lnTo>
                <a:lnTo>
                  <a:pt x="556894" y="105409"/>
                </a:lnTo>
                <a:lnTo>
                  <a:pt x="513715" y="66040"/>
                </a:lnTo>
                <a:lnTo>
                  <a:pt x="463296" y="34290"/>
                </a:lnTo>
                <a:lnTo>
                  <a:pt x="454067" y="30480"/>
                </a:lnTo>
                <a:close/>
              </a:path>
              <a:path w="631825" h="593090">
                <a:moveTo>
                  <a:pt x="329438" y="59690"/>
                </a:moveTo>
                <a:lnTo>
                  <a:pt x="302894" y="59690"/>
                </a:lnTo>
                <a:lnTo>
                  <a:pt x="276732" y="62230"/>
                </a:lnTo>
                <a:lnTo>
                  <a:pt x="216281" y="78740"/>
                </a:lnTo>
                <a:lnTo>
                  <a:pt x="172593" y="100330"/>
                </a:lnTo>
                <a:lnTo>
                  <a:pt x="134493" y="129540"/>
                </a:lnTo>
                <a:lnTo>
                  <a:pt x="103250" y="163830"/>
                </a:lnTo>
                <a:lnTo>
                  <a:pt x="79501" y="204469"/>
                </a:lnTo>
                <a:lnTo>
                  <a:pt x="64516" y="248919"/>
                </a:lnTo>
                <a:lnTo>
                  <a:pt x="59347" y="295909"/>
                </a:lnTo>
                <a:lnTo>
                  <a:pt x="59337" y="298450"/>
                </a:lnTo>
                <a:lnTo>
                  <a:pt x="59562" y="308609"/>
                </a:lnTo>
                <a:lnTo>
                  <a:pt x="67182" y="355600"/>
                </a:lnTo>
                <a:lnTo>
                  <a:pt x="84200" y="398780"/>
                </a:lnTo>
                <a:lnTo>
                  <a:pt x="117093" y="447040"/>
                </a:lnTo>
                <a:lnTo>
                  <a:pt x="151765" y="480059"/>
                </a:lnTo>
                <a:lnTo>
                  <a:pt x="192531" y="505459"/>
                </a:lnTo>
                <a:lnTo>
                  <a:pt x="251079" y="527050"/>
                </a:lnTo>
                <a:lnTo>
                  <a:pt x="302132" y="534670"/>
                </a:lnTo>
                <a:lnTo>
                  <a:pt x="328549" y="534670"/>
                </a:lnTo>
                <a:lnTo>
                  <a:pt x="379856" y="527050"/>
                </a:lnTo>
                <a:lnTo>
                  <a:pt x="437769" y="505459"/>
                </a:lnTo>
                <a:lnTo>
                  <a:pt x="314451" y="505459"/>
                </a:lnTo>
                <a:lnTo>
                  <a:pt x="302768" y="504190"/>
                </a:lnTo>
                <a:lnTo>
                  <a:pt x="291338" y="504190"/>
                </a:lnTo>
                <a:lnTo>
                  <a:pt x="279273" y="501650"/>
                </a:lnTo>
                <a:lnTo>
                  <a:pt x="268605" y="500380"/>
                </a:lnTo>
                <a:lnTo>
                  <a:pt x="224536" y="487680"/>
                </a:lnTo>
                <a:lnTo>
                  <a:pt x="185800" y="467359"/>
                </a:lnTo>
                <a:lnTo>
                  <a:pt x="152654" y="441959"/>
                </a:lnTo>
                <a:lnTo>
                  <a:pt x="125475" y="410209"/>
                </a:lnTo>
                <a:lnTo>
                  <a:pt x="105791" y="375920"/>
                </a:lnTo>
                <a:lnTo>
                  <a:pt x="93091" y="336550"/>
                </a:lnTo>
                <a:lnTo>
                  <a:pt x="88900" y="295909"/>
                </a:lnTo>
                <a:lnTo>
                  <a:pt x="89281" y="285750"/>
                </a:lnTo>
                <a:lnTo>
                  <a:pt x="96138" y="245109"/>
                </a:lnTo>
                <a:lnTo>
                  <a:pt x="111125" y="207009"/>
                </a:lnTo>
                <a:lnTo>
                  <a:pt x="141097" y="165100"/>
                </a:lnTo>
                <a:lnTo>
                  <a:pt x="171831" y="135890"/>
                </a:lnTo>
                <a:lnTo>
                  <a:pt x="208280" y="114300"/>
                </a:lnTo>
                <a:lnTo>
                  <a:pt x="249428" y="97790"/>
                </a:lnTo>
                <a:lnTo>
                  <a:pt x="270256" y="93980"/>
                </a:lnTo>
                <a:lnTo>
                  <a:pt x="281559" y="91440"/>
                </a:lnTo>
                <a:lnTo>
                  <a:pt x="305181" y="88900"/>
                </a:lnTo>
                <a:lnTo>
                  <a:pt x="439038" y="88900"/>
                </a:lnTo>
                <a:lnTo>
                  <a:pt x="416560" y="78740"/>
                </a:lnTo>
                <a:lnTo>
                  <a:pt x="380492" y="67309"/>
                </a:lnTo>
                <a:lnTo>
                  <a:pt x="355346" y="62230"/>
                </a:lnTo>
                <a:lnTo>
                  <a:pt x="329438" y="59690"/>
                </a:lnTo>
                <a:close/>
              </a:path>
              <a:path w="631825" h="593090">
                <a:moveTo>
                  <a:pt x="439038" y="88900"/>
                </a:moveTo>
                <a:lnTo>
                  <a:pt x="316611" y="88900"/>
                </a:lnTo>
                <a:lnTo>
                  <a:pt x="328803" y="90169"/>
                </a:lnTo>
                <a:lnTo>
                  <a:pt x="340106" y="90169"/>
                </a:lnTo>
                <a:lnTo>
                  <a:pt x="351790" y="91440"/>
                </a:lnTo>
                <a:lnTo>
                  <a:pt x="407035" y="106680"/>
                </a:lnTo>
                <a:lnTo>
                  <a:pt x="445516" y="127000"/>
                </a:lnTo>
                <a:lnTo>
                  <a:pt x="478790" y="152400"/>
                </a:lnTo>
                <a:lnTo>
                  <a:pt x="506094" y="184150"/>
                </a:lnTo>
                <a:lnTo>
                  <a:pt x="525653" y="218440"/>
                </a:lnTo>
                <a:lnTo>
                  <a:pt x="538353" y="256540"/>
                </a:lnTo>
                <a:lnTo>
                  <a:pt x="542544" y="298450"/>
                </a:lnTo>
                <a:lnTo>
                  <a:pt x="542163" y="308609"/>
                </a:lnTo>
                <a:lnTo>
                  <a:pt x="535305" y="349250"/>
                </a:lnTo>
                <a:lnTo>
                  <a:pt x="520319" y="387350"/>
                </a:lnTo>
                <a:lnTo>
                  <a:pt x="490474" y="429259"/>
                </a:lnTo>
                <a:lnTo>
                  <a:pt x="459740" y="457200"/>
                </a:lnTo>
                <a:lnTo>
                  <a:pt x="423163" y="480059"/>
                </a:lnTo>
                <a:lnTo>
                  <a:pt x="382016" y="495300"/>
                </a:lnTo>
                <a:lnTo>
                  <a:pt x="338200" y="504190"/>
                </a:lnTo>
                <a:lnTo>
                  <a:pt x="326517" y="504190"/>
                </a:lnTo>
                <a:lnTo>
                  <a:pt x="314451" y="505459"/>
                </a:lnTo>
                <a:lnTo>
                  <a:pt x="437769" y="505459"/>
                </a:lnTo>
                <a:lnTo>
                  <a:pt x="458850" y="494030"/>
                </a:lnTo>
                <a:lnTo>
                  <a:pt x="496950" y="464820"/>
                </a:lnTo>
                <a:lnTo>
                  <a:pt x="528319" y="430530"/>
                </a:lnTo>
                <a:lnTo>
                  <a:pt x="552069" y="389890"/>
                </a:lnTo>
                <a:lnTo>
                  <a:pt x="566928" y="345440"/>
                </a:lnTo>
                <a:lnTo>
                  <a:pt x="572096" y="298450"/>
                </a:lnTo>
                <a:lnTo>
                  <a:pt x="572106" y="295909"/>
                </a:lnTo>
                <a:lnTo>
                  <a:pt x="571881" y="285750"/>
                </a:lnTo>
                <a:lnTo>
                  <a:pt x="564261" y="238759"/>
                </a:lnTo>
                <a:lnTo>
                  <a:pt x="552323" y="205740"/>
                </a:lnTo>
                <a:lnTo>
                  <a:pt x="547243" y="194309"/>
                </a:lnTo>
                <a:lnTo>
                  <a:pt x="514476" y="147319"/>
                </a:lnTo>
                <a:lnTo>
                  <a:pt x="479806" y="114300"/>
                </a:lnTo>
                <a:lnTo>
                  <a:pt x="460121" y="100330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530601" y="6250330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503425" y="1172717"/>
            <a:ext cx="0" cy="5341620"/>
          </a:xfrm>
          <a:custGeom>
            <a:avLst/>
            <a:gdLst/>
            <a:ahLst/>
            <a:cxnLst/>
            <a:rect l="l" t="t" r="r" b="b"/>
            <a:pathLst>
              <a:path w="0" h="5341620">
                <a:moveTo>
                  <a:pt x="0" y="0"/>
                </a:moveTo>
                <a:lnTo>
                  <a:pt x="0" y="534162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503425" y="1885188"/>
            <a:ext cx="943610" cy="114300"/>
          </a:xfrm>
          <a:custGeom>
            <a:avLst/>
            <a:gdLst/>
            <a:ahLst/>
            <a:cxnLst/>
            <a:rect l="l" t="t" r="r" b="b"/>
            <a:pathLst>
              <a:path w="943610" h="114300">
                <a:moveTo>
                  <a:pt x="829056" y="0"/>
                </a:moveTo>
                <a:lnTo>
                  <a:pt x="829056" y="114300"/>
                </a:lnTo>
                <a:lnTo>
                  <a:pt x="905256" y="76200"/>
                </a:lnTo>
                <a:lnTo>
                  <a:pt x="848106" y="76200"/>
                </a:lnTo>
                <a:lnTo>
                  <a:pt x="848106" y="38100"/>
                </a:lnTo>
                <a:lnTo>
                  <a:pt x="905256" y="38100"/>
                </a:lnTo>
                <a:lnTo>
                  <a:pt x="829056" y="0"/>
                </a:lnTo>
                <a:close/>
              </a:path>
              <a:path w="943610" h="114300">
                <a:moveTo>
                  <a:pt x="82905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29056" y="76200"/>
                </a:lnTo>
                <a:lnTo>
                  <a:pt x="829056" y="38100"/>
                </a:lnTo>
                <a:close/>
              </a:path>
              <a:path w="943610" h="114300">
                <a:moveTo>
                  <a:pt x="905256" y="38100"/>
                </a:moveTo>
                <a:lnTo>
                  <a:pt x="848106" y="38100"/>
                </a:lnTo>
                <a:lnTo>
                  <a:pt x="848106" y="76200"/>
                </a:lnTo>
                <a:lnTo>
                  <a:pt x="905256" y="76200"/>
                </a:lnTo>
                <a:lnTo>
                  <a:pt x="943356" y="57150"/>
                </a:lnTo>
                <a:lnTo>
                  <a:pt x="905256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989326" y="1876044"/>
            <a:ext cx="1172210" cy="114300"/>
          </a:xfrm>
          <a:custGeom>
            <a:avLst/>
            <a:gdLst/>
            <a:ahLst/>
            <a:cxnLst/>
            <a:rect l="l" t="t" r="r" b="b"/>
            <a:pathLst>
              <a:path w="1172210" h="114300">
                <a:moveTo>
                  <a:pt x="1057656" y="0"/>
                </a:moveTo>
                <a:lnTo>
                  <a:pt x="1057656" y="114300"/>
                </a:lnTo>
                <a:lnTo>
                  <a:pt x="1133856" y="76200"/>
                </a:lnTo>
                <a:lnTo>
                  <a:pt x="1076706" y="76200"/>
                </a:lnTo>
                <a:lnTo>
                  <a:pt x="1076706" y="38100"/>
                </a:lnTo>
                <a:lnTo>
                  <a:pt x="1133856" y="38100"/>
                </a:lnTo>
                <a:lnTo>
                  <a:pt x="1057656" y="0"/>
                </a:lnTo>
                <a:close/>
              </a:path>
              <a:path w="1172210" h="114300">
                <a:moveTo>
                  <a:pt x="105765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57656" y="76200"/>
                </a:lnTo>
                <a:lnTo>
                  <a:pt x="1057656" y="38100"/>
                </a:lnTo>
                <a:close/>
              </a:path>
              <a:path w="1172210" h="114300">
                <a:moveTo>
                  <a:pt x="1133856" y="38100"/>
                </a:moveTo>
                <a:lnTo>
                  <a:pt x="1076706" y="38100"/>
                </a:lnTo>
                <a:lnTo>
                  <a:pt x="1076706" y="76200"/>
                </a:lnTo>
                <a:lnTo>
                  <a:pt x="1133856" y="76200"/>
                </a:lnTo>
                <a:lnTo>
                  <a:pt x="1171956" y="57150"/>
                </a:lnTo>
                <a:lnTo>
                  <a:pt x="1133856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503425" y="2618232"/>
            <a:ext cx="896619" cy="114300"/>
          </a:xfrm>
          <a:custGeom>
            <a:avLst/>
            <a:gdLst/>
            <a:ahLst/>
            <a:cxnLst/>
            <a:rect l="l" t="t" r="r" b="b"/>
            <a:pathLst>
              <a:path w="896619" h="114300">
                <a:moveTo>
                  <a:pt x="781812" y="0"/>
                </a:moveTo>
                <a:lnTo>
                  <a:pt x="781812" y="114300"/>
                </a:lnTo>
                <a:lnTo>
                  <a:pt x="858012" y="76200"/>
                </a:lnTo>
                <a:lnTo>
                  <a:pt x="800862" y="76200"/>
                </a:lnTo>
                <a:lnTo>
                  <a:pt x="800862" y="38100"/>
                </a:lnTo>
                <a:lnTo>
                  <a:pt x="858012" y="38100"/>
                </a:lnTo>
                <a:lnTo>
                  <a:pt x="781812" y="0"/>
                </a:lnTo>
                <a:close/>
              </a:path>
              <a:path w="896619" h="114300">
                <a:moveTo>
                  <a:pt x="7818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1812" y="76200"/>
                </a:lnTo>
                <a:lnTo>
                  <a:pt x="781812" y="38100"/>
                </a:lnTo>
                <a:close/>
              </a:path>
              <a:path w="896619" h="114300">
                <a:moveTo>
                  <a:pt x="858012" y="38100"/>
                </a:moveTo>
                <a:lnTo>
                  <a:pt x="800862" y="38100"/>
                </a:lnTo>
                <a:lnTo>
                  <a:pt x="800862" y="76200"/>
                </a:lnTo>
                <a:lnTo>
                  <a:pt x="858012" y="76200"/>
                </a:lnTo>
                <a:lnTo>
                  <a:pt x="896112" y="57150"/>
                </a:lnTo>
                <a:lnTo>
                  <a:pt x="8580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503425" y="3304032"/>
            <a:ext cx="943610" cy="114300"/>
          </a:xfrm>
          <a:custGeom>
            <a:avLst/>
            <a:gdLst/>
            <a:ahLst/>
            <a:cxnLst/>
            <a:rect l="l" t="t" r="r" b="b"/>
            <a:pathLst>
              <a:path w="943610" h="114300">
                <a:moveTo>
                  <a:pt x="829056" y="0"/>
                </a:moveTo>
                <a:lnTo>
                  <a:pt x="829056" y="114300"/>
                </a:lnTo>
                <a:lnTo>
                  <a:pt x="905256" y="76200"/>
                </a:lnTo>
                <a:lnTo>
                  <a:pt x="848106" y="76200"/>
                </a:lnTo>
                <a:lnTo>
                  <a:pt x="848106" y="38100"/>
                </a:lnTo>
                <a:lnTo>
                  <a:pt x="905256" y="38100"/>
                </a:lnTo>
                <a:lnTo>
                  <a:pt x="829056" y="0"/>
                </a:lnTo>
                <a:close/>
              </a:path>
              <a:path w="943610" h="114300">
                <a:moveTo>
                  <a:pt x="82905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29056" y="76200"/>
                </a:lnTo>
                <a:lnTo>
                  <a:pt x="829056" y="38100"/>
                </a:lnTo>
                <a:close/>
              </a:path>
              <a:path w="943610" h="114300">
                <a:moveTo>
                  <a:pt x="905256" y="38100"/>
                </a:moveTo>
                <a:lnTo>
                  <a:pt x="848106" y="38100"/>
                </a:lnTo>
                <a:lnTo>
                  <a:pt x="848106" y="76200"/>
                </a:lnTo>
                <a:lnTo>
                  <a:pt x="905256" y="76200"/>
                </a:lnTo>
                <a:lnTo>
                  <a:pt x="943356" y="57150"/>
                </a:lnTo>
                <a:lnTo>
                  <a:pt x="905256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503425" y="4018788"/>
            <a:ext cx="896619" cy="114300"/>
          </a:xfrm>
          <a:custGeom>
            <a:avLst/>
            <a:gdLst/>
            <a:ahLst/>
            <a:cxnLst/>
            <a:rect l="l" t="t" r="r" b="b"/>
            <a:pathLst>
              <a:path w="896619" h="114300">
                <a:moveTo>
                  <a:pt x="781812" y="0"/>
                </a:moveTo>
                <a:lnTo>
                  <a:pt x="781812" y="114300"/>
                </a:lnTo>
                <a:lnTo>
                  <a:pt x="858012" y="76200"/>
                </a:lnTo>
                <a:lnTo>
                  <a:pt x="800862" y="76200"/>
                </a:lnTo>
                <a:lnTo>
                  <a:pt x="800862" y="38100"/>
                </a:lnTo>
                <a:lnTo>
                  <a:pt x="858012" y="38100"/>
                </a:lnTo>
                <a:lnTo>
                  <a:pt x="781812" y="0"/>
                </a:lnTo>
                <a:close/>
              </a:path>
              <a:path w="896619" h="114300">
                <a:moveTo>
                  <a:pt x="7818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1812" y="76200"/>
                </a:lnTo>
                <a:lnTo>
                  <a:pt x="781812" y="38100"/>
                </a:lnTo>
                <a:close/>
              </a:path>
              <a:path w="896619" h="114300">
                <a:moveTo>
                  <a:pt x="858012" y="38100"/>
                </a:moveTo>
                <a:lnTo>
                  <a:pt x="800862" y="38100"/>
                </a:lnTo>
                <a:lnTo>
                  <a:pt x="800862" y="76200"/>
                </a:lnTo>
                <a:lnTo>
                  <a:pt x="858012" y="76200"/>
                </a:lnTo>
                <a:lnTo>
                  <a:pt x="896112" y="57150"/>
                </a:lnTo>
                <a:lnTo>
                  <a:pt x="8580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971038" y="4018788"/>
            <a:ext cx="919480" cy="114300"/>
          </a:xfrm>
          <a:custGeom>
            <a:avLst/>
            <a:gdLst/>
            <a:ahLst/>
            <a:cxnLst/>
            <a:rect l="l" t="t" r="r" b="b"/>
            <a:pathLst>
              <a:path w="919479" h="114300">
                <a:moveTo>
                  <a:pt x="804672" y="0"/>
                </a:moveTo>
                <a:lnTo>
                  <a:pt x="804672" y="114300"/>
                </a:lnTo>
                <a:lnTo>
                  <a:pt x="880872" y="76200"/>
                </a:lnTo>
                <a:lnTo>
                  <a:pt x="823722" y="76200"/>
                </a:lnTo>
                <a:lnTo>
                  <a:pt x="823722" y="38100"/>
                </a:lnTo>
                <a:lnTo>
                  <a:pt x="880872" y="38100"/>
                </a:lnTo>
                <a:lnTo>
                  <a:pt x="804672" y="0"/>
                </a:lnTo>
                <a:close/>
              </a:path>
              <a:path w="919479" h="114300">
                <a:moveTo>
                  <a:pt x="80467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4672" y="76200"/>
                </a:lnTo>
                <a:lnTo>
                  <a:pt x="804672" y="38100"/>
                </a:lnTo>
                <a:close/>
              </a:path>
              <a:path w="919479" h="114300">
                <a:moveTo>
                  <a:pt x="880872" y="38100"/>
                </a:moveTo>
                <a:lnTo>
                  <a:pt x="823722" y="38100"/>
                </a:lnTo>
                <a:lnTo>
                  <a:pt x="823722" y="76200"/>
                </a:lnTo>
                <a:lnTo>
                  <a:pt x="880872" y="76200"/>
                </a:lnTo>
                <a:lnTo>
                  <a:pt x="918972" y="57150"/>
                </a:lnTo>
                <a:lnTo>
                  <a:pt x="88087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085338" y="4075938"/>
            <a:ext cx="0" cy="1515110"/>
          </a:xfrm>
          <a:custGeom>
            <a:avLst/>
            <a:gdLst/>
            <a:ahLst/>
            <a:cxnLst/>
            <a:rect l="l" t="t" r="r" b="b"/>
            <a:pathLst>
              <a:path w="0" h="1515110">
                <a:moveTo>
                  <a:pt x="0" y="0"/>
                </a:moveTo>
                <a:lnTo>
                  <a:pt x="0" y="1514856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085338" y="4704588"/>
            <a:ext cx="805180" cy="114300"/>
          </a:xfrm>
          <a:custGeom>
            <a:avLst/>
            <a:gdLst/>
            <a:ahLst/>
            <a:cxnLst/>
            <a:rect l="l" t="t" r="r" b="b"/>
            <a:pathLst>
              <a:path w="805179" h="114300">
                <a:moveTo>
                  <a:pt x="690372" y="0"/>
                </a:moveTo>
                <a:lnTo>
                  <a:pt x="690372" y="114300"/>
                </a:lnTo>
                <a:lnTo>
                  <a:pt x="766572" y="76200"/>
                </a:lnTo>
                <a:lnTo>
                  <a:pt x="709422" y="76200"/>
                </a:lnTo>
                <a:lnTo>
                  <a:pt x="709422" y="38100"/>
                </a:lnTo>
                <a:lnTo>
                  <a:pt x="766572" y="38100"/>
                </a:lnTo>
                <a:lnTo>
                  <a:pt x="690372" y="0"/>
                </a:lnTo>
                <a:close/>
              </a:path>
              <a:path w="805179" h="114300">
                <a:moveTo>
                  <a:pt x="69037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90372" y="76200"/>
                </a:lnTo>
                <a:lnTo>
                  <a:pt x="690372" y="38100"/>
                </a:lnTo>
                <a:close/>
              </a:path>
              <a:path w="805179" h="114300">
                <a:moveTo>
                  <a:pt x="766572" y="38100"/>
                </a:moveTo>
                <a:lnTo>
                  <a:pt x="709422" y="38100"/>
                </a:lnTo>
                <a:lnTo>
                  <a:pt x="709422" y="76200"/>
                </a:lnTo>
                <a:lnTo>
                  <a:pt x="766572" y="76200"/>
                </a:lnTo>
                <a:lnTo>
                  <a:pt x="804672" y="57150"/>
                </a:lnTo>
                <a:lnTo>
                  <a:pt x="76657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085338" y="5533644"/>
            <a:ext cx="805180" cy="114300"/>
          </a:xfrm>
          <a:custGeom>
            <a:avLst/>
            <a:gdLst/>
            <a:ahLst/>
            <a:cxnLst/>
            <a:rect l="l" t="t" r="r" b="b"/>
            <a:pathLst>
              <a:path w="805179" h="114300">
                <a:moveTo>
                  <a:pt x="690372" y="0"/>
                </a:moveTo>
                <a:lnTo>
                  <a:pt x="690372" y="114299"/>
                </a:lnTo>
                <a:lnTo>
                  <a:pt x="766572" y="76199"/>
                </a:lnTo>
                <a:lnTo>
                  <a:pt x="709422" y="76199"/>
                </a:lnTo>
                <a:lnTo>
                  <a:pt x="709422" y="38099"/>
                </a:lnTo>
                <a:lnTo>
                  <a:pt x="766572" y="38099"/>
                </a:lnTo>
                <a:lnTo>
                  <a:pt x="690372" y="0"/>
                </a:lnTo>
                <a:close/>
              </a:path>
              <a:path w="805179" h="114300">
                <a:moveTo>
                  <a:pt x="690372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90372" y="76199"/>
                </a:lnTo>
                <a:lnTo>
                  <a:pt x="690372" y="38099"/>
                </a:lnTo>
                <a:close/>
              </a:path>
              <a:path w="805179" h="114300">
                <a:moveTo>
                  <a:pt x="766572" y="38099"/>
                </a:moveTo>
                <a:lnTo>
                  <a:pt x="709422" y="38099"/>
                </a:lnTo>
                <a:lnTo>
                  <a:pt x="709422" y="76199"/>
                </a:lnTo>
                <a:lnTo>
                  <a:pt x="766572" y="76199"/>
                </a:lnTo>
                <a:lnTo>
                  <a:pt x="804672" y="57149"/>
                </a:lnTo>
                <a:lnTo>
                  <a:pt x="766572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503425" y="4818888"/>
            <a:ext cx="896619" cy="114300"/>
          </a:xfrm>
          <a:custGeom>
            <a:avLst/>
            <a:gdLst/>
            <a:ahLst/>
            <a:cxnLst/>
            <a:rect l="l" t="t" r="r" b="b"/>
            <a:pathLst>
              <a:path w="896619" h="114300">
                <a:moveTo>
                  <a:pt x="781812" y="0"/>
                </a:moveTo>
                <a:lnTo>
                  <a:pt x="781812" y="114300"/>
                </a:lnTo>
                <a:lnTo>
                  <a:pt x="858012" y="76200"/>
                </a:lnTo>
                <a:lnTo>
                  <a:pt x="800862" y="76200"/>
                </a:lnTo>
                <a:lnTo>
                  <a:pt x="800862" y="38100"/>
                </a:lnTo>
                <a:lnTo>
                  <a:pt x="858012" y="38100"/>
                </a:lnTo>
                <a:lnTo>
                  <a:pt x="781812" y="0"/>
                </a:lnTo>
                <a:close/>
              </a:path>
              <a:path w="896619" h="114300">
                <a:moveTo>
                  <a:pt x="7818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1812" y="76200"/>
                </a:lnTo>
                <a:lnTo>
                  <a:pt x="781812" y="38100"/>
                </a:lnTo>
                <a:close/>
              </a:path>
              <a:path w="896619" h="114300">
                <a:moveTo>
                  <a:pt x="858012" y="38100"/>
                </a:moveTo>
                <a:lnTo>
                  <a:pt x="800862" y="38100"/>
                </a:lnTo>
                <a:lnTo>
                  <a:pt x="800862" y="76200"/>
                </a:lnTo>
                <a:lnTo>
                  <a:pt x="858012" y="76200"/>
                </a:lnTo>
                <a:lnTo>
                  <a:pt x="896112" y="57150"/>
                </a:lnTo>
                <a:lnTo>
                  <a:pt x="8580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503425" y="5618988"/>
            <a:ext cx="896619" cy="114300"/>
          </a:xfrm>
          <a:custGeom>
            <a:avLst/>
            <a:gdLst/>
            <a:ahLst/>
            <a:cxnLst/>
            <a:rect l="l" t="t" r="r" b="b"/>
            <a:pathLst>
              <a:path w="896619" h="114300">
                <a:moveTo>
                  <a:pt x="781812" y="0"/>
                </a:moveTo>
                <a:lnTo>
                  <a:pt x="781812" y="114300"/>
                </a:lnTo>
                <a:lnTo>
                  <a:pt x="858012" y="76200"/>
                </a:lnTo>
                <a:lnTo>
                  <a:pt x="800862" y="76200"/>
                </a:lnTo>
                <a:lnTo>
                  <a:pt x="800862" y="38100"/>
                </a:lnTo>
                <a:lnTo>
                  <a:pt x="858012" y="38100"/>
                </a:lnTo>
                <a:lnTo>
                  <a:pt x="781812" y="0"/>
                </a:lnTo>
                <a:close/>
              </a:path>
              <a:path w="896619" h="114300">
                <a:moveTo>
                  <a:pt x="7818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1812" y="76200"/>
                </a:lnTo>
                <a:lnTo>
                  <a:pt x="781812" y="38100"/>
                </a:lnTo>
                <a:close/>
              </a:path>
              <a:path w="896619" h="114300">
                <a:moveTo>
                  <a:pt x="858012" y="38100"/>
                </a:moveTo>
                <a:lnTo>
                  <a:pt x="800862" y="38100"/>
                </a:lnTo>
                <a:lnTo>
                  <a:pt x="800862" y="76200"/>
                </a:lnTo>
                <a:lnTo>
                  <a:pt x="858012" y="76200"/>
                </a:lnTo>
                <a:lnTo>
                  <a:pt x="896112" y="57150"/>
                </a:lnTo>
                <a:lnTo>
                  <a:pt x="8580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503425" y="6457188"/>
            <a:ext cx="896619" cy="114300"/>
          </a:xfrm>
          <a:custGeom>
            <a:avLst/>
            <a:gdLst/>
            <a:ahLst/>
            <a:cxnLst/>
            <a:rect l="l" t="t" r="r" b="b"/>
            <a:pathLst>
              <a:path w="896619" h="114300">
                <a:moveTo>
                  <a:pt x="781812" y="0"/>
                </a:moveTo>
                <a:lnTo>
                  <a:pt x="781812" y="114300"/>
                </a:lnTo>
                <a:lnTo>
                  <a:pt x="858012" y="76200"/>
                </a:lnTo>
                <a:lnTo>
                  <a:pt x="800862" y="76200"/>
                </a:lnTo>
                <a:lnTo>
                  <a:pt x="800862" y="38100"/>
                </a:lnTo>
                <a:lnTo>
                  <a:pt x="858012" y="38100"/>
                </a:lnTo>
                <a:lnTo>
                  <a:pt x="781812" y="0"/>
                </a:lnTo>
                <a:close/>
              </a:path>
              <a:path w="896619" h="114300">
                <a:moveTo>
                  <a:pt x="7818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1812" y="76200"/>
                </a:lnTo>
                <a:lnTo>
                  <a:pt x="781812" y="38100"/>
                </a:lnTo>
                <a:close/>
              </a:path>
              <a:path w="896619" h="114300">
                <a:moveTo>
                  <a:pt x="858012" y="38100"/>
                </a:moveTo>
                <a:lnTo>
                  <a:pt x="800862" y="38100"/>
                </a:lnTo>
                <a:lnTo>
                  <a:pt x="800862" y="76200"/>
                </a:lnTo>
                <a:lnTo>
                  <a:pt x="858012" y="76200"/>
                </a:lnTo>
                <a:lnTo>
                  <a:pt x="896112" y="57150"/>
                </a:lnTo>
                <a:lnTo>
                  <a:pt x="8580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725295" y="1614932"/>
            <a:ext cx="537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802001" y="1424050"/>
            <a:ext cx="498475" cy="384175"/>
          </a:xfrm>
          <a:custGeom>
            <a:avLst/>
            <a:gdLst/>
            <a:ahLst/>
            <a:cxnLst/>
            <a:rect l="l" t="t" r="r" b="b"/>
            <a:pathLst>
              <a:path w="498475" h="384175">
                <a:moveTo>
                  <a:pt x="218440" y="262127"/>
                </a:moveTo>
                <a:lnTo>
                  <a:pt x="180467" y="384175"/>
                </a:lnTo>
                <a:lnTo>
                  <a:pt x="300863" y="341249"/>
                </a:lnTo>
                <a:lnTo>
                  <a:pt x="287765" y="328675"/>
                </a:lnTo>
                <a:lnTo>
                  <a:pt x="260223" y="328675"/>
                </a:lnTo>
                <a:lnTo>
                  <a:pt x="232663" y="302260"/>
                </a:lnTo>
                <a:lnTo>
                  <a:pt x="245884" y="288473"/>
                </a:lnTo>
                <a:lnTo>
                  <a:pt x="218440" y="262127"/>
                </a:lnTo>
                <a:close/>
              </a:path>
              <a:path w="498475" h="384175">
                <a:moveTo>
                  <a:pt x="245884" y="288473"/>
                </a:moveTo>
                <a:lnTo>
                  <a:pt x="232663" y="302260"/>
                </a:lnTo>
                <a:lnTo>
                  <a:pt x="260223" y="328675"/>
                </a:lnTo>
                <a:lnTo>
                  <a:pt x="273391" y="314877"/>
                </a:lnTo>
                <a:lnTo>
                  <a:pt x="245884" y="288473"/>
                </a:lnTo>
                <a:close/>
              </a:path>
              <a:path w="498475" h="384175">
                <a:moveTo>
                  <a:pt x="273391" y="314877"/>
                </a:moveTo>
                <a:lnTo>
                  <a:pt x="260223" y="328675"/>
                </a:lnTo>
                <a:lnTo>
                  <a:pt x="287765" y="328675"/>
                </a:lnTo>
                <a:lnTo>
                  <a:pt x="273391" y="314877"/>
                </a:lnTo>
                <a:close/>
              </a:path>
              <a:path w="498475" h="384175">
                <a:moveTo>
                  <a:pt x="464058" y="37973"/>
                </a:moveTo>
                <a:lnTo>
                  <a:pt x="459486" y="38226"/>
                </a:lnTo>
                <a:lnTo>
                  <a:pt x="457717" y="38474"/>
                </a:lnTo>
                <a:lnTo>
                  <a:pt x="455549" y="43052"/>
                </a:lnTo>
                <a:lnTo>
                  <a:pt x="452374" y="49275"/>
                </a:lnTo>
                <a:lnTo>
                  <a:pt x="430022" y="82296"/>
                </a:lnTo>
                <a:lnTo>
                  <a:pt x="414019" y="102615"/>
                </a:lnTo>
                <a:lnTo>
                  <a:pt x="405003" y="113919"/>
                </a:lnTo>
                <a:lnTo>
                  <a:pt x="362712" y="162813"/>
                </a:lnTo>
                <a:lnTo>
                  <a:pt x="312419" y="218059"/>
                </a:lnTo>
                <a:lnTo>
                  <a:pt x="285115" y="247269"/>
                </a:lnTo>
                <a:lnTo>
                  <a:pt x="256412" y="277495"/>
                </a:lnTo>
                <a:lnTo>
                  <a:pt x="245884" y="288473"/>
                </a:lnTo>
                <a:lnTo>
                  <a:pt x="273391" y="314877"/>
                </a:lnTo>
                <a:lnTo>
                  <a:pt x="340487" y="243839"/>
                </a:lnTo>
                <a:lnTo>
                  <a:pt x="366890" y="215137"/>
                </a:lnTo>
                <a:lnTo>
                  <a:pt x="414019" y="162178"/>
                </a:lnTo>
                <a:lnTo>
                  <a:pt x="443865" y="126364"/>
                </a:lnTo>
                <a:lnTo>
                  <a:pt x="468122" y="94614"/>
                </a:lnTo>
                <a:lnTo>
                  <a:pt x="490347" y="58674"/>
                </a:lnTo>
                <a:lnTo>
                  <a:pt x="495935" y="44576"/>
                </a:lnTo>
                <a:lnTo>
                  <a:pt x="496315" y="43687"/>
                </a:lnTo>
                <a:lnTo>
                  <a:pt x="496443" y="42799"/>
                </a:lnTo>
                <a:lnTo>
                  <a:pt x="496697" y="41910"/>
                </a:lnTo>
                <a:lnTo>
                  <a:pt x="497217" y="38862"/>
                </a:lnTo>
                <a:lnTo>
                  <a:pt x="467613" y="38862"/>
                </a:lnTo>
                <a:lnTo>
                  <a:pt x="467134" y="38735"/>
                </a:lnTo>
                <a:lnTo>
                  <a:pt x="465709" y="38735"/>
                </a:lnTo>
                <a:lnTo>
                  <a:pt x="464703" y="38091"/>
                </a:lnTo>
                <a:lnTo>
                  <a:pt x="464465" y="38028"/>
                </a:lnTo>
                <a:lnTo>
                  <a:pt x="464058" y="37973"/>
                </a:lnTo>
                <a:close/>
              </a:path>
              <a:path w="498475" h="384175">
                <a:moveTo>
                  <a:pt x="461772" y="0"/>
                </a:moveTo>
                <a:lnTo>
                  <a:pt x="415417" y="10033"/>
                </a:lnTo>
                <a:lnTo>
                  <a:pt x="379094" y="23495"/>
                </a:lnTo>
                <a:lnTo>
                  <a:pt x="336676" y="41910"/>
                </a:lnTo>
                <a:lnTo>
                  <a:pt x="272034" y="72771"/>
                </a:lnTo>
                <a:lnTo>
                  <a:pt x="236728" y="90424"/>
                </a:lnTo>
                <a:lnTo>
                  <a:pt x="199771" y="109347"/>
                </a:lnTo>
                <a:lnTo>
                  <a:pt x="0" y="215137"/>
                </a:lnTo>
                <a:lnTo>
                  <a:pt x="18034" y="248793"/>
                </a:lnTo>
                <a:lnTo>
                  <a:pt x="139954" y="183641"/>
                </a:lnTo>
                <a:lnTo>
                  <a:pt x="217424" y="143128"/>
                </a:lnTo>
                <a:lnTo>
                  <a:pt x="254126" y="124333"/>
                </a:lnTo>
                <a:lnTo>
                  <a:pt x="289051" y="106807"/>
                </a:lnTo>
                <a:lnTo>
                  <a:pt x="352806" y="76453"/>
                </a:lnTo>
                <a:lnTo>
                  <a:pt x="393826" y="58674"/>
                </a:lnTo>
                <a:lnTo>
                  <a:pt x="437515" y="42925"/>
                </a:lnTo>
                <a:lnTo>
                  <a:pt x="457717" y="38474"/>
                </a:lnTo>
                <a:lnTo>
                  <a:pt x="457843" y="38201"/>
                </a:lnTo>
                <a:lnTo>
                  <a:pt x="459520" y="33274"/>
                </a:lnTo>
                <a:lnTo>
                  <a:pt x="459685" y="32335"/>
                </a:lnTo>
                <a:lnTo>
                  <a:pt x="459707" y="31296"/>
                </a:lnTo>
                <a:lnTo>
                  <a:pt x="459486" y="30607"/>
                </a:lnTo>
                <a:lnTo>
                  <a:pt x="459866" y="30607"/>
                </a:lnTo>
                <a:lnTo>
                  <a:pt x="459866" y="28828"/>
                </a:lnTo>
                <a:lnTo>
                  <a:pt x="497966" y="28828"/>
                </a:lnTo>
                <a:lnTo>
                  <a:pt x="497966" y="27050"/>
                </a:lnTo>
                <a:lnTo>
                  <a:pt x="497713" y="25273"/>
                </a:lnTo>
                <a:lnTo>
                  <a:pt x="497169" y="23495"/>
                </a:lnTo>
                <a:lnTo>
                  <a:pt x="496188" y="19938"/>
                </a:lnTo>
                <a:lnTo>
                  <a:pt x="485775" y="6350"/>
                </a:lnTo>
                <a:lnTo>
                  <a:pt x="482473" y="4318"/>
                </a:lnTo>
                <a:lnTo>
                  <a:pt x="480949" y="3301"/>
                </a:lnTo>
                <a:lnTo>
                  <a:pt x="479171" y="2539"/>
                </a:lnTo>
                <a:lnTo>
                  <a:pt x="477393" y="2159"/>
                </a:lnTo>
                <a:lnTo>
                  <a:pt x="473075" y="1015"/>
                </a:lnTo>
                <a:lnTo>
                  <a:pt x="471932" y="635"/>
                </a:lnTo>
                <a:lnTo>
                  <a:pt x="469519" y="381"/>
                </a:lnTo>
                <a:lnTo>
                  <a:pt x="461772" y="0"/>
                </a:lnTo>
                <a:close/>
              </a:path>
              <a:path w="498475" h="384175">
                <a:moveTo>
                  <a:pt x="465008" y="38102"/>
                </a:moveTo>
                <a:lnTo>
                  <a:pt x="467613" y="38862"/>
                </a:lnTo>
                <a:lnTo>
                  <a:pt x="466213" y="38266"/>
                </a:lnTo>
                <a:lnTo>
                  <a:pt x="465008" y="38102"/>
                </a:lnTo>
                <a:close/>
              </a:path>
              <a:path w="498475" h="384175">
                <a:moveTo>
                  <a:pt x="466213" y="38266"/>
                </a:moveTo>
                <a:lnTo>
                  <a:pt x="467613" y="38862"/>
                </a:lnTo>
                <a:lnTo>
                  <a:pt x="497217" y="38862"/>
                </a:lnTo>
                <a:lnTo>
                  <a:pt x="497304" y="38353"/>
                </a:lnTo>
                <a:lnTo>
                  <a:pt x="466851" y="38353"/>
                </a:lnTo>
                <a:lnTo>
                  <a:pt x="466213" y="38266"/>
                </a:lnTo>
                <a:close/>
              </a:path>
              <a:path w="498475" h="384175">
                <a:moveTo>
                  <a:pt x="464703" y="38091"/>
                </a:moveTo>
                <a:lnTo>
                  <a:pt x="465709" y="38735"/>
                </a:lnTo>
                <a:lnTo>
                  <a:pt x="465117" y="38201"/>
                </a:lnTo>
                <a:lnTo>
                  <a:pt x="464703" y="38091"/>
                </a:lnTo>
                <a:close/>
              </a:path>
              <a:path w="498475" h="384175">
                <a:moveTo>
                  <a:pt x="465117" y="38201"/>
                </a:moveTo>
                <a:lnTo>
                  <a:pt x="465709" y="38735"/>
                </a:lnTo>
                <a:lnTo>
                  <a:pt x="467134" y="38735"/>
                </a:lnTo>
                <a:lnTo>
                  <a:pt x="465117" y="38201"/>
                </a:lnTo>
                <a:close/>
              </a:path>
              <a:path w="498475" h="384175">
                <a:moveTo>
                  <a:pt x="459520" y="33275"/>
                </a:moveTo>
                <a:lnTo>
                  <a:pt x="457843" y="38201"/>
                </a:lnTo>
                <a:lnTo>
                  <a:pt x="457717" y="38474"/>
                </a:lnTo>
                <a:lnTo>
                  <a:pt x="459601" y="38220"/>
                </a:lnTo>
                <a:lnTo>
                  <a:pt x="464058" y="37973"/>
                </a:lnTo>
                <a:lnTo>
                  <a:pt x="464255" y="37973"/>
                </a:lnTo>
                <a:lnTo>
                  <a:pt x="463296" y="37719"/>
                </a:lnTo>
                <a:lnTo>
                  <a:pt x="464121" y="37719"/>
                </a:lnTo>
                <a:lnTo>
                  <a:pt x="462732" y="36829"/>
                </a:lnTo>
                <a:lnTo>
                  <a:pt x="461188" y="34925"/>
                </a:lnTo>
                <a:lnTo>
                  <a:pt x="459232" y="34925"/>
                </a:lnTo>
                <a:lnTo>
                  <a:pt x="459520" y="33275"/>
                </a:lnTo>
                <a:close/>
              </a:path>
              <a:path w="498475" h="384175">
                <a:moveTo>
                  <a:pt x="466104" y="38220"/>
                </a:moveTo>
                <a:lnTo>
                  <a:pt x="466851" y="38353"/>
                </a:lnTo>
                <a:lnTo>
                  <a:pt x="466104" y="38220"/>
                </a:lnTo>
                <a:close/>
              </a:path>
              <a:path w="498475" h="384175">
                <a:moveTo>
                  <a:pt x="497966" y="29845"/>
                </a:moveTo>
                <a:lnTo>
                  <a:pt x="460121" y="29845"/>
                </a:lnTo>
                <a:lnTo>
                  <a:pt x="460121" y="30607"/>
                </a:lnTo>
                <a:lnTo>
                  <a:pt x="466851" y="38353"/>
                </a:lnTo>
                <a:lnTo>
                  <a:pt x="497304" y="38353"/>
                </a:lnTo>
                <a:lnTo>
                  <a:pt x="497586" y="36702"/>
                </a:lnTo>
                <a:lnTo>
                  <a:pt x="497839" y="35560"/>
                </a:lnTo>
                <a:lnTo>
                  <a:pt x="497966" y="29845"/>
                </a:lnTo>
                <a:close/>
              </a:path>
              <a:path w="498475" h="384175">
                <a:moveTo>
                  <a:pt x="464900" y="38005"/>
                </a:moveTo>
                <a:lnTo>
                  <a:pt x="466213" y="38266"/>
                </a:lnTo>
                <a:lnTo>
                  <a:pt x="464900" y="38005"/>
                </a:lnTo>
                <a:close/>
              </a:path>
              <a:path w="498475" h="384175">
                <a:moveTo>
                  <a:pt x="464279" y="37444"/>
                </a:moveTo>
                <a:lnTo>
                  <a:pt x="464900" y="38005"/>
                </a:lnTo>
                <a:lnTo>
                  <a:pt x="466104" y="38220"/>
                </a:lnTo>
                <a:lnTo>
                  <a:pt x="464279" y="37444"/>
                </a:lnTo>
                <a:close/>
              </a:path>
              <a:path w="498475" h="384175">
                <a:moveTo>
                  <a:pt x="464643" y="38052"/>
                </a:moveTo>
                <a:lnTo>
                  <a:pt x="465117" y="38201"/>
                </a:lnTo>
                <a:lnTo>
                  <a:pt x="464643" y="38052"/>
                </a:lnTo>
                <a:close/>
              </a:path>
              <a:path w="498475" h="384175">
                <a:moveTo>
                  <a:pt x="464440" y="37923"/>
                </a:moveTo>
                <a:lnTo>
                  <a:pt x="464643" y="38052"/>
                </a:lnTo>
                <a:lnTo>
                  <a:pt x="465008" y="38102"/>
                </a:lnTo>
                <a:lnTo>
                  <a:pt x="464440" y="37923"/>
                </a:lnTo>
                <a:close/>
              </a:path>
              <a:path w="498475" h="384175">
                <a:moveTo>
                  <a:pt x="464465" y="38028"/>
                </a:moveTo>
                <a:lnTo>
                  <a:pt x="464703" y="38091"/>
                </a:lnTo>
                <a:lnTo>
                  <a:pt x="464465" y="38028"/>
                </a:lnTo>
                <a:close/>
              </a:path>
              <a:path w="498475" h="384175">
                <a:moveTo>
                  <a:pt x="463296" y="37719"/>
                </a:moveTo>
                <a:lnTo>
                  <a:pt x="464465" y="38028"/>
                </a:lnTo>
                <a:lnTo>
                  <a:pt x="464643" y="38052"/>
                </a:lnTo>
                <a:lnTo>
                  <a:pt x="464440" y="37923"/>
                </a:lnTo>
                <a:lnTo>
                  <a:pt x="463296" y="37719"/>
                </a:lnTo>
                <a:close/>
              </a:path>
              <a:path w="498475" h="384175">
                <a:moveTo>
                  <a:pt x="464255" y="37973"/>
                </a:moveTo>
                <a:lnTo>
                  <a:pt x="464058" y="37973"/>
                </a:lnTo>
                <a:lnTo>
                  <a:pt x="464465" y="38028"/>
                </a:lnTo>
                <a:lnTo>
                  <a:pt x="464255" y="37973"/>
                </a:lnTo>
                <a:close/>
              </a:path>
              <a:path w="498475" h="384175">
                <a:moveTo>
                  <a:pt x="462613" y="36736"/>
                </a:moveTo>
                <a:lnTo>
                  <a:pt x="464440" y="37923"/>
                </a:lnTo>
                <a:lnTo>
                  <a:pt x="464900" y="38005"/>
                </a:lnTo>
                <a:lnTo>
                  <a:pt x="464279" y="37444"/>
                </a:lnTo>
                <a:lnTo>
                  <a:pt x="462613" y="36736"/>
                </a:lnTo>
                <a:close/>
              </a:path>
              <a:path w="498475" h="384175">
                <a:moveTo>
                  <a:pt x="464121" y="37719"/>
                </a:moveTo>
                <a:lnTo>
                  <a:pt x="463296" y="37719"/>
                </a:lnTo>
                <a:lnTo>
                  <a:pt x="464440" y="37923"/>
                </a:lnTo>
                <a:lnTo>
                  <a:pt x="464121" y="37719"/>
                </a:lnTo>
                <a:close/>
              </a:path>
              <a:path w="498475" h="384175">
                <a:moveTo>
                  <a:pt x="461861" y="35262"/>
                </a:moveTo>
                <a:lnTo>
                  <a:pt x="462596" y="36702"/>
                </a:lnTo>
                <a:lnTo>
                  <a:pt x="464279" y="37444"/>
                </a:lnTo>
                <a:lnTo>
                  <a:pt x="461861" y="35262"/>
                </a:lnTo>
                <a:close/>
              </a:path>
              <a:path w="498475" h="384175">
                <a:moveTo>
                  <a:pt x="462626" y="36762"/>
                </a:moveTo>
                <a:close/>
              </a:path>
              <a:path w="498475" h="384175">
                <a:moveTo>
                  <a:pt x="460642" y="34162"/>
                </a:moveTo>
                <a:lnTo>
                  <a:pt x="462562" y="36702"/>
                </a:lnTo>
                <a:lnTo>
                  <a:pt x="461861" y="35262"/>
                </a:lnTo>
                <a:lnTo>
                  <a:pt x="460642" y="34162"/>
                </a:lnTo>
                <a:close/>
              </a:path>
              <a:path w="498475" h="384175">
                <a:moveTo>
                  <a:pt x="462562" y="36702"/>
                </a:moveTo>
                <a:close/>
              </a:path>
              <a:path w="498475" h="384175">
                <a:moveTo>
                  <a:pt x="460367" y="32335"/>
                </a:moveTo>
                <a:lnTo>
                  <a:pt x="460642" y="34162"/>
                </a:lnTo>
                <a:lnTo>
                  <a:pt x="461861" y="35262"/>
                </a:lnTo>
                <a:lnTo>
                  <a:pt x="460367" y="32335"/>
                </a:lnTo>
                <a:close/>
              </a:path>
              <a:path w="498475" h="384175">
                <a:moveTo>
                  <a:pt x="459866" y="32258"/>
                </a:moveTo>
                <a:lnTo>
                  <a:pt x="459520" y="33275"/>
                </a:lnTo>
                <a:lnTo>
                  <a:pt x="459232" y="34925"/>
                </a:lnTo>
                <a:lnTo>
                  <a:pt x="459866" y="32258"/>
                </a:lnTo>
                <a:close/>
              </a:path>
              <a:path w="498475" h="384175">
                <a:moveTo>
                  <a:pt x="459866" y="32258"/>
                </a:moveTo>
                <a:lnTo>
                  <a:pt x="459232" y="34925"/>
                </a:lnTo>
                <a:lnTo>
                  <a:pt x="461188" y="34925"/>
                </a:lnTo>
                <a:lnTo>
                  <a:pt x="460600" y="34162"/>
                </a:lnTo>
                <a:lnTo>
                  <a:pt x="460343" y="33274"/>
                </a:lnTo>
                <a:lnTo>
                  <a:pt x="459866" y="33274"/>
                </a:lnTo>
                <a:lnTo>
                  <a:pt x="459866" y="32258"/>
                </a:lnTo>
                <a:close/>
              </a:path>
              <a:path w="498475" h="384175">
                <a:moveTo>
                  <a:pt x="460501" y="34036"/>
                </a:moveTo>
                <a:close/>
              </a:path>
              <a:path w="498475" h="384175">
                <a:moveTo>
                  <a:pt x="460626" y="34148"/>
                </a:moveTo>
                <a:close/>
              </a:path>
              <a:path w="498475" h="384175">
                <a:moveTo>
                  <a:pt x="459991" y="31597"/>
                </a:moveTo>
                <a:lnTo>
                  <a:pt x="460041" y="32335"/>
                </a:lnTo>
                <a:lnTo>
                  <a:pt x="460626" y="34148"/>
                </a:lnTo>
                <a:lnTo>
                  <a:pt x="460367" y="32335"/>
                </a:lnTo>
                <a:lnTo>
                  <a:pt x="459991" y="31597"/>
                </a:lnTo>
                <a:close/>
              </a:path>
              <a:path w="498475" h="384175">
                <a:moveTo>
                  <a:pt x="460588" y="34036"/>
                </a:moveTo>
                <a:close/>
              </a:path>
              <a:path w="498475" h="384175">
                <a:moveTo>
                  <a:pt x="459810" y="31617"/>
                </a:moveTo>
                <a:lnTo>
                  <a:pt x="459520" y="33275"/>
                </a:lnTo>
                <a:lnTo>
                  <a:pt x="459840" y="32335"/>
                </a:lnTo>
                <a:lnTo>
                  <a:pt x="459810" y="31617"/>
                </a:lnTo>
                <a:close/>
              </a:path>
              <a:path w="498475" h="384175">
                <a:moveTo>
                  <a:pt x="459956" y="32069"/>
                </a:moveTo>
                <a:lnTo>
                  <a:pt x="459866" y="33274"/>
                </a:lnTo>
                <a:lnTo>
                  <a:pt x="460343" y="33274"/>
                </a:lnTo>
                <a:lnTo>
                  <a:pt x="459956" y="32069"/>
                </a:lnTo>
                <a:close/>
              </a:path>
              <a:path w="498475" h="384175">
                <a:moveTo>
                  <a:pt x="460083" y="30346"/>
                </a:moveTo>
                <a:lnTo>
                  <a:pt x="460090" y="31792"/>
                </a:lnTo>
                <a:lnTo>
                  <a:pt x="460367" y="32335"/>
                </a:lnTo>
                <a:lnTo>
                  <a:pt x="460083" y="30346"/>
                </a:lnTo>
                <a:close/>
              </a:path>
              <a:path w="498475" h="384175">
                <a:moveTo>
                  <a:pt x="459486" y="30607"/>
                </a:moveTo>
                <a:lnTo>
                  <a:pt x="459810" y="31617"/>
                </a:lnTo>
                <a:lnTo>
                  <a:pt x="459837" y="31296"/>
                </a:lnTo>
                <a:lnTo>
                  <a:pt x="459486" y="30607"/>
                </a:lnTo>
                <a:close/>
              </a:path>
              <a:path w="498475" h="384175">
                <a:moveTo>
                  <a:pt x="459866" y="30607"/>
                </a:moveTo>
                <a:lnTo>
                  <a:pt x="459486" y="30607"/>
                </a:lnTo>
                <a:lnTo>
                  <a:pt x="459859" y="31339"/>
                </a:lnTo>
                <a:lnTo>
                  <a:pt x="459866" y="30607"/>
                </a:lnTo>
                <a:close/>
              </a:path>
              <a:path w="498475" h="384175">
                <a:moveTo>
                  <a:pt x="459866" y="28828"/>
                </a:moveTo>
                <a:lnTo>
                  <a:pt x="459866" y="31296"/>
                </a:lnTo>
                <a:lnTo>
                  <a:pt x="459987" y="30607"/>
                </a:lnTo>
                <a:lnTo>
                  <a:pt x="459866" y="28828"/>
                </a:lnTo>
                <a:close/>
              </a:path>
              <a:path w="498475" h="384175">
                <a:moveTo>
                  <a:pt x="497966" y="28828"/>
                </a:moveTo>
                <a:lnTo>
                  <a:pt x="459866" y="28828"/>
                </a:lnTo>
                <a:lnTo>
                  <a:pt x="460061" y="30187"/>
                </a:lnTo>
                <a:lnTo>
                  <a:pt x="460121" y="29845"/>
                </a:lnTo>
                <a:lnTo>
                  <a:pt x="497966" y="29845"/>
                </a:lnTo>
                <a:lnTo>
                  <a:pt x="497966" y="28828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3246247" y="720064"/>
            <a:ext cx="795020" cy="1216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2720" indent="88900">
              <a:lnSpc>
                <a:spcPct val="1448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 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  <a:p>
            <a:pPr marL="269875">
              <a:lnSpc>
                <a:spcPct val="100000"/>
              </a:lnSpc>
              <a:spcBef>
                <a:spcPts val="2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906016" y="2399538"/>
            <a:ext cx="1708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923033" y="3123438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887092" y="3790315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379470" y="4482846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208147" y="3739388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388867" y="5320995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876425" y="4530344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876425" y="5320995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693291" y="6168948"/>
            <a:ext cx="538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36486" y="1126871"/>
            <a:ext cx="543560" cy="114300"/>
          </a:xfrm>
          <a:custGeom>
            <a:avLst/>
            <a:gdLst/>
            <a:ahLst/>
            <a:cxnLst/>
            <a:rect l="l" t="t" r="r" b="b"/>
            <a:pathLst>
              <a:path w="543560" h="114300">
                <a:moveTo>
                  <a:pt x="430657" y="0"/>
                </a:moveTo>
                <a:lnTo>
                  <a:pt x="429657" y="38105"/>
                </a:lnTo>
                <a:lnTo>
                  <a:pt x="448703" y="38607"/>
                </a:lnTo>
                <a:lnTo>
                  <a:pt x="447700" y="76707"/>
                </a:lnTo>
                <a:lnTo>
                  <a:pt x="428645" y="76707"/>
                </a:lnTo>
                <a:lnTo>
                  <a:pt x="427659" y="114300"/>
                </a:lnTo>
                <a:lnTo>
                  <a:pt x="508094" y="76707"/>
                </a:lnTo>
                <a:lnTo>
                  <a:pt x="447700" y="76707"/>
                </a:lnTo>
                <a:lnTo>
                  <a:pt x="428658" y="76205"/>
                </a:lnTo>
                <a:lnTo>
                  <a:pt x="509169" y="76205"/>
                </a:lnTo>
                <a:lnTo>
                  <a:pt x="543420" y="60198"/>
                </a:lnTo>
                <a:lnTo>
                  <a:pt x="430657" y="0"/>
                </a:lnTo>
                <a:close/>
              </a:path>
              <a:path w="543560" h="114300">
                <a:moveTo>
                  <a:pt x="429657" y="38105"/>
                </a:moveTo>
                <a:lnTo>
                  <a:pt x="428658" y="76205"/>
                </a:lnTo>
                <a:lnTo>
                  <a:pt x="447700" y="76707"/>
                </a:lnTo>
                <a:lnTo>
                  <a:pt x="448703" y="38607"/>
                </a:lnTo>
                <a:lnTo>
                  <a:pt x="429657" y="38105"/>
                </a:lnTo>
                <a:close/>
              </a:path>
              <a:path w="543560" h="114300">
                <a:moveTo>
                  <a:pt x="990" y="26796"/>
                </a:moveTo>
                <a:lnTo>
                  <a:pt x="0" y="64896"/>
                </a:lnTo>
                <a:lnTo>
                  <a:pt x="428658" y="76205"/>
                </a:lnTo>
                <a:lnTo>
                  <a:pt x="429657" y="38105"/>
                </a:lnTo>
                <a:lnTo>
                  <a:pt x="990" y="26796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4611370" y="689229"/>
            <a:ext cx="177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342638" y="843040"/>
            <a:ext cx="507365" cy="1082040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7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490"/>
              </a:spcBef>
              <a:tabLst>
                <a:tab pos="303530" algn="l"/>
              </a:tabLst>
            </a:pPr>
            <a:r>
              <a:rPr dirty="0" baseline="-34722" sz="3000" b="1">
                <a:solidFill>
                  <a:srgbClr val="FFFFFF"/>
                </a:solidFill>
                <a:latin typeface="Times New Roman"/>
                <a:cs typeface="Times New Roman"/>
              </a:rPr>
              <a:t>4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058411" y="3664965"/>
            <a:ext cx="535305" cy="1271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18770" algn="l"/>
              </a:tabLst>
            </a:pPr>
            <a:r>
              <a:rPr dirty="0" baseline="-30555" sz="3000" b="1">
                <a:solidFill>
                  <a:srgbClr val="FFFFFF"/>
                </a:solidFill>
                <a:latin typeface="Times New Roman"/>
                <a:cs typeface="Times New Roman"/>
              </a:rPr>
              <a:t>8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957065" y="6486905"/>
            <a:ext cx="410209" cy="327660"/>
          </a:xfrm>
          <a:custGeom>
            <a:avLst/>
            <a:gdLst/>
            <a:ahLst/>
            <a:cxnLst/>
            <a:rect l="l" t="t" r="r" b="b"/>
            <a:pathLst>
              <a:path w="410210" h="327659">
                <a:moveTo>
                  <a:pt x="409956" y="0"/>
                </a:moveTo>
                <a:lnTo>
                  <a:pt x="0" y="0"/>
                </a:lnTo>
                <a:lnTo>
                  <a:pt x="0" y="327660"/>
                </a:lnTo>
                <a:lnTo>
                  <a:pt x="409956" y="327660"/>
                </a:lnTo>
                <a:lnTo>
                  <a:pt x="409956" y="286702"/>
                </a:lnTo>
                <a:lnTo>
                  <a:pt x="82042" y="286702"/>
                </a:lnTo>
                <a:lnTo>
                  <a:pt x="82042" y="40957"/>
                </a:lnTo>
                <a:lnTo>
                  <a:pt x="409956" y="40957"/>
                </a:lnTo>
                <a:lnTo>
                  <a:pt x="409956" y="0"/>
                </a:lnTo>
                <a:close/>
              </a:path>
              <a:path w="410210" h="327659">
                <a:moveTo>
                  <a:pt x="409956" y="40957"/>
                </a:moveTo>
                <a:lnTo>
                  <a:pt x="82042" y="40957"/>
                </a:lnTo>
                <a:lnTo>
                  <a:pt x="327787" y="163830"/>
                </a:lnTo>
                <a:lnTo>
                  <a:pt x="82042" y="286702"/>
                </a:lnTo>
                <a:lnTo>
                  <a:pt x="409956" y="286702"/>
                </a:lnTo>
                <a:lnTo>
                  <a:pt x="409956" y="40957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039108" y="65278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0" y="0"/>
                </a:moveTo>
                <a:lnTo>
                  <a:pt x="0" y="245745"/>
                </a:lnTo>
                <a:lnTo>
                  <a:pt x="245744" y="122872"/>
                </a:lnTo>
                <a:lnTo>
                  <a:pt x="0" y="0"/>
                </a:lnTo>
                <a:close/>
              </a:path>
            </a:pathLst>
          </a:custGeom>
          <a:solidFill>
            <a:srgbClr val="1F3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039108" y="65278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245744" y="122872"/>
                </a:moveTo>
                <a:lnTo>
                  <a:pt x="0" y="245745"/>
                </a:lnTo>
                <a:lnTo>
                  <a:pt x="0" y="0"/>
                </a:lnTo>
                <a:lnTo>
                  <a:pt x="245744" y="122872"/>
                </a:lnTo>
                <a:close/>
              </a:path>
            </a:pathLst>
          </a:custGeom>
          <a:ln w="38100">
            <a:solidFill>
              <a:srgbClr val="3366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957065" y="6486905"/>
            <a:ext cx="410209" cy="327660"/>
          </a:xfrm>
          <a:custGeom>
            <a:avLst/>
            <a:gdLst/>
            <a:ahLst/>
            <a:cxnLst/>
            <a:rect l="l" t="t" r="r" b="b"/>
            <a:pathLst>
              <a:path w="410210" h="327659">
                <a:moveTo>
                  <a:pt x="0" y="327660"/>
                </a:moveTo>
                <a:lnTo>
                  <a:pt x="409956" y="327660"/>
                </a:lnTo>
                <a:lnTo>
                  <a:pt x="409956" y="0"/>
                </a:lnTo>
                <a:lnTo>
                  <a:pt x="0" y="0"/>
                </a:lnTo>
                <a:lnTo>
                  <a:pt x="0" y="327660"/>
                </a:lnTo>
                <a:close/>
              </a:path>
            </a:pathLst>
          </a:custGeom>
          <a:ln w="38100">
            <a:solidFill>
              <a:srgbClr val="3366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61559" y="4570476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861559" y="6220967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40226" y="1914855"/>
            <a:ext cx="11106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400" spc="-37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(1)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5333"/>
            <a:ext cx="9144000" cy="435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5333"/>
            <a:ext cx="9144000" cy="436245"/>
          </a:xfrm>
          <a:custGeom>
            <a:avLst/>
            <a:gdLst/>
            <a:ahLst/>
            <a:cxnLst/>
            <a:rect l="l" t="t" r="r" b="b"/>
            <a:pathLst>
              <a:path w="9144000" h="436245">
                <a:moveTo>
                  <a:pt x="0" y="435864"/>
                </a:moveTo>
                <a:lnTo>
                  <a:pt x="9144000" y="435864"/>
                </a:lnTo>
                <a:lnTo>
                  <a:pt x="9144000" y="0"/>
                </a:lnTo>
                <a:lnTo>
                  <a:pt x="0" y="0"/>
                </a:lnTo>
                <a:lnTo>
                  <a:pt x="0" y="435864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9013" y="31749"/>
            <a:ext cx="82670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6337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7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09281" y="519125"/>
            <a:ext cx="108267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dirty="0" spc="-10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pc="-59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baseline="1157" sz="3600">
                <a:solidFill>
                  <a:srgbClr val="FFFF00"/>
                </a:solidFill>
                <a:latin typeface="Times New Roman"/>
                <a:cs typeface="Times New Roman"/>
              </a:rPr>
              <a:t>(2)</a:t>
            </a:r>
            <a:endParaRPr baseline="1157"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87056" y="1053083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19">
                <a:moveTo>
                  <a:pt x="0" y="7620"/>
                </a:moveTo>
                <a:lnTo>
                  <a:pt x="4571" y="7620"/>
                </a:lnTo>
                <a:lnTo>
                  <a:pt x="4571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87056" y="1453896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19">
                <a:moveTo>
                  <a:pt x="0" y="7620"/>
                </a:moveTo>
                <a:lnTo>
                  <a:pt x="4571" y="7620"/>
                </a:lnTo>
                <a:lnTo>
                  <a:pt x="4571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87056" y="1859279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19">
                <a:moveTo>
                  <a:pt x="0" y="7620"/>
                </a:moveTo>
                <a:lnTo>
                  <a:pt x="4571" y="7620"/>
                </a:lnTo>
                <a:lnTo>
                  <a:pt x="4571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87056" y="2263139"/>
            <a:ext cx="5080" cy="9525"/>
          </a:xfrm>
          <a:custGeom>
            <a:avLst/>
            <a:gdLst/>
            <a:ahLst/>
            <a:cxnLst/>
            <a:rect l="l" t="t" r="r" b="b"/>
            <a:pathLst>
              <a:path w="5079" h="9525">
                <a:moveTo>
                  <a:pt x="0" y="9144"/>
                </a:moveTo>
                <a:lnTo>
                  <a:pt x="4571" y="9144"/>
                </a:lnTo>
                <a:lnTo>
                  <a:pt x="4571" y="0"/>
                </a:lnTo>
                <a:lnTo>
                  <a:pt x="0" y="0"/>
                </a:lnTo>
                <a:lnTo>
                  <a:pt x="0" y="9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28054" y="2272283"/>
            <a:ext cx="0" cy="403860"/>
          </a:xfrm>
          <a:custGeom>
            <a:avLst/>
            <a:gdLst/>
            <a:ahLst/>
            <a:cxnLst/>
            <a:rect l="l" t="t" r="r" b="b"/>
            <a:pathLst>
              <a:path w="0" h="403860">
                <a:moveTo>
                  <a:pt x="0" y="0"/>
                </a:moveTo>
                <a:lnTo>
                  <a:pt x="0" y="403860"/>
                </a:lnTo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87056" y="2668523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19">
                <a:moveTo>
                  <a:pt x="0" y="7620"/>
                </a:moveTo>
                <a:lnTo>
                  <a:pt x="4571" y="7620"/>
                </a:lnTo>
                <a:lnTo>
                  <a:pt x="4571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507480" y="963358"/>
          <a:ext cx="2635250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9680"/>
                <a:gridCol w="1325880"/>
              </a:tblGrid>
              <a:tr h="400812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输入字符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730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转换状态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730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字母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7048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509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1760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数字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6985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85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Other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220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7664195" y="3287267"/>
            <a:ext cx="5080" cy="9525"/>
          </a:xfrm>
          <a:custGeom>
            <a:avLst/>
            <a:gdLst/>
            <a:ahLst/>
            <a:cxnLst/>
            <a:rect l="l" t="t" r="r" b="b"/>
            <a:pathLst>
              <a:path w="5079" h="9525">
                <a:moveTo>
                  <a:pt x="0" y="9144"/>
                </a:moveTo>
                <a:lnTo>
                  <a:pt x="4571" y="9144"/>
                </a:lnTo>
                <a:lnTo>
                  <a:pt x="4571" y="0"/>
                </a:lnTo>
                <a:lnTo>
                  <a:pt x="0" y="0"/>
                </a:lnTo>
                <a:lnTo>
                  <a:pt x="0" y="9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64195" y="3692651"/>
            <a:ext cx="5080" cy="6350"/>
          </a:xfrm>
          <a:custGeom>
            <a:avLst/>
            <a:gdLst/>
            <a:ahLst/>
            <a:cxnLst/>
            <a:rect l="l" t="t" r="r" b="b"/>
            <a:pathLst>
              <a:path w="5079" h="6350">
                <a:moveTo>
                  <a:pt x="0" y="6096"/>
                </a:moveTo>
                <a:lnTo>
                  <a:pt x="4571" y="6096"/>
                </a:lnTo>
                <a:lnTo>
                  <a:pt x="4571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64195" y="4093464"/>
            <a:ext cx="5080" cy="9525"/>
          </a:xfrm>
          <a:custGeom>
            <a:avLst/>
            <a:gdLst/>
            <a:ahLst/>
            <a:cxnLst/>
            <a:rect l="l" t="t" r="r" b="b"/>
            <a:pathLst>
              <a:path w="5079" h="9525">
                <a:moveTo>
                  <a:pt x="0" y="9143"/>
                </a:moveTo>
                <a:lnTo>
                  <a:pt x="4571" y="9143"/>
                </a:lnTo>
                <a:lnTo>
                  <a:pt x="4571" y="0"/>
                </a:lnTo>
                <a:lnTo>
                  <a:pt x="0" y="0"/>
                </a:lnTo>
                <a:lnTo>
                  <a:pt x="0" y="9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64195" y="4498847"/>
            <a:ext cx="5080" cy="7620"/>
          </a:xfrm>
          <a:custGeom>
            <a:avLst/>
            <a:gdLst/>
            <a:ahLst/>
            <a:cxnLst/>
            <a:rect l="l" t="t" r="r" b="b"/>
            <a:pathLst>
              <a:path w="5079" h="7620">
                <a:moveTo>
                  <a:pt x="0" y="7620"/>
                </a:moveTo>
                <a:lnTo>
                  <a:pt x="4571" y="7620"/>
                </a:lnTo>
                <a:lnTo>
                  <a:pt x="4571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486144" y="3197542"/>
          <a:ext cx="2633980" cy="1242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9680"/>
                <a:gridCol w="1324609"/>
              </a:tblGrid>
              <a:tr h="4053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输入字符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858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转换状态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953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01574">
                <a:tc>
                  <a:txBody>
                    <a:bodyPr/>
                    <a:lstStyle/>
                    <a:p>
                      <a:pPr algn="ctr" marR="6223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数字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8894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404622">
                <a:tc>
                  <a:txBody>
                    <a:bodyPr/>
                    <a:lstStyle/>
                    <a:p>
                      <a:pPr algn="ctr" marR="2730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Other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5137403" y="6399276"/>
            <a:ext cx="5080" cy="6350"/>
          </a:xfrm>
          <a:custGeom>
            <a:avLst/>
            <a:gdLst/>
            <a:ahLst/>
            <a:cxnLst/>
            <a:rect l="l" t="t" r="r" b="b"/>
            <a:pathLst>
              <a:path w="5079" h="6350">
                <a:moveTo>
                  <a:pt x="0" y="6096"/>
                </a:moveTo>
                <a:lnTo>
                  <a:pt x="4571" y="6096"/>
                </a:lnTo>
                <a:lnTo>
                  <a:pt x="4571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37403" y="6399276"/>
            <a:ext cx="5080" cy="6350"/>
          </a:xfrm>
          <a:custGeom>
            <a:avLst/>
            <a:gdLst/>
            <a:ahLst/>
            <a:cxnLst/>
            <a:rect l="l" t="t" r="r" b="b"/>
            <a:pathLst>
              <a:path w="5079" h="6350">
                <a:moveTo>
                  <a:pt x="0" y="6096"/>
                </a:moveTo>
                <a:lnTo>
                  <a:pt x="4571" y="6096"/>
                </a:lnTo>
                <a:lnTo>
                  <a:pt x="4571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711440" y="6399276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5" y="6096"/>
                </a:lnTo>
                <a:lnTo>
                  <a:pt x="6095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711440" y="6399276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5" y="6096"/>
                </a:lnTo>
                <a:lnTo>
                  <a:pt x="6095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15539" y="2208276"/>
            <a:ext cx="7620" cy="6350"/>
          </a:xfrm>
          <a:custGeom>
            <a:avLst/>
            <a:gdLst/>
            <a:ahLst/>
            <a:cxnLst/>
            <a:rect l="l" t="t" r="r" b="b"/>
            <a:pathLst>
              <a:path w="7619" h="6350">
                <a:moveTo>
                  <a:pt x="0" y="6096"/>
                </a:moveTo>
                <a:lnTo>
                  <a:pt x="7620" y="6096"/>
                </a:lnTo>
                <a:lnTo>
                  <a:pt x="762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15539" y="2540507"/>
            <a:ext cx="7620" cy="5080"/>
          </a:xfrm>
          <a:custGeom>
            <a:avLst/>
            <a:gdLst/>
            <a:ahLst/>
            <a:cxnLst/>
            <a:rect l="l" t="t" r="r" b="b"/>
            <a:pathLst>
              <a:path w="7619" h="5080">
                <a:moveTo>
                  <a:pt x="0" y="4572"/>
                </a:moveTo>
                <a:lnTo>
                  <a:pt x="7620" y="4572"/>
                </a:lnTo>
                <a:lnTo>
                  <a:pt x="7620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15539" y="3198876"/>
            <a:ext cx="7620" cy="6350"/>
          </a:xfrm>
          <a:custGeom>
            <a:avLst/>
            <a:gdLst/>
            <a:ahLst/>
            <a:cxnLst/>
            <a:rect l="l" t="t" r="r" b="b"/>
            <a:pathLst>
              <a:path w="7619" h="6350">
                <a:moveTo>
                  <a:pt x="0" y="6096"/>
                </a:moveTo>
                <a:lnTo>
                  <a:pt x="7620" y="6096"/>
                </a:lnTo>
                <a:lnTo>
                  <a:pt x="762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415539" y="4187951"/>
            <a:ext cx="7620" cy="6350"/>
          </a:xfrm>
          <a:custGeom>
            <a:avLst/>
            <a:gdLst/>
            <a:ahLst/>
            <a:cxnLst/>
            <a:rect l="l" t="t" r="r" b="b"/>
            <a:pathLst>
              <a:path w="7619" h="6350">
                <a:moveTo>
                  <a:pt x="0" y="6096"/>
                </a:moveTo>
                <a:lnTo>
                  <a:pt x="7620" y="6096"/>
                </a:lnTo>
                <a:lnTo>
                  <a:pt x="762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2000" y="4520184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4571"/>
                </a:moveTo>
                <a:lnTo>
                  <a:pt x="6095" y="4571"/>
                </a:lnTo>
                <a:lnTo>
                  <a:pt x="6095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430267" y="4520184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4571"/>
                </a:moveTo>
                <a:lnTo>
                  <a:pt x="6096" y="4571"/>
                </a:lnTo>
                <a:lnTo>
                  <a:pt x="6096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2000" y="4849367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5" y="6096"/>
                </a:lnTo>
                <a:lnTo>
                  <a:pt x="6095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430267" y="4849367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2000" y="5180076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5" y="6096"/>
                </a:lnTo>
                <a:lnTo>
                  <a:pt x="6095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2000" y="5180076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6096"/>
                </a:moveTo>
                <a:lnTo>
                  <a:pt x="6095" y="6096"/>
                </a:lnTo>
                <a:lnTo>
                  <a:pt x="6095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664957" y="5482590"/>
            <a:ext cx="5080" cy="1905"/>
          </a:xfrm>
          <a:custGeom>
            <a:avLst/>
            <a:gdLst/>
            <a:ahLst/>
            <a:cxnLst/>
            <a:rect l="l" t="t" r="r" b="b"/>
            <a:pathLst>
              <a:path w="5079" h="1904">
                <a:moveTo>
                  <a:pt x="0" y="0"/>
                </a:moveTo>
                <a:lnTo>
                  <a:pt x="4572" y="1524"/>
                </a:lnTo>
              </a:path>
            </a:pathLst>
          </a:custGeom>
          <a:ln w="28574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64195" y="5960364"/>
            <a:ext cx="5080" cy="9525"/>
          </a:xfrm>
          <a:custGeom>
            <a:avLst/>
            <a:gdLst/>
            <a:ahLst/>
            <a:cxnLst/>
            <a:rect l="l" t="t" r="r" b="b"/>
            <a:pathLst>
              <a:path w="5079" h="9525">
                <a:moveTo>
                  <a:pt x="0" y="9144"/>
                </a:moveTo>
                <a:lnTo>
                  <a:pt x="4571" y="9144"/>
                </a:lnTo>
                <a:lnTo>
                  <a:pt x="4571" y="0"/>
                </a:lnTo>
                <a:lnTo>
                  <a:pt x="0" y="0"/>
                </a:lnTo>
                <a:lnTo>
                  <a:pt x="0" y="9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3183254" y="2374392"/>
          <a:ext cx="5927090" cy="4332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635"/>
                <a:gridCol w="1699894"/>
                <a:gridCol w="195579"/>
                <a:gridCol w="1273810"/>
                <a:gridCol w="1299844"/>
              </a:tblGrid>
              <a:tr h="454913">
                <a:tc>
                  <a:txBody>
                    <a:bodyPr/>
                    <a:lstStyle/>
                    <a:p>
                      <a:pPr marL="259079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2000" spc="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输入字符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844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转换状态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5404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3"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r" marR="852805">
                        <a:lnSpc>
                          <a:spcPct val="100000"/>
                        </a:lnSpc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分</a:t>
                      </a:r>
                      <a:r>
                        <a:rPr dirty="0" sz="24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表</a:t>
                      </a:r>
                      <a:r>
                        <a:rPr dirty="0" sz="2400" spc="-35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850">
                        <a:latin typeface="Times New Roman"/>
                        <a:cs typeface="Times New Roman"/>
                      </a:endParaRPr>
                    </a:p>
                    <a:p>
                      <a:pPr algn="r" marR="793750">
                        <a:lnSpc>
                          <a:spcPct val="100000"/>
                        </a:lnSpc>
                      </a:pPr>
                      <a:r>
                        <a:rPr dirty="0" sz="2400" spc="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分表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(4)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 rowSpan="6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6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7962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字母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699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8859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6364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6437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数字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6355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8859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446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3390">
                <a:tc>
                  <a:txBody>
                    <a:bodyPr/>
                    <a:lstStyle/>
                    <a:p>
                      <a:pPr algn="ctr" marR="224790">
                        <a:lnSpc>
                          <a:spcPts val="2535"/>
                        </a:lnSpc>
                        <a:spcBef>
                          <a:spcPts val="93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11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667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5675">
                <a:tc>
                  <a:txBody>
                    <a:bodyPr/>
                    <a:lstStyle/>
                    <a:p>
                      <a:pPr algn="ctr" marR="229235">
                        <a:lnSpc>
                          <a:spcPts val="2535"/>
                        </a:lnSpc>
                        <a:spcBef>
                          <a:spcPts val="95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11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0531">
                <a:tc>
                  <a:txBody>
                    <a:bodyPr/>
                    <a:lstStyle/>
                    <a:p>
                      <a:pPr algn="ctr" marR="237490">
                        <a:lnSpc>
                          <a:spcPts val="2415"/>
                        </a:lnSpc>
                        <a:spcBef>
                          <a:spcPts val="95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53975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9271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747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38100">
                      <a:solidFill>
                        <a:srgbClr val="FFFF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64724">
                <a:tc>
                  <a:txBody>
                    <a:bodyPr/>
                    <a:lstStyle/>
                    <a:p>
                      <a:pPr algn="ctr" marR="2647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{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762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19710">
                        <a:lnSpc>
                          <a:spcPts val="2320"/>
                        </a:lnSpc>
                        <a:spcBef>
                          <a:spcPts val="1235"/>
                        </a:spcBef>
                      </a:pPr>
                      <a:r>
                        <a:rPr dirty="0" sz="2000" spc="-10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684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输入字符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5016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转换状态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317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317753">
                <a:tc>
                  <a:txBody>
                    <a:bodyPr/>
                    <a:lstStyle/>
                    <a:p>
                      <a:pPr algn="ctr" marR="264795">
                        <a:lnSpc>
                          <a:spcPts val="1685"/>
                        </a:lnSpc>
                        <a:spcBef>
                          <a:spcPts val="71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0805">
                    <a:lnL w="762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5575">
                        <a:lnSpc>
                          <a:spcPts val="1235"/>
                        </a:lnSpc>
                        <a:spcBef>
                          <a:spcPts val="116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7955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93040">
                        <a:lnSpc>
                          <a:spcPts val="2215"/>
                        </a:lnSpc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0">
                        <a:lnSpc>
                          <a:spcPts val="2215"/>
                        </a:lnSpc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1607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marR="6731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233172">
                <a:tc rowSpan="2">
                  <a:txBody>
                    <a:bodyPr/>
                    <a:lstStyle/>
                    <a:p>
                      <a:pPr marL="41338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Other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>
                    <a:lnL w="762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R="20447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192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0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2225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4769">
                    <a:lnL w="762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1920">
                    <a:lnL w="53975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53975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35179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Other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6858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180594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985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048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90677" y="1012697"/>
            <a:ext cx="544195" cy="504825"/>
          </a:xfrm>
          <a:custGeom>
            <a:avLst/>
            <a:gdLst/>
            <a:ahLst/>
            <a:cxnLst/>
            <a:rect l="l" t="t" r="r" b="b"/>
            <a:pathLst>
              <a:path w="544195" h="504825">
                <a:moveTo>
                  <a:pt x="0" y="252222"/>
                </a:moveTo>
                <a:lnTo>
                  <a:pt x="4382" y="206879"/>
                </a:lnTo>
                <a:lnTo>
                  <a:pt x="17019" y="164205"/>
                </a:lnTo>
                <a:lnTo>
                  <a:pt x="37140" y="124911"/>
                </a:lnTo>
                <a:lnTo>
                  <a:pt x="63978" y="89710"/>
                </a:lnTo>
                <a:lnTo>
                  <a:pt x="96765" y="59312"/>
                </a:lnTo>
                <a:lnTo>
                  <a:pt x="134732" y="34431"/>
                </a:lnTo>
                <a:lnTo>
                  <a:pt x="177112" y="15777"/>
                </a:lnTo>
                <a:lnTo>
                  <a:pt x="223135" y="4062"/>
                </a:lnTo>
                <a:lnTo>
                  <a:pt x="272034" y="0"/>
                </a:lnTo>
                <a:lnTo>
                  <a:pt x="320932" y="4062"/>
                </a:lnTo>
                <a:lnTo>
                  <a:pt x="366955" y="15777"/>
                </a:lnTo>
                <a:lnTo>
                  <a:pt x="409335" y="34431"/>
                </a:lnTo>
                <a:lnTo>
                  <a:pt x="447302" y="59312"/>
                </a:lnTo>
                <a:lnTo>
                  <a:pt x="480089" y="89710"/>
                </a:lnTo>
                <a:lnTo>
                  <a:pt x="506927" y="124911"/>
                </a:lnTo>
                <a:lnTo>
                  <a:pt x="527048" y="164205"/>
                </a:lnTo>
                <a:lnTo>
                  <a:pt x="539685" y="206879"/>
                </a:lnTo>
                <a:lnTo>
                  <a:pt x="544068" y="252222"/>
                </a:lnTo>
                <a:lnTo>
                  <a:pt x="539685" y="297564"/>
                </a:lnTo>
                <a:lnTo>
                  <a:pt x="527048" y="340238"/>
                </a:lnTo>
                <a:lnTo>
                  <a:pt x="506927" y="379532"/>
                </a:lnTo>
                <a:lnTo>
                  <a:pt x="480089" y="414733"/>
                </a:lnTo>
                <a:lnTo>
                  <a:pt x="447302" y="445131"/>
                </a:lnTo>
                <a:lnTo>
                  <a:pt x="409335" y="470012"/>
                </a:lnTo>
                <a:lnTo>
                  <a:pt x="366955" y="488666"/>
                </a:lnTo>
                <a:lnTo>
                  <a:pt x="320932" y="500381"/>
                </a:lnTo>
                <a:lnTo>
                  <a:pt x="272034" y="504443"/>
                </a:lnTo>
                <a:lnTo>
                  <a:pt x="223135" y="500381"/>
                </a:lnTo>
                <a:lnTo>
                  <a:pt x="177112" y="488666"/>
                </a:lnTo>
                <a:lnTo>
                  <a:pt x="134732" y="470012"/>
                </a:lnTo>
                <a:lnTo>
                  <a:pt x="96765" y="445131"/>
                </a:lnTo>
                <a:lnTo>
                  <a:pt x="63978" y="414733"/>
                </a:lnTo>
                <a:lnTo>
                  <a:pt x="37140" y="379532"/>
                </a:lnTo>
                <a:lnTo>
                  <a:pt x="17019" y="340238"/>
                </a:lnTo>
                <a:lnTo>
                  <a:pt x="4382" y="297564"/>
                </a:lnTo>
                <a:lnTo>
                  <a:pt x="0" y="25222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84479" y="1089787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10333" y="1193291"/>
            <a:ext cx="708660" cy="114300"/>
          </a:xfrm>
          <a:custGeom>
            <a:avLst/>
            <a:gdLst/>
            <a:ahLst/>
            <a:cxnLst/>
            <a:rect l="l" t="t" r="r" b="b"/>
            <a:pathLst>
              <a:path w="708660" h="114300">
                <a:moveTo>
                  <a:pt x="594360" y="0"/>
                </a:moveTo>
                <a:lnTo>
                  <a:pt x="594360" y="114300"/>
                </a:lnTo>
                <a:lnTo>
                  <a:pt x="670560" y="76200"/>
                </a:lnTo>
                <a:lnTo>
                  <a:pt x="613410" y="76200"/>
                </a:lnTo>
                <a:lnTo>
                  <a:pt x="613410" y="38100"/>
                </a:lnTo>
                <a:lnTo>
                  <a:pt x="670560" y="38100"/>
                </a:lnTo>
                <a:lnTo>
                  <a:pt x="594360" y="0"/>
                </a:lnTo>
                <a:close/>
              </a:path>
              <a:path w="708660" h="114300">
                <a:moveTo>
                  <a:pt x="5943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94360" y="76200"/>
                </a:lnTo>
                <a:lnTo>
                  <a:pt x="594360" y="38100"/>
                </a:lnTo>
                <a:close/>
              </a:path>
              <a:path w="708660" h="114300">
                <a:moveTo>
                  <a:pt x="670560" y="38100"/>
                </a:moveTo>
                <a:lnTo>
                  <a:pt x="613410" y="38100"/>
                </a:lnTo>
                <a:lnTo>
                  <a:pt x="613410" y="76200"/>
                </a:lnTo>
                <a:lnTo>
                  <a:pt x="670560" y="76200"/>
                </a:lnTo>
                <a:lnTo>
                  <a:pt x="708660" y="57150"/>
                </a:lnTo>
                <a:lnTo>
                  <a:pt x="670560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48385" y="920876"/>
            <a:ext cx="537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09420" y="577976"/>
            <a:ext cx="11029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r>
              <a:rPr dirty="0" sz="2000" spc="-2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389125" y="1012697"/>
            <a:ext cx="544195" cy="504825"/>
          </a:xfrm>
          <a:custGeom>
            <a:avLst/>
            <a:gdLst/>
            <a:ahLst/>
            <a:cxnLst/>
            <a:rect l="l" t="t" r="r" b="b"/>
            <a:pathLst>
              <a:path w="544194" h="504825">
                <a:moveTo>
                  <a:pt x="0" y="252222"/>
                </a:moveTo>
                <a:lnTo>
                  <a:pt x="4382" y="206879"/>
                </a:lnTo>
                <a:lnTo>
                  <a:pt x="17019" y="164205"/>
                </a:lnTo>
                <a:lnTo>
                  <a:pt x="37140" y="124911"/>
                </a:lnTo>
                <a:lnTo>
                  <a:pt x="63978" y="89710"/>
                </a:lnTo>
                <a:lnTo>
                  <a:pt x="96765" y="59312"/>
                </a:lnTo>
                <a:lnTo>
                  <a:pt x="134732" y="34431"/>
                </a:lnTo>
                <a:lnTo>
                  <a:pt x="177112" y="15777"/>
                </a:lnTo>
                <a:lnTo>
                  <a:pt x="223135" y="4062"/>
                </a:lnTo>
                <a:lnTo>
                  <a:pt x="272034" y="0"/>
                </a:lnTo>
                <a:lnTo>
                  <a:pt x="320932" y="4062"/>
                </a:lnTo>
                <a:lnTo>
                  <a:pt x="366955" y="15777"/>
                </a:lnTo>
                <a:lnTo>
                  <a:pt x="409335" y="34431"/>
                </a:lnTo>
                <a:lnTo>
                  <a:pt x="447302" y="59312"/>
                </a:lnTo>
                <a:lnTo>
                  <a:pt x="480089" y="89710"/>
                </a:lnTo>
                <a:lnTo>
                  <a:pt x="506927" y="124911"/>
                </a:lnTo>
                <a:lnTo>
                  <a:pt x="527048" y="164205"/>
                </a:lnTo>
                <a:lnTo>
                  <a:pt x="539685" y="206879"/>
                </a:lnTo>
                <a:lnTo>
                  <a:pt x="544068" y="252222"/>
                </a:lnTo>
                <a:lnTo>
                  <a:pt x="539685" y="297564"/>
                </a:lnTo>
                <a:lnTo>
                  <a:pt x="527048" y="340238"/>
                </a:lnTo>
                <a:lnTo>
                  <a:pt x="506927" y="379532"/>
                </a:lnTo>
                <a:lnTo>
                  <a:pt x="480089" y="414733"/>
                </a:lnTo>
                <a:lnTo>
                  <a:pt x="447302" y="445131"/>
                </a:lnTo>
                <a:lnTo>
                  <a:pt x="409335" y="470012"/>
                </a:lnTo>
                <a:lnTo>
                  <a:pt x="366955" y="488666"/>
                </a:lnTo>
                <a:lnTo>
                  <a:pt x="320932" y="500381"/>
                </a:lnTo>
                <a:lnTo>
                  <a:pt x="272034" y="504443"/>
                </a:lnTo>
                <a:lnTo>
                  <a:pt x="223135" y="500381"/>
                </a:lnTo>
                <a:lnTo>
                  <a:pt x="177112" y="488666"/>
                </a:lnTo>
                <a:lnTo>
                  <a:pt x="134732" y="470012"/>
                </a:lnTo>
                <a:lnTo>
                  <a:pt x="96765" y="445131"/>
                </a:lnTo>
                <a:lnTo>
                  <a:pt x="63978" y="414733"/>
                </a:lnTo>
                <a:lnTo>
                  <a:pt x="37140" y="379532"/>
                </a:lnTo>
                <a:lnTo>
                  <a:pt x="17019" y="340238"/>
                </a:lnTo>
                <a:lnTo>
                  <a:pt x="4382" y="297564"/>
                </a:lnTo>
                <a:lnTo>
                  <a:pt x="0" y="25222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583182" y="1089787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593594" y="934211"/>
            <a:ext cx="633095" cy="593090"/>
          </a:xfrm>
          <a:custGeom>
            <a:avLst/>
            <a:gdLst/>
            <a:ahLst/>
            <a:cxnLst/>
            <a:rect l="l" t="t" r="r" b="b"/>
            <a:pathLst>
              <a:path w="633094" h="593090">
                <a:moveTo>
                  <a:pt x="315594" y="0"/>
                </a:moveTo>
                <a:lnTo>
                  <a:pt x="267843" y="3810"/>
                </a:lnTo>
                <a:lnTo>
                  <a:pt x="221361" y="13969"/>
                </a:lnTo>
                <a:lnTo>
                  <a:pt x="165100" y="36829"/>
                </a:lnTo>
                <a:lnTo>
                  <a:pt x="114681" y="68579"/>
                </a:lnTo>
                <a:lnTo>
                  <a:pt x="71881" y="109219"/>
                </a:lnTo>
                <a:lnTo>
                  <a:pt x="38354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1" y="283210"/>
                </a:lnTo>
                <a:lnTo>
                  <a:pt x="0" y="298450"/>
                </a:lnTo>
                <a:lnTo>
                  <a:pt x="381" y="313689"/>
                </a:lnTo>
                <a:lnTo>
                  <a:pt x="6857" y="358139"/>
                </a:lnTo>
                <a:lnTo>
                  <a:pt x="20066" y="401319"/>
                </a:lnTo>
                <a:lnTo>
                  <a:pt x="40131" y="441960"/>
                </a:lnTo>
                <a:lnTo>
                  <a:pt x="74930" y="488950"/>
                </a:lnTo>
                <a:lnTo>
                  <a:pt x="117982" y="528319"/>
                </a:lnTo>
                <a:lnTo>
                  <a:pt x="168656" y="558800"/>
                </a:lnTo>
                <a:lnTo>
                  <a:pt x="224155" y="580389"/>
                </a:lnTo>
                <a:lnTo>
                  <a:pt x="239394" y="585469"/>
                </a:lnTo>
                <a:lnTo>
                  <a:pt x="254254" y="588010"/>
                </a:lnTo>
                <a:lnTo>
                  <a:pt x="270129" y="590550"/>
                </a:lnTo>
                <a:lnTo>
                  <a:pt x="301625" y="593089"/>
                </a:lnTo>
                <a:lnTo>
                  <a:pt x="333501" y="593089"/>
                </a:lnTo>
                <a:lnTo>
                  <a:pt x="365125" y="590550"/>
                </a:lnTo>
                <a:lnTo>
                  <a:pt x="380745" y="588010"/>
                </a:lnTo>
                <a:lnTo>
                  <a:pt x="395605" y="584200"/>
                </a:lnTo>
                <a:lnTo>
                  <a:pt x="411733" y="580389"/>
                </a:lnTo>
                <a:lnTo>
                  <a:pt x="440563" y="570229"/>
                </a:lnTo>
                <a:lnTo>
                  <a:pt x="454279" y="563879"/>
                </a:lnTo>
                <a:lnTo>
                  <a:pt x="302132" y="563879"/>
                </a:lnTo>
                <a:lnTo>
                  <a:pt x="273431" y="561339"/>
                </a:lnTo>
                <a:lnTo>
                  <a:pt x="231775" y="552450"/>
                </a:lnTo>
                <a:lnTo>
                  <a:pt x="180720" y="532129"/>
                </a:lnTo>
                <a:lnTo>
                  <a:pt x="135000" y="504189"/>
                </a:lnTo>
                <a:lnTo>
                  <a:pt x="96012" y="468629"/>
                </a:lnTo>
                <a:lnTo>
                  <a:pt x="64897" y="425450"/>
                </a:lnTo>
                <a:lnTo>
                  <a:pt x="47243" y="389889"/>
                </a:lnTo>
                <a:lnTo>
                  <a:pt x="35560" y="351789"/>
                </a:lnTo>
                <a:lnTo>
                  <a:pt x="29972" y="311150"/>
                </a:lnTo>
                <a:lnTo>
                  <a:pt x="29625" y="298450"/>
                </a:lnTo>
                <a:lnTo>
                  <a:pt x="29625" y="295910"/>
                </a:lnTo>
                <a:lnTo>
                  <a:pt x="32893" y="256539"/>
                </a:lnTo>
                <a:lnTo>
                  <a:pt x="42418" y="218439"/>
                </a:lnTo>
                <a:lnTo>
                  <a:pt x="58038" y="181610"/>
                </a:lnTo>
                <a:lnTo>
                  <a:pt x="78486" y="148589"/>
                </a:lnTo>
                <a:lnTo>
                  <a:pt x="113664" y="107950"/>
                </a:lnTo>
                <a:lnTo>
                  <a:pt x="155956" y="76200"/>
                </a:lnTo>
                <a:lnTo>
                  <a:pt x="204469" y="50800"/>
                </a:lnTo>
                <a:lnTo>
                  <a:pt x="244601" y="38100"/>
                </a:lnTo>
                <a:lnTo>
                  <a:pt x="301370" y="30479"/>
                </a:lnTo>
                <a:lnTo>
                  <a:pt x="455210" y="30479"/>
                </a:lnTo>
                <a:lnTo>
                  <a:pt x="436753" y="22860"/>
                </a:lnTo>
                <a:lnTo>
                  <a:pt x="408813" y="12700"/>
                </a:lnTo>
                <a:lnTo>
                  <a:pt x="393573" y="8889"/>
                </a:lnTo>
                <a:lnTo>
                  <a:pt x="363219" y="3810"/>
                </a:lnTo>
                <a:lnTo>
                  <a:pt x="315594" y="0"/>
                </a:lnTo>
                <a:close/>
              </a:path>
              <a:path w="633094" h="593090">
                <a:moveTo>
                  <a:pt x="455210" y="30479"/>
                </a:moveTo>
                <a:lnTo>
                  <a:pt x="330835" y="30479"/>
                </a:lnTo>
                <a:lnTo>
                  <a:pt x="359663" y="33019"/>
                </a:lnTo>
                <a:lnTo>
                  <a:pt x="387476" y="38100"/>
                </a:lnTo>
                <a:lnTo>
                  <a:pt x="427228" y="50800"/>
                </a:lnTo>
                <a:lnTo>
                  <a:pt x="475869" y="74929"/>
                </a:lnTo>
                <a:lnTo>
                  <a:pt x="518413" y="107950"/>
                </a:lnTo>
                <a:lnTo>
                  <a:pt x="553593" y="147319"/>
                </a:lnTo>
                <a:lnTo>
                  <a:pt x="574675" y="180339"/>
                </a:lnTo>
                <a:lnTo>
                  <a:pt x="590295" y="217169"/>
                </a:lnTo>
                <a:lnTo>
                  <a:pt x="599948" y="256539"/>
                </a:lnTo>
                <a:lnTo>
                  <a:pt x="603330" y="295910"/>
                </a:lnTo>
                <a:lnTo>
                  <a:pt x="603338" y="298450"/>
                </a:lnTo>
                <a:lnTo>
                  <a:pt x="602995" y="309879"/>
                </a:lnTo>
                <a:lnTo>
                  <a:pt x="597535" y="350519"/>
                </a:lnTo>
                <a:lnTo>
                  <a:pt x="585978" y="388619"/>
                </a:lnTo>
                <a:lnTo>
                  <a:pt x="568579" y="424179"/>
                </a:lnTo>
                <a:lnTo>
                  <a:pt x="537972" y="467360"/>
                </a:lnTo>
                <a:lnTo>
                  <a:pt x="499110" y="502919"/>
                </a:lnTo>
                <a:lnTo>
                  <a:pt x="453517" y="532129"/>
                </a:lnTo>
                <a:lnTo>
                  <a:pt x="402208" y="552450"/>
                </a:lnTo>
                <a:lnTo>
                  <a:pt x="388238" y="554989"/>
                </a:lnTo>
                <a:lnTo>
                  <a:pt x="374523" y="558800"/>
                </a:lnTo>
                <a:lnTo>
                  <a:pt x="360299" y="561339"/>
                </a:lnTo>
                <a:lnTo>
                  <a:pt x="331469" y="563879"/>
                </a:lnTo>
                <a:lnTo>
                  <a:pt x="454279" y="563879"/>
                </a:lnTo>
                <a:lnTo>
                  <a:pt x="494030" y="542289"/>
                </a:lnTo>
                <a:lnTo>
                  <a:pt x="540638" y="506729"/>
                </a:lnTo>
                <a:lnTo>
                  <a:pt x="579247" y="462279"/>
                </a:lnTo>
                <a:lnTo>
                  <a:pt x="601472" y="426719"/>
                </a:lnTo>
                <a:lnTo>
                  <a:pt x="618870" y="384810"/>
                </a:lnTo>
                <a:lnTo>
                  <a:pt x="629412" y="341629"/>
                </a:lnTo>
                <a:lnTo>
                  <a:pt x="632968" y="295910"/>
                </a:lnTo>
                <a:lnTo>
                  <a:pt x="632460" y="280669"/>
                </a:lnTo>
                <a:lnTo>
                  <a:pt x="626110" y="234950"/>
                </a:lnTo>
                <a:lnTo>
                  <a:pt x="613029" y="193039"/>
                </a:lnTo>
                <a:lnTo>
                  <a:pt x="592836" y="152400"/>
                </a:lnTo>
                <a:lnTo>
                  <a:pt x="558164" y="105410"/>
                </a:lnTo>
                <a:lnTo>
                  <a:pt x="514985" y="66039"/>
                </a:lnTo>
                <a:lnTo>
                  <a:pt x="464438" y="34289"/>
                </a:lnTo>
                <a:lnTo>
                  <a:pt x="455210" y="30479"/>
                </a:lnTo>
                <a:close/>
              </a:path>
              <a:path w="633094" h="593090">
                <a:moveTo>
                  <a:pt x="330200" y="59689"/>
                </a:moveTo>
                <a:lnTo>
                  <a:pt x="303656" y="59689"/>
                </a:lnTo>
                <a:lnTo>
                  <a:pt x="277494" y="62229"/>
                </a:lnTo>
                <a:lnTo>
                  <a:pt x="216662" y="78739"/>
                </a:lnTo>
                <a:lnTo>
                  <a:pt x="172847" y="100329"/>
                </a:lnTo>
                <a:lnTo>
                  <a:pt x="134747" y="129539"/>
                </a:lnTo>
                <a:lnTo>
                  <a:pt x="103378" y="163829"/>
                </a:lnTo>
                <a:lnTo>
                  <a:pt x="79501" y="204469"/>
                </a:lnTo>
                <a:lnTo>
                  <a:pt x="64516" y="248919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2" y="355600"/>
                </a:lnTo>
                <a:lnTo>
                  <a:pt x="84328" y="398779"/>
                </a:lnTo>
                <a:lnTo>
                  <a:pt x="117093" y="447039"/>
                </a:lnTo>
                <a:lnTo>
                  <a:pt x="151892" y="478789"/>
                </a:lnTo>
                <a:lnTo>
                  <a:pt x="192912" y="505460"/>
                </a:lnTo>
                <a:lnTo>
                  <a:pt x="251460" y="527050"/>
                </a:lnTo>
                <a:lnTo>
                  <a:pt x="302768" y="534669"/>
                </a:lnTo>
                <a:lnTo>
                  <a:pt x="329438" y="534669"/>
                </a:lnTo>
                <a:lnTo>
                  <a:pt x="380745" y="527050"/>
                </a:lnTo>
                <a:lnTo>
                  <a:pt x="438912" y="505460"/>
                </a:lnTo>
                <a:lnTo>
                  <a:pt x="441268" y="504189"/>
                </a:lnTo>
                <a:lnTo>
                  <a:pt x="291973" y="504189"/>
                </a:lnTo>
                <a:lnTo>
                  <a:pt x="280035" y="502919"/>
                </a:lnTo>
                <a:lnTo>
                  <a:pt x="269239" y="500379"/>
                </a:lnTo>
                <a:lnTo>
                  <a:pt x="257556" y="497839"/>
                </a:lnTo>
                <a:lnTo>
                  <a:pt x="247014" y="495300"/>
                </a:lnTo>
                <a:lnTo>
                  <a:pt x="205105" y="478789"/>
                </a:lnTo>
                <a:lnTo>
                  <a:pt x="168782" y="454660"/>
                </a:lnTo>
                <a:lnTo>
                  <a:pt x="138175" y="426719"/>
                </a:lnTo>
                <a:lnTo>
                  <a:pt x="114554" y="392429"/>
                </a:lnTo>
                <a:lnTo>
                  <a:pt x="98425" y="356869"/>
                </a:lnTo>
                <a:lnTo>
                  <a:pt x="89788" y="316229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224" y="163829"/>
                </a:lnTo>
                <a:lnTo>
                  <a:pt x="172085" y="135889"/>
                </a:lnTo>
                <a:lnTo>
                  <a:pt x="208533" y="114300"/>
                </a:lnTo>
                <a:lnTo>
                  <a:pt x="249808" y="97789"/>
                </a:lnTo>
                <a:lnTo>
                  <a:pt x="270763" y="93979"/>
                </a:lnTo>
                <a:lnTo>
                  <a:pt x="282194" y="91439"/>
                </a:lnTo>
                <a:lnTo>
                  <a:pt x="305816" y="88900"/>
                </a:lnTo>
                <a:lnTo>
                  <a:pt x="440181" y="88900"/>
                </a:lnTo>
                <a:lnTo>
                  <a:pt x="417575" y="78739"/>
                </a:lnTo>
                <a:lnTo>
                  <a:pt x="381507" y="67310"/>
                </a:lnTo>
                <a:lnTo>
                  <a:pt x="356107" y="62229"/>
                </a:lnTo>
                <a:lnTo>
                  <a:pt x="330200" y="59689"/>
                </a:lnTo>
                <a:close/>
              </a:path>
              <a:path w="633094" h="593090">
                <a:moveTo>
                  <a:pt x="440181" y="88900"/>
                </a:moveTo>
                <a:lnTo>
                  <a:pt x="317373" y="88900"/>
                </a:lnTo>
                <a:lnTo>
                  <a:pt x="329564" y="90169"/>
                </a:lnTo>
                <a:lnTo>
                  <a:pt x="340994" y="90169"/>
                </a:lnTo>
                <a:lnTo>
                  <a:pt x="352679" y="91439"/>
                </a:lnTo>
                <a:lnTo>
                  <a:pt x="408050" y="106679"/>
                </a:lnTo>
                <a:lnTo>
                  <a:pt x="446786" y="127000"/>
                </a:lnTo>
                <a:lnTo>
                  <a:pt x="480313" y="152400"/>
                </a:lnTo>
                <a:lnTo>
                  <a:pt x="507364" y="184150"/>
                </a:lnTo>
                <a:lnTo>
                  <a:pt x="522731" y="209550"/>
                </a:lnTo>
                <a:lnTo>
                  <a:pt x="527304" y="218439"/>
                </a:lnTo>
                <a:lnTo>
                  <a:pt x="539876" y="256539"/>
                </a:lnTo>
                <a:lnTo>
                  <a:pt x="544068" y="298450"/>
                </a:lnTo>
                <a:lnTo>
                  <a:pt x="543687" y="308610"/>
                </a:lnTo>
                <a:lnTo>
                  <a:pt x="536829" y="349250"/>
                </a:lnTo>
                <a:lnTo>
                  <a:pt x="516763" y="396239"/>
                </a:lnTo>
                <a:lnTo>
                  <a:pt x="491744" y="429260"/>
                </a:lnTo>
                <a:lnTo>
                  <a:pt x="461010" y="457200"/>
                </a:lnTo>
                <a:lnTo>
                  <a:pt x="424433" y="480060"/>
                </a:lnTo>
                <a:lnTo>
                  <a:pt x="383158" y="495300"/>
                </a:lnTo>
                <a:lnTo>
                  <a:pt x="339089" y="504189"/>
                </a:lnTo>
                <a:lnTo>
                  <a:pt x="441268" y="504189"/>
                </a:lnTo>
                <a:lnTo>
                  <a:pt x="480060" y="480060"/>
                </a:lnTo>
                <a:lnTo>
                  <a:pt x="514857" y="448310"/>
                </a:lnTo>
                <a:lnTo>
                  <a:pt x="542670" y="410210"/>
                </a:lnTo>
                <a:lnTo>
                  <a:pt x="562101" y="368300"/>
                </a:lnTo>
                <a:lnTo>
                  <a:pt x="572262" y="321310"/>
                </a:lnTo>
                <a:lnTo>
                  <a:pt x="573630" y="295910"/>
                </a:lnTo>
                <a:lnTo>
                  <a:pt x="573405" y="285750"/>
                </a:lnTo>
                <a:lnTo>
                  <a:pt x="565785" y="238760"/>
                </a:lnTo>
                <a:lnTo>
                  <a:pt x="548639" y="194310"/>
                </a:lnTo>
                <a:lnTo>
                  <a:pt x="515874" y="147319"/>
                </a:lnTo>
                <a:lnTo>
                  <a:pt x="481075" y="114300"/>
                </a:lnTo>
                <a:lnTo>
                  <a:pt x="461391" y="100329"/>
                </a:lnTo>
                <a:lnTo>
                  <a:pt x="440181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397380" y="716026"/>
            <a:ext cx="515620" cy="429259"/>
          </a:xfrm>
          <a:custGeom>
            <a:avLst/>
            <a:gdLst/>
            <a:ahLst/>
            <a:cxnLst/>
            <a:rect l="l" t="t" r="r" b="b"/>
            <a:pathLst>
              <a:path w="515619" h="429259">
                <a:moveTo>
                  <a:pt x="267207" y="0"/>
                </a:moveTo>
                <a:lnTo>
                  <a:pt x="264413" y="0"/>
                </a:lnTo>
                <a:lnTo>
                  <a:pt x="256794" y="508"/>
                </a:lnTo>
                <a:lnTo>
                  <a:pt x="255905" y="508"/>
                </a:lnTo>
                <a:lnTo>
                  <a:pt x="254888" y="635"/>
                </a:lnTo>
                <a:lnTo>
                  <a:pt x="254000" y="888"/>
                </a:lnTo>
                <a:lnTo>
                  <a:pt x="243839" y="3175"/>
                </a:lnTo>
                <a:lnTo>
                  <a:pt x="207009" y="24129"/>
                </a:lnTo>
                <a:lnTo>
                  <a:pt x="173609" y="59689"/>
                </a:lnTo>
                <a:lnTo>
                  <a:pt x="149352" y="94361"/>
                </a:lnTo>
                <a:lnTo>
                  <a:pt x="125475" y="135000"/>
                </a:lnTo>
                <a:lnTo>
                  <a:pt x="93853" y="197103"/>
                </a:lnTo>
                <a:lnTo>
                  <a:pt x="62356" y="265811"/>
                </a:lnTo>
                <a:lnTo>
                  <a:pt x="46735" y="302006"/>
                </a:lnTo>
                <a:lnTo>
                  <a:pt x="31115" y="339216"/>
                </a:lnTo>
                <a:lnTo>
                  <a:pt x="15493" y="376936"/>
                </a:lnTo>
                <a:lnTo>
                  <a:pt x="0" y="414782"/>
                </a:lnTo>
                <a:lnTo>
                  <a:pt x="35306" y="429260"/>
                </a:lnTo>
                <a:lnTo>
                  <a:pt x="50800" y="391287"/>
                </a:lnTo>
                <a:lnTo>
                  <a:pt x="66293" y="353695"/>
                </a:lnTo>
                <a:lnTo>
                  <a:pt x="81915" y="316864"/>
                </a:lnTo>
                <a:lnTo>
                  <a:pt x="97409" y="280924"/>
                </a:lnTo>
                <a:lnTo>
                  <a:pt x="128397" y="213233"/>
                </a:lnTo>
                <a:lnTo>
                  <a:pt x="151384" y="167259"/>
                </a:lnTo>
                <a:lnTo>
                  <a:pt x="174244" y="126491"/>
                </a:lnTo>
                <a:lnTo>
                  <a:pt x="196722" y="92328"/>
                </a:lnTo>
                <a:lnTo>
                  <a:pt x="225425" y="58674"/>
                </a:lnTo>
                <a:lnTo>
                  <a:pt x="259696" y="38481"/>
                </a:lnTo>
                <a:lnTo>
                  <a:pt x="259206" y="38481"/>
                </a:lnTo>
                <a:lnTo>
                  <a:pt x="261874" y="38100"/>
                </a:lnTo>
                <a:lnTo>
                  <a:pt x="264922" y="38100"/>
                </a:lnTo>
                <a:lnTo>
                  <a:pt x="265204" y="38081"/>
                </a:lnTo>
                <a:lnTo>
                  <a:pt x="263906" y="37973"/>
                </a:lnTo>
                <a:lnTo>
                  <a:pt x="336065" y="37973"/>
                </a:lnTo>
                <a:lnTo>
                  <a:pt x="331343" y="32893"/>
                </a:lnTo>
                <a:lnTo>
                  <a:pt x="295275" y="6858"/>
                </a:lnTo>
                <a:lnTo>
                  <a:pt x="275844" y="762"/>
                </a:lnTo>
                <a:lnTo>
                  <a:pt x="274827" y="762"/>
                </a:lnTo>
                <a:lnTo>
                  <a:pt x="267207" y="0"/>
                </a:lnTo>
                <a:close/>
              </a:path>
              <a:path w="515619" h="429259">
                <a:moveTo>
                  <a:pt x="444438" y="329767"/>
                </a:moveTo>
                <a:lnTo>
                  <a:pt x="408939" y="343662"/>
                </a:lnTo>
                <a:lnTo>
                  <a:pt x="503808" y="429260"/>
                </a:lnTo>
                <a:lnTo>
                  <a:pt x="511236" y="347472"/>
                </a:lnTo>
                <a:lnTo>
                  <a:pt x="451357" y="347472"/>
                </a:lnTo>
                <a:lnTo>
                  <a:pt x="444438" y="329767"/>
                </a:lnTo>
                <a:close/>
              </a:path>
              <a:path w="515619" h="429259">
                <a:moveTo>
                  <a:pt x="479908" y="315884"/>
                </a:moveTo>
                <a:lnTo>
                  <a:pt x="444438" y="329767"/>
                </a:lnTo>
                <a:lnTo>
                  <a:pt x="451357" y="347472"/>
                </a:lnTo>
                <a:lnTo>
                  <a:pt x="486918" y="333628"/>
                </a:lnTo>
                <a:lnTo>
                  <a:pt x="479908" y="315884"/>
                </a:lnTo>
                <a:close/>
              </a:path>
              <a:path w="515619" h="429259">
                <a:moveTo>
                  <a:pt x="515366" y="302006"/>
                </a:moveTo>
                <a:lnTo>
                  <a:pt x="479908" y="315884"/>
                </a:lnTo>
                <a:lnTo>
                  <a:pt x="486918" y="333628"/>
                </a:lnTo>
                <a:lnTo>
                  <a:pt x="451357" y="347472"/>
                </a:lnTo>
                <a:lnTo>
                  <a:pt x="511236" y="347472"/>
                </a:lnTo>
                <a:lnTo>
                  <a:pt x="515366" y="302006"/>
                </a:lnTo>
                <a:close/>
              </a:path>
              <a:path w="515619" h="429259">
                <a:moveTo>
                  <a:pt x="270002" y="38481"/>
                </a:moveTo>
                <a:lnTo>
                  <a:pt x="305307" y="60706"/>
                </a:lnTo>
                <a:lnTo>
                  <a:pt x="332613" y="94869"/>
                </a:lnTo>
                <a:lnTo>
                  <a:pt x="353949" y="129794"/>
                </a:lnTo>
                <a:lnTo>
                  <a:pt x="375666" y="170941"/>
                </a:lnTo>
                <a:lnTo>
                  <a:pt x="397510" y="217677"/>
                </a:lnTo>
                <a:lnTo>
                  <a:pt x="426846" y="286258"/>
                </a:lnTo>
                <a:lnTo>
                  <a:pt x="441579" y="322452"/>
                </a:lnTo>
                <a:lnTo>
                  <a:pt x="444438" y="329767"/>
                </a:lnTo>
                <a:lnTo>
                  <a:pt x="479908" y="315884"/>
                </a:lnTo>
                <a:lnTo>
                  <a:pt x="462025" y="271525"/>
                </a:lnTo>
                <a:lnTo>
                  <a:pt x="447167" y="235838"/>
                </a:lnTo>
                <a:lnTo>
                  <a:pt x="417194" y="169290"/>
                </a:lnTo>
                <a:lnTo>
                  <a:pt x="394588" y="124333"/>
                </a:lnTo>
                <a:lnTo>
                  <a:pt x="371475" y="84836"/>
                </a:lnTo>
                <a:lnTo>
                  <a:pt x="347852" y="51435"/>
                </a:lnTo>
                <a:lnTo>
                  <a:pt x="336655" y="38608"/>
                </a:lnTo>
                <a:lnTo>
                  <a:pt x="271525" y="38608"/>
                </a:lnTo>
                <a:lnTo>
                  <a:pt x="270002" y="38481"/>
                </a:lnTo>
                <a:close/>
              </a:path>
              <a:path w="515619" h="429259">
                <a:moveTo>
                  <a:pt x="268477" y="38100"/>
                </a:moveTo>
                <a:lnTo>
                  <a:pt x="270002" y="38481"/>
                </a:lnTo>
                <a:lnTo>
                  <a:pt x="271525" y="38608"/>
                </a:lnTo>
                <a:lnTo>
                  <a:pt x="268477" y="38100"/>
                </a:lnTo>
                <a:close/>
              </a:path>
              <a:path w="515619" h="429259">
                <a:moveTo>
                  <a:pt x="336183" y="38100"/>
                </a:moveTo>
                <a:lnTo>
                  <a:pt x="268477" y="38100"/>
                </a:lnTo>
                <a:lnTo>
                  <a:pt x="271525" y="38608"/>
                </a:lnTo>
                <a:lnTo>
                  <a:pt x="336655" y="38608"/>
                </a:lnTo>
                <a:lnTo>
                  <a:pt x="336183" y="38100"/>
                </a:lnTo>
                <a:close/>
              </a:path>
              <a:path w="515619" h="429259">
                <a:moveTo>
                  <a:pt x="261874" y="38100"/>
                </a:moveTo>
                <a:lnTo>
                  <a:pt x="259206" y="38481"/>
                </a:lnTo>
                <a:lnTo>
                  <a:pt x="259998" y="38428"/>
                </a:lnTo>
                <a:lnTo>
                  <a:pt x="261874" y="38100"/>
                </a:lnTo>
                <a:close/>
              </a:path>
              <a:path w="515619" h="429259">
                <a:moveTo>
                  <a:pt x="259998" y="38428"/>
                </a:moveTo>
                <a:lnTo>
                  <a:pt x="259206" y="38481"/>
                </a:lnTo>
                <a:lnTo>
                  <a:pt x="259696" y="38481"/>
                </a:lnTo>
                <a:lnTo>
                  <a:pt x="259998" y="38428"/>
                </a:lnTo>
                <a:close/>
              </a:path>
              <a:path w="515619" h="429259">
                <a:moveTo>
                  <a:pt x="336065" y="37973"/>
                </a:moveTo>
                <a:lnTo>
                  <a:pt x="266826" y="37973"/>
                </a:lnTo>
                <a:lnTo>
                  <a:pt x="265204" y="38081"/>
                </a:lnTo>
                <a:lnTo>
                  <a:pt x="270002" y="38481"/>
                </a:lnTo>
                <a:lnTo>
                  <a:pt x="268477" y="38100"/>
                </a:lnTo>
                <a:lnTo>
                  <a:pt x="336183" y="38100"/>
                </a:lnTo>
                <a:close/>
              </a:path>
              <a:path w="515619" h="429259">
                <a:moveTo>
                  <a:pt x="264922" y="38100"/>
                </a:moveTo>
                <a:lnTo>
                  <a:pt x="261874" y="38100"/>
                </a:lnTo>
                <a:lnTo>
                  <a:pt x="259998" y="38428"/>
                </a:lnTo>
                <a:lnTo>
                  <a:pt x="264922" y="38100"/>
                </a:lnTo>
                <a:close/>
              </a:path>
              <a:path w="515619" h="429259">
                <a:moveTo>
                  <a:pt x="266826" y="37973"/>
                </a:moveTo>
                <a:lnTo>
                  <a:pt x="263906" y="37973"/>
                </a:lnTo>
                <a:lnTo>
                  <a:pt x="265204" y="38081"/>
                </a:lnTo>
                <a:lnTo>
                  <a:pt x="266826" y="37973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367789" y="1732026"/>
            <a:ext cx="542925" cy="506095"/>
          </a:xfrm>
          <a:custGeom>
            <a:avLst/>
            <a:gdLst/>
            <a:ahLst/>
            <a:cxnLst/>
            <a:rect l="l" t="t" r="r" b="b"/>
            <a:pathLst>
              <a:path w="542925" h="506094">
                <a:moveTo>
                  <a:pt x="0" y="252984"/>
                </a:moveTo>
                <a:lnTo>
                  <a:pt x="4369" y="207514"/>
                </a:lnTo>
                <a:lnTo>
                  <a:pt x="16966" y="164717"/>
                </a:lnTo>
                <a:lnTo>
                  <a:pt x="37027" y="125306"/>
                </a:lnTo>
                <a:lnTo>
                  <a:pt x="63786" y="89997"/>
                </a:lnTo>
                <a:lnTo>
                  <a:pt x="96478" y="59504"/>
                </a:lnTo>
                <a:lnTo>
                  <a:pt x="134337" y="34543"/>
                </a:lnTo>
                <a:lnTo>
                  <a:pt x="176600" y="15829"/>
                </a:lnTo>
                <a:lnTo>
                  <a:pt x="222499" y="4076"/>
                </a:lnTo>
                <a:lnTo>
                  <a:pt x="271272" y="0"/>
                </a:lnTo>
                <a:lnTo>
                  <a:pt x="320044" y="4076"/>
                </a:lnTo>
                <a:lnTo>
                  <a:pt x="365943" y="15829"/>
                </a:lnTo>
                <a:lnTo>
                  <a:pt x="408206" y="34544"/>
                </a:lnTo>
                <a:lnTo>
                  <a:pt x="446065" y="59504"/>
                </a:lnTo>
                <a:lnTo>
                  <a:pt x="478757" y="89997"/>
                </a:lnTo>
                <a:lnTo>
                  <a:pt x="505516" y="125306"/>
                </a:lnTo>
                <a:lnTo>
                  <a:pt x="525577" y="164717"/>
                </a:lnTo>
                <a:lnTo>
                  <a:pt x="538174" y="207514"/>
                </a:lnTo>
                <a:lnTo>
                  <a:pt x="542543" y="252984"/>
                </a:lnTo>
                <a:lnTo>
                  <a:pt x="538174" y="298453"/>
                </a:lnTo>
                <a:lnTo>
                  <a:pt x="525577" y="341250"/>
                </a:lnTo>
                <a:lnTo>
                  <a:pt x="505516" y="380661"/>
                </a:lnTo>
                <a:lnTo>
                  <a:pt x="478757" y="415970"/>
                </a:lnTo>
                <a:lnTo>
                  <a:pt x="446065" y="446463"/>
                </a:lnTo>
                <a:lnTo>
                  <a:pt x="408206" y="471424"/>
                </a:lnTo>
                <a:lnTo>
                  <a:pt x="365943" y="490138"/>
                </a:lnTo>
                <a:lnTo>
                  <a:pt x="320044" y="501891"/>
                </a:lnTo>
                <a:lnTo>
                  <a:pt x="271272" y="505968"/>
                </a:lnTo>
                <a:lnTo>
                  <a:pt x="222499" y="501891"/>
                </a:lnTo>
                <a:lnTo>
                  <a:pt x="176600" y="490138"/>
                </a:lnTo>
                <a:lnTo>
                  <a:pt x="134337" y="471424"/>
                </a:lnTo>
                <a:lnTo>
                  <a:pt x="96478" y="446463"/>
                </a:lnTo>
                <a:lnTo>
                  <a:pt x="63786" y="415970"/>
                </a:lnTo>
                <a:lnTo>
                  <a:pt x="37027" y="380661"/>
                </a:lnTo>
                <a:lnTo>
                  <a:pt x="16966" y="341250"/>
                </a:lnTo>
                <a:lnTo>
                  <a:pt x="4369" y="298453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560957" y="1810638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593594" y="1687322"/>
            <a:ext cx="633095" cy="594360"/>
          </a:xfrm>
          <a:custGeom>
            <a:avLst/>
            <a:gdLst/>
            <a:ahLst/>
            <a:cxnLst/>
            <a:rect l="l" t="t" r="r" b="b"/>
            <a:pathLst>
              <a:path w="633094" h="594360">
                <a:moveTo>
                  <a:pt x="331343" y="0"/>
                </a:moveTo>
                <a:lnTo>
                  <a:pt x="299085" y="0"/>
                </a:lnTo>
                <a:lnTo>
                  <a:pt x="283463" y="1270"/>
                </a:lnTo>
                <a:lnTo>
                  <a:pt x="237362" y="8889"/>
                </a:lnTo>
                <a:lnTo>
                  <a:pt x="192278" y="24130"/>
                </a:lnTo>
                <a:lnTo>
                  <a:pt x="138937" y="50800"/>
                </a:lnTo>
                <a:lnTo>
                  <a:pt x="92456" y="87630"/>
                </a:lnTo>
                <a:lnTo>
                  <a:pt x="53720" y="132080"/>
                </a:lnTo>
                <a:lnTo>
                  <a:pt x="31368" y="167639"/>
                </a:lnTo>
                <a:lnTo>
                  <a:pt x="14097" y="209550"/>
                </a:lnTo>
                <a:lnTo>
                  <a:pt x="3556" y="252730"/>
                </a:lnTo>
                <a:lnTo>
                  <a:pt x="0" y="298450"/>
                </a:lnTo>
                <a:lnTo>
                  <a:pt x="381" y="313689"/>
                </a:lnTo>
                <a:lnTo>
                  <a:pt x="6857" y="359410"/>
                </a:lnTo>
                <a:lnTo>
                  <a:pt x="19938" y="401320"/>
                </a:lnTo>
                <a:lnTo>
                  <a:pt x="40131" y="441960"/>
                </a:lnTo>
                <a:lnTo>
                  <a:pt x="74803" y="488950"/>
                </a:lnTo>
                <a:lnTo>
                  <a:pt x="118110" y="529589"/>
                </a:lnTo>
                <a:lnTo>
                  <a:pt x="168656" y="560070"/>
                </a:lnTo>
                <a:lnTo>
                  <a:pt x="224408" y="581660"/>
                </a:lnTo>
                <a:lnTo>
                  <a:pt x="269748" y="591820"/>
                </a:lnTo>
                <a:lnTo>
                  <a:pt x="301625" y="594360"/>
                </a:lnTo>
                <a:lnTo>
                  <a:pt x="333501" y="594360"/>
                </a:lnTo>
                <a:lnTo>
                  <a:pt x="365125" y="591820"/>
                </a:lnTo>
                <a:lnTo>
                  <a:pt x="380745" y="589280"/>
                </a:lnTo>
                <a:lnTo>
                  <a:pt x="395858" y="585470"/>
                </a:lnTo>
                <a:lnTo>
                  <a:pt x="411733" y="581660"/>
                </a:lnTo>
                <a:lnTo>
                  <a:pt x="440563" y="571500"/>
                </a:lnTo>
                <a:lnTo>
                  <a:pt x="454342" y="565150"/>
                </a:lnTo>
                <a:lnTo>
                  <a:pt x="302132" y="565150"/>
                </a:lnTo>
                <a:lnTo>
                  <a:pt x="273304" y="562610"/>
                </a:lnTo>
                <a:lnTo>
                  <a:pt x="231901" y="553720"/>
                </a:lnTo>
                <a:lnTo>
                  <a:pt x="180720" y="533400"/>
                </a:lnTo>
                <a:lnTo>
                  <a:pt x="135000" y="505460"/>
                </a:lnTo>
                <a:lnTo>
                  <a:pt x="96012" y="468630"/>
                </a:lnTo>
                <a:lnTo>
                  <a:pt x="64897" y="426720"/>
                </a:lnTo>
                <a:lnTo>
                  <a:pt x="47243" y="389889"/>
                </a:lnTo>
                <a:lnTo>
                  <a:pt x="35560" y="351789"/>
                </a:lnTo>
                <a:lnTo>
                  <a:pt x="29972" y="311150"/>
                </a:lnTo>
                <a:lnTo>
                  <a:pt x="29591" y="298450"/>
                </a:lnTo>
                <a:lnTo>
                  <a:pt x="29972" y="284480"/>
                </a:lnTo>
                <a:lnTo>
                  <a:pt x="35432" y="243839"/>
                </a:lnTo>
                <a:lnTo>
                  <a:pt x="46989" y="205739"/>
                </a:lnTo>
                <a:lnTo>
                  <a:pt x="64262" y="170180"/>
                </a:lnTo>
                <a:lnTo>
                  <a:pt x="94995" y="127000"/>
                </a:lnTo>
                <a:lnTo>
                  <a:pt x="133857" y="91439"/>
                </a:lnTo>
                <a:lnTo>
                  <a:pt x="179578" y="62230"/>
                </a:lnTo>
                <a:lnTo>
                  <a:pt x="230758" y="41910"/>
                </a:lnTo>
                <a:lnTo>
                  <a:pt x="272669" y="33020"/>
                </a:lnTo>
                <a:lnTo>
                  <a:pt x="316230" y="29210"/>
                </a:lnTo>
                <a:lnTo>
                  <a:pt x="452190" y="29210"/>
                </a:lnTo>
                <a:lnTo>
                  <a:pt x="436880" y="22860"/>
                </a:lnTo>
                <a:lnTo>
                  <a:pt x="408558" y="12700"/>
                </a:lnTo>
                <a:lnTo>
                  <a:pt x="393954" y="8889"/>
                </a:lnTo>
                <a:lnTo>
                  <a:pt x="347599" y="1270"/>
                </a:lnTo>
                <a:lnTo>
                  <a:pt x="331343" y="0"/>
                </a:lnTo>
                <a:close/>
              </a:path>
              <a:path w="633094" h="594360">
                <a:moveTo>
                  <a:pt x="452190" y="29210"/>
                </a:moveTo>
                <a:lnTo>
                  <a:pt x="316230" y="29210"/>
                </a:lnTo>
                <a:lnTo>
                  <a:pt x="330835" y="30480"/>
                </a:lnTo>
                <a:lnTo>
                  <a:pt x="345439" y="30480"/>
                </a:lnTo>
                <a:lnTo>
                  <a:pt x="387604" y="38100"/>
                </a:lnTo>
                <a:lnTo>
                  <a:pt x="427228" y="50800"/>
                </a:lnTo>
                <a:lnTo>
                  <a:pt x="475869" y="74930"/>
                </a:lnTo>
                <a:lnTo>
                  <a:pt x="518413" y="106680"/>
                </a:lnTo>
                <a:lnTo>
                  <a:pt x="553593" y="147320"/>
                </a:lnTo>
                <a:lnTo>
                  <a:pt x="574675" y="180339"/>
                </a:lnTo>
                <a:lnTo>
                  <a:pt x="590295" y="217170"/>
                </a:lnTo>
                <a:lnTo>
                  <a:pt x="599948" y="256539"/>
                </a:lnTo>
                <a:lnTo>
                  <a:pt x="603330" y="295910"/>
                </a:lnTo>
                <a:lnTo>
                  <a:pt x="603342" y="298450"/>
                </a:lnTo>
                <a:lnTo>
                  <a:pt x="602995" y="311150"/>
                </a:lnTo>
                <a:lnTo>
                  <a:pt x="597535" y="351789"/>
                </a:lnTo>
                <a:lnTo>
                  <a:pt x="585978" y="389889"/>
                </a:lnTo>
                <a:lnTo>
                  <a:pt x="568579" y="425450"/>
                </a:lnTo>
                <a:lnTo>
                  <a:pt x="537972" y="467360"/>
                </a:lnTo>
                <a:lnTo>
                  <a:pt x="499110" y="504189"/>
                </a:lnTo>
                <a:lnTo>
                  <a:pt x="453517" y="533400"/>
                </a:lnTo>
                <a:lnTo>
                  <a:pt x="402208" y="552450"/>
                </a:lnTo>
                <a:lnTo>
                  <a:pt x="360299" y="562610"/>
                </a:lnTo>
                <a:lnTo>
                  <a:pt x="331469" y="565150"/>
                </a:lnTo>
                <a:lnTo>
                  <a:pt x="454342" y="565150"/>
                </a:lnTo>
                <a:lnTo>
                  <a:pt x="494030" y="543560"/>
                </a:lnTo>
                <a:lnTo>
                  <a:pt x="540766" y="508000"/>
                </a:lnTo>
                <a:lnTo>
                  <a:pt x="579247" y="463550"/>
                </a:lnTo>
                <a:lnTo>
                  <a:pt x="601599" y="426720"/>
                </a:lnTo>
                <a:lnTo>
                  <a:pt x="618870" y="386080"/>
                </a:lnTo>
                <a:lnTo>
                  <a:pt x="629412" y="341630"/>
                </a:lnTo>
                <a:lnTo>
                  <a:pt x="632968" y="295910"/>
                </a:lnTo>
                <a:lnTo>
                  <a:pt x="632460" y="280670"/>
                </a:lnTo>
                <a:lnTo>
                  <a:pt x="626110" y="236220"/>
                </a:lnTo>
                <a:lnTo>
                  <a:pt x="612901" y="193039"/>
                </a:lnTo>
                <a:lnTo>
                  <a:pt x="592836" y="152400"/>
                </a:lnTo>
                <a:lnTo>
                  <a:pt x="558292" y="105410"/>
                </a:lnTo>
                <a:lnTo>
                  <a:pt x="514985" y="66039"/>
                </a:lnTo>
                <a:lnTo>
                  <a:pt x="464438" y="34289"/>
                </a:lnTo>
                <a:lnTo>
                  <a:pt x="452190" y="29210"/>
                </a:lnTo>
                <a:close/>
              </a:path>
              <a:path w="633094" h="594360">
                <a:moveTo>
                  <a:pt x="330200" y="59689"/>
                </a:moveTo>
                <a:lnTo>
                  <a:pt x="303656" y="59689"/>
                </a:lnTo>
                <a:lnTo>
                  <a:pt x="277494" y="62230"/>
                </a:lnTo>
                <a:lnTo>
                  <a:pt x="216662" y="77470"/>
                </a:lnTo>
                <a:lnTo>
                  <a:pt x="172847" y="100330"/>
                </a:lnTo>
                <a:lnTo>
                  <a:pt x="134747" y="129539"/>
                </a:lnTo>
                <a:lnTo>
                  <a:pt x="103378" y="163830"/>
                </a:lnTo>
                <a:lnTo>
                  <a:pt x="79375" y="204470"/>
                </a:lnTo>
                <a:lnTo>
                  <a:pt x="64516" y="248920"/>
                </a:lnTo>
                <a:lnTo>
                  <a:pt x="59347" y="295910"/>
                </a:lnTo>
                <a:lnTo>
                  <a:pt x="59334" y="298450"/>
                </a:lnTo>
                <a:lnTo>
                  <a:pt x="59562" y="309880"/>
                </a:lnTo>
                <a:lnTo>
                  <a:pt x="67182" y="356870"/>
                </a:lnTo>
                <a:lnTo>
                  <a:pt x="84328" y="400050"/>
                </a:lnTo>
                <a:lnTo>
                  <a:pt x="117093" y="448310"/>
                </a:lnTo>
                <a:lnTo>
                  <a:pt x="151892" y="480060"/>
                </a:lnTo>
                <a:lnTo>
                  <a:pt x="192912" y="506730"/>
                </a:lnTo>
                <a:lnTo>
                  <a:pt x="251587" y="528320"/>
                </a:lnTo>
                <a:lnTo>
                  <a:pt x="302768" y="535939"/>
                </a:lnTo>
                <a:lnTo>
                  <a:pt x="329438" y="535939"/>
                </a:lnTo>
                <a:lnTo>
                  <a:pt x="380745" y="528320"/>
                </a:lnTo>
                <a:lnTo>
                  <a:pt x="438912" y="506730"/>
                </a:lnTo>
                <a:lnTo>
                  <a:pt x="441268" y="505460"/>
                </a:lnTo>
                <a:lnTo>
                  <a:pt x="303403" y="505460"/>
                </a:lnTo>
                <a:lnTo>
                  <a:pt x="268858" y="501650"/>
                </a:lnTo>
                <a:lnTo>
                  <a:pt x="224917" y="488950"/>
                </a:lnTo>
                <a:lnTo>
                  <a:pt x="186181" y="468630"/>
                </a:lnTo>
                <a:lnTo>
                  <a:pt x="153035" y="441960"/>
                </a:lnTo>
                <a:lnTo>
                  <a:pt x="125603" y="411480"/>
                </a:lnTo>
                <a:lnTo>
                  <a:pt x="105663" y="375920"/>
                </a:lnTo>
                <a:lnTo>
                  <a:pt x="93091" y="337820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8" y="245110"/>
                </a:lnTo>
                <a:lnTo>
                  <a:pt x="102743" y="226060"/>
                </a:lnTo>
                <a:lnTo>
                  <a:pt x="106680" y="215900"/>
                </a:lnTo>
                <a:lnTo>
                  <a:pt x="128143" y="180339"/>
                </a:lnTo>
                <a:lnTo>
                  <a:pt x="155956" y="149860"/>
                </a:lnTo>
                <a:lnTo>
                  <a:pt x="189737" y="124460"/>
                </a:lnTo>
                <a:lnTo>
                  <a:pt x="228854" y="105410"/>
                </a:lnTo>
                <a:lnTo>
                  <a:pt x="271018" y="92710"/>
                </a:lnTo>
                <a:lnTo>
                  <a:pt x="305816" y="88900"/>
                </a:lnTo>
                <a:lnTo>
                  <a:pt x="440181" y="88900"/>
                </a:lnTo>
                <a:lnTo>
                  <a:pt x="417575" y="78739"/>
                </a:lnTo>
                <a:lnTo>
                  <a:pt x="393700" y="69850"/>
                </a:lnTo>
                <a:lnTo>
                  <a:pt x="356107" y="62230"/>
                </a:lnTo>
                <a:lnTo>
                  <a:pt x="330200" y="59689"/>
                </a:lnTo>
                <a:close/>
              </a:path>
              <a:path w="633094" h="594360">
                <a:moveTo>
                  <a:pt x="440181" y="88900"/>
                </a:moveTo>
                <a:lnTo>
                  <a:pt x="329564" y="88900"/>
                </a:lnTo>
                <a:lnTo>
                  <a:pt x="352679" y="91439"/>
                </a:lnTo>
                <a:lnTo>
                  <a:pt x="364236" y="93980"/>
                </a:lnTo>
                <a:lnTo>
                  <a:pt x="375031" y="96520"/>
                </a:lnTo>
                <a:lnTo>
                  <a:pt x="386333" y="99060"/>
                </a:lnTo>
                <a:lnTo>
                  <a:pt x="407924" y="106680"/>
                </a:lnTo>
                <a:lnTo>
                  <a:pt x="446658" y="127000"/>
                </a:lnTo>
                <a:lnTo>
                  <a:pt x="480313" y="152400"/>
                </a:lnTo>
                <a:lnTo>
                  <a:pt x="507364" y="184150"/>
                </a:lnTo>
                <a:lnTo>
                  <a:pt x="522731" y="209550"/>
                </a:lnTo>
                <a:lnTo>
                  <a:pt x="527304" y="218439"/>
                </a:lnTo>
                <a:lnTo>
                  <a:pt x="539876" y="257810"/>
                </a:lnTo>
                <a:lnTo>
                  <a:pt x="544068" y="298450"/>
                </a:lnTo>
                <a:lnTo>
                  <a:pt x="543687" y="309880"/>
                </a:lnTo>
                <a:lnTo>
                  <a:pt x="536829" y="350520"/>
                </a:lnTo>
                <a:lnTo>
                  <a:pt x="533781" y="359410"/>
                </a:lnTo>
                <a:lnTo>
                  <a:pt x="530351" y="369570"/>
                </a:lnTo>
                <a:lnTo>
                  <a:pt x="504825" y="414020"/>
                </a:lnTo>
                <a:lnTo>
                  <a:pt x="477012" y="445770"/>
                </a:lnTo>
                <a:lnTo>
                  <a:pt x="443230" y="471170"/>
                </a:lnTo>
                <a:lnTo>
                  <a:pt x="404241" y="490220"/>
                </a:lnTo>
                <a:lnTo>
                  <a:pt x="350774" y="504189"/>
                </a:lnTo>
                <a:lnTo>
                  <a:pt x="339089" y="505460"/>
                </a:lnTo>
                <a:lnTo>
                  <a:pt x="441268" y="505460"/>
                </a:lnTo>
                <a:lnTo>
                  <a:pt x="480060" y="481330"/>
                </a:lnTo>
                <a:lnTo>
                  <a:pt x="514857" y="449580"/>
                </a:lnTo>
                <a:lnTo>
                  <a:pt x="542670" y="411480"/>
                </a:lnTo>
                <a:lnTo>
                  <a:pt x="553466" y="389889"/>
                </a:lnTo>
                <a:lnTo>
                  <a:pt x="558164" y="379730"/>
                </a:lnTo>
                <a:lnTo>
                  <a:pt x="570738" y="334010"/>
                </a:lnTo>
                <a:lnTo>
                  <a:pt x="573658" y="298450"/>
                </a:lnTo>
                <a:lnTo>
                  <a:pt x="573405" y="285750"/>
                </a:lnTo>
                <a:lnTo>
                  <a:pt x="565785" y="238760"/>
                </a:lnTo>
                <a:lnTo>
                  <a:pt x="548639" y="195580"/>
                </a:lnTo>
                <a:lnTo>
                  <a:pt x="515747" y="147320"/>
                </a:lnTo>
                <a:lnTo>
                  <a:pt x="481075" y="114300"/>
                </a:lnTo>
                <a:lnTo>
                  <a:pt x="461263" y="100330"/>
                </a:lnTo>
                <a:lnTo>
                  <a:pt x="440181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832607" y="1810638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324102" y="2417064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3" y="0"/>
                </a:moveTo>
                <a:lnTo>
                  <a:pt x="267207" y="3810"/>
                </a:lnTo>
                <a:lnTo>
                  <a:pt x="251840" y="6350"/>
                </a:lnTo>
                <a:lnTo>
                  <a:pt x="236600" y="10160"/>
                </a:lnTo>
                <a:lnTo>
                  <a:pt x="220725" y="13969"/>
                </a:lnTo>
                <a:lnTo>
                  <a:pt x="164719" y="36829"/>
                </a:lnTo>
                <a:lnTo>
                  <a:pt x="114553" y="68579"/>
                </a:lnTo>
                <a:lnTo>
                  <a:pt x="71754" y="109219"/>
                </a:lnTo>
                <a:lnTo>
                  <a:pt x="38353" y="154939"/>
                </a:lnTo>
                <a:lnTo>
                  <a:pt x="19176" y="195579"/>
                </a:lnTo>
                <a:lnTo>
                  <a:pt x="6350" y="237489"/>
                </a:lnTo>
                <a:lnTo>
                  <a:pt x="381" y="283210"/>
                </a:lnTo>
                <a:lnTo>
                  <a:pt x="0" y="298450"/>
                </a:lnTo>
                <a:lnTo>
                  <a:pt x="507" y="313689"/>
                </a:lnTo>
                <a:lnTo>
                  <a:pt x="6857" y="358139"/>
                </a:lnTo>
                <a:lnTo>
                  <a:pt x="20065" y="401319"/>
                </a:lnTo>
                <a:lnTo>
                  <a:pt x="40004" y="441960"/>
                </a:lnTo>
                <a:lnTo>
                  <a:pt x="74675" y="488950"/>
                </a:lnTo>
                <a:lnTo>
                  <a:pt x="117728" y="528319"/>
                </a:lnTo>
                <a:lnTo>
                  <a:pt x="168275" y="558800"/>
                </a:lnTo>
                <a:lnTo>
                  <a:pt x="223647" y="580389"/>
                </a:lnTo>
                <a:lnTo>
                  <a:pt x="238759" y="585469"/>
                </a:lnTo>
                <a:lnTo>
                  <a:pt x="253491" y="588010"/>
                </a:lnTo>
                <a:lnTo>
                  <a:pt x="269494" y="590550"/>
                </a:lnTo>
                <a:lnTo>
                  <a:pt x="300863" y="593089"/>
                </a:lnTo>
                <a:lnTo>
                  <a:pt x="332740" y="593089"/>
                </a:lnTo>
                <a:lnTo>
                  <a:pt x="364109" y="590550"/>
                </a:lnTo>
                <a:lnTo>
                  <a:pt x="379856" y="588010"/>
                </a:lnTo>
                <a:lnTo>
                  <a:pt x="394716" y="584200"/>
                </a:lnTo>
                <a:lnTo>
                  <a:pt x="410717" y="580389"/>
                </a:lnTo>
                <a:lnTo>
                  <a:pt x="439547" y="570229"/>
                </a:lnTo>
                <a:lnTo>
                  <a:pt x="453135" y="563879"/>
                </a:lnTo>
                <a:lnTo>
                  <a:pt x="301497" y="563879"/>
                </a:lnTo>
                <a:lnTo>
                  <a:pt x="272795" y="561339"/>
                </a:lnTo>
                <a:lnTo>
                  <a:pt x="231266" y="552450"/>
                </a:lnTo>
                <a:lnTo>
                  <a:pt x="180339" y="532129"/>
                </a:lnTo>
                <a:lnTo>
                  <a:pt x="134747" y="504189"/>
                </a:lnTo>
                <a:lnTo>
                  <a:pt x="95884" y="467360"/>
                </a:lnTo>
                <a:lnTo>
                  <a:pt x="64769" y="425450"/>
                </a:lnTo>
                <a:lnTo>
                  <a:pt x="47243" y="389889"/>
                </a:lnTo>
                <a:lnTo>
                  <a:pt x="35559" y="351789"/>
                </a:lnTo>
                <a:lnTo>
                  <a:pt x="30098" y="311150"/>
                </a:lnTo>
                <a:lnTo>
                  <a:pt x="29625" y="295910"/>
                </a:lnTo>
                <a:lnTo>
                  <a:pt x="29971" y="283210"/>
                </a:lnTo>
                <a:lnTo>
                  <a:pt x="35432" y="243839"/>
                </a:lnTo>
                <a:lnTo>
                  <a:pt x="46989" y="205739"/>
                </a:lnTo>
                <a:lnTo>
                  <a:pt x="64261" y="170179"/>
                </a:lnTo>
                <a:lnTo>
                  <a:pt x="94868" y="127000"/>
                </a:lnTo>
                <a:lnTo>
                  <a:pt x="133731" y="91439"/>
                </a:lnTo>
                <a:lnTo>
                  <a:pt x="179197" y="62229"/>
                </a:lnTo>
                <a:lnTo>
                  <a:pt x="230250" y="41910"/>
                </a:lnTo>
                <a:lnTo>
                  <a:pt x="272034" y="33019"/>
                </a:lnTo>
                <a:lnTo>
                  <a:pt x="300735" y="30479"/>
                </a:lnTo>
                <a:lnTo>
                  <a:pt x="454067" y="30479"/>
                </a:lnTo>
                <a:lnTo>
                  <a:pt x="435609" y="22860"/>
                </a:lnTo>
                <a:lnTo>
                  <a:pt x="407797" y="12700"/>
                </a:lnTo>
                <a:lnTo>
                  <a:pt x="392684" y="8889"/>
                </a:lnTo>
                <a:lnTo>
                  <a:pt x="362330" y="3810"/>
                </a:lnTo>
                <a:lnTo>
                  <a:pt x="314833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2" y="30479"/>
                </a:lnTo>
                <a:lnTo>
                  <a:pt x="358774" y="33019"/>
                </a:lnTo>
                <a:lnTo>
                  <a:pt x="386587" y="38100"/>
                </a:lnTo>
                <a:lnTo>
                  <a:pt x="426084" y="50800"/>
                </a:lnTo>
                <a:lnTo>
                  <a:pt x="474598" y="74929"/>
                </a:lnTo>
                <a:lnTo>
                  <a:pt x="517143" y="107950"/>
                </a:lnTo>
                <a:lnTo>
                  <a:pt x="552196" y="147319"/>
                </a:lnTo>
                <a:lnTo>
                  <a:pt x="573150" y="180339"/>
                </a:lnTo>
                <a:lnTo>
                  <a:pt x="588772" y="217169"/>
                </a:lnTo>
                <a:lnTo>
                  <a:pt x="598423" y="256539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2" y="309879"/>
                </a:lnTo>
                <a:lnTo>
                  <a:pt x="596010" y="350519"/>
                </a:lnTo>
                <a:lnTo>
                  <a:pt x="584454" y="388619"/>
                </a:lnTo>
                <a:lnTo>
                  <a:pt x="567181" y="424179"/>
                </a:lnTo>
                <a:lnTo>
                  <a:pt x="536574" y="467360"/>
                </a:lnTo>
                <a:lnTo>
                  <a:pt x="497840" y="502919"/>
                </a:lnTo>
                <a:lnTo>
                  <a:pt x="452247" y="532129"/>
                </a:lnTo>
                <a:lnTo>
                  <a:pt x="401192" y="552450"/>
                </a:lnTo>
                <a:lnTo>
                  <a:pt x="387222" y="554989"/>
                </a:lnTo>
                <a:lnTo>
                  <a:pt x="373506" y="558800"/>
                </a:lnTo>
                <a:lnTo>
                  <a:pt x="359409" y="561339"/>
                </a:lnTo>
                <a:lnTo>
                  <a:pt x="330708" y="563879"/>
                </a:lnTo>
                <a:lnTo>
                  <a:pt x="453135" y="563879"/>
                </a:lnTo>
                <a:lnTo>
                  <a:pt x="492759" y="542289"/>
                </a:lnTo>
                <a:lnTo>
                  <a:pt x="539368" y="506729"/>
                </a:lnTo>
                <a:lnTo>
                  <a:pt x="577977" y="462279"/>
                </a:lnTo>
                <a:lnTo>
                  <a:pt x="600202" y="425450"/>
                </a:lnTo>
                <a:lnTo>
                  <a:pt x="617347" y="384810"/>
                </a:lnTo>
                <a:lnTo>
                  <a:pt x="627887" y="341629"/>
                </a:lnTo>
                <a:lnTo>
                  <a:pt x="631443" y="295910"/>
                </a:lnTo>
                <a:lnTo>
                  <a:pt x="630935" y="280669"/>
                </a:lnTo>
                <a:lnTo>
                  <a:pt x="624585" y="234950"/>
                </a:lnTo>
                <a:lnTo>
                  <a:pt x="611504" y="193039"/>
                </a:lnTo>
                <a:lnTo>
                  <a:pt x="591439" y="152400"/>
                </a:lnTo>
                <a:lnTo>
                  <a:pt x="556895" y="105410"/>
                </a:lnTo>
                <a:lnTo>
                  <a:pt x="513715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7" y="59689"/>
                </a:moveTo>
                <a:lnTo>
                  <a:pt x="302895" y="59689"/>
                </a:lnTo>
                <a:lnTo>
                  <a:pt x="276732" y="62229"/>
                </a:lnTo>
                <a:lnTo>
                  <a:pt x="216281" y="78739"/>
                </a:lnTo>
                <a:lnTo>
                  <a:pt x="172592" y="100329"/>
                </a:lnTo>
                <a:lnTo>
                  <a:pt x="134492" y="129539"/>
                </a:lnTo>
                <a:lnTo>
                  <a:pt x="103250" y="163829"/>
                </a:lnTo>
                <a:lnTo>
                  <a:pt x="79501" y="204469"/>
                </a:lnTo>
                <a:lnTo>
                  <a:pt x="64515" y="248919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2" y="355600"/>
                </a:lnTo>
                <a:lnTo>
                  <a:pt x="84200" y="398779"/>
                </a:lnTo>
                <a:lnTo>
                  <a:pt x="117093" y="447039"/>
                </a:lnTo>
                <a:lnTo>
                  <a:pt x="151764" y="480060"/>
                </a:lnTo>
                <a:lnTo>
                  <a:pt x="192531" y="505460"/>
                </a:lnTo>
                <a:lnTo>
                  <a:pt x="251078" y="527050"/>
                </a:lnTo>
                <a:lnTo>
                  <a:pt x="302133" y="534669"/>
                </a:lnTo>
                <a:lnTo>
                  <a:pt x="328548" y="534669"/>
                </a:lnTo>
                <a:lnTo>
                  <a:pt x="379856" y="527050"/>
                </a:lnTo>
                <a:lnTo>
                  <a:pt x="437768" y="505460"/>
                </a:lnTo>
                <a:lnTo>
                  <a:pt x="440111" y="504189"/>
                </a:lnTo>
                <a:lnTo>
                  <a:pt x="291338" y="504189"/>
                </a:lnTo>
                <a:lnTo>
                  <a:pt x="279272" y="502919"/>
                </a:lnTo>
                <a:lnTo>
                  <a:pt x="268604" y="500379"/>
                </a:lnTo>
                <a:lnTo>
                  <a:pt x="257175" y="497839"/>
                </a:lnTo>
                <a:lnTo>
                  <a:pt x="246379" y="495300"/>
                </a:lnTo>
                <a:lnTo>
                  <a:pt x="204723" y="478789"/>
                </a:lnTo>
                <a:lnTo>
                  <a:pt x="168656" y="454660"/>
                </a:lnTo>
                <a:lnTo>
                  <a:pt x="138175" y="426719"/>
                </a:lnTo>
                <a:lnTo>
                  <a:pt x="114426" y="392429"/>
                </a:lnTo>
                <a:lnTo>
                  <a:pt x="98425" y="356869"/>
                </a:lnTo>
                <a:lnTo>
                  <a:pt x="89915" y="317500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097" y="165100"/>
                </a:lnTo>
                <a:lnTo>
                  <a:pt x="171831" y="135889"/>
                </a:lnTo>
                <a:lnTo>
                  <a:pt x="208279" y="114300"/>
                </a:lnTo>
                <a:lnTo>
                  <a:pt x="249428" y="97789"/>
                </a:lnTo>
                <a:lnTo>
                  <a:pt x="270256" y="93979"/>
                </a:lnTo>
                <a:lnTo>
                  <a:pt x="281559" y="91439"/>
                </a:lnTo>
                <a:lnTo>
                  <a:pt x="305180" y="88900"/>
                </a:lnTo>
                <a:lnTo>
                  <a:pt x="439039" y="88900"/>
                </a:lnTo>
                <a:lnTo>
                  <a:pt x="416559" y="78739"/>
                </a:lnTo>
                <a:lnTo>
                  <a:pt x="380491" y="67310"/>
                </a:lnTo>
                <a:lnTo>
                  <a:pt x="355346" y="62229"/>
                </a:lnTo>
                <a:lnTo>
                  <a:pt x="329437" y="59689"/>
                </a:lnTo>
                <a:close/>
              </a:path>
              <a:path w="631825" h="593089">
                <a:moveTo>
                  <a:pt x="439039" y="88900"/>
                </a:moveTo>
                <a:lnTo>
                  <a:pt x="316610" y="88900"/>
                </a:lnTo>
                <a:lnTo>
                  <a:pt x="328803" y="90169"/>
                </a:lnTo>
                <a:lnTo>
                  <a:pt x="340105" y="90169"/>
                </a:lnTo>
                <a:lnTo>
                  <a:pt x="351790" y="91439"/>
                </a:lnTo>
                <a:lnTo>
                  <a:pt x="407034" y="106679"/>
                </a:lnTo>
                <a:lnTo>
                  <a:pt x="445516" y="127000"/>
                </a:lnTo>
                <a:lnTo>
                  <a:pt x="478790" y="152400"/>
                </a:lnTo>
                <a:lnTo>
                  <a:pt x="506095" y="184150"/>
                </a:lnTo>
                <a:lnTo>
                  <a:pt x="525653" y="218439"/>
                </a:lnTo>
                <a:lnTo>
                  <a:pt x="538353" y="256539"/>
                </a:lnTo>
                <a:lnTo>
                  <a:pt x="542543" y="298450"/>
                </a:lnTo>
                <a:lnTo>
                  <a:pt x="542162" y="308610"/>
                </a:lnTo>
                <a:lnTo>
                  <a:pt x="535304" y="349250"/>
                </a:lnTo>
                <a:lnTo>
                  <a:pt x="524764" y="377189"/>
                </a:lnTo>
                <a:lnTo>
                  <a:pt x="520318" y="387350"/>
                </a:lnTo>
                <a:lnTo>
                  <a:pt x="490473" y="429260"/>
                </a:lnTo>
                <a:lnTo>
                  <a:pt x="459740" y="457200"/>
                </a:lnTo>
                <a:lnTo>
                  <a:pt x="423164" y="480060"/>
                </a:lnTo>
                <a:lnTo>
                  <a:pt x="382016" y="495300"/>
                </a:lnTo>
                <a:lnTo>
                  <a:pt x="338200" y="504189"/>
                </a:lnTo>
                <a:lnTo>
                  <a:pt x="440111" y="504189"/>
                </a:lnTo>
                <a:lnTo>
                  <a:pt x="478790" y="480060"/>
                </a:lnTo>
                <a:lnTo>
                  <a:pt x="513587" y="448310"/>
                </a:lnTo>
                <a:lnTo>
                  <a:pt x="541273" y="410210"/>
                </a:lnTo>
                <a:lnTo>
                  <a:pt x="560578" y="368300"/>
                </a:lnTo>
                <a:lnTo>
                  <a:pt x="570737" y="321310"/>
                </a:lnTo>
                <a:lnTo>
                  <a:pt x="572106" y="295910"/>
                </a:lnTo>
                <a:lnTo>
                  <a:pt x="571880" y="285750"/>
                </a:lnTo>
                <a:lnTo>
                  <a:pt x="564260" y="238760"/>
                </a:lnTo>
                <a:lnTo>
                  <a:pt x="552322" y="205739"/>
                </a:lnTo>
                <a:lnTo>
                  <a:pt x="547242" y="194310"/>
                </a:lnTo>
                <a:lnTo>
                  <a:pt x="514477" y="147319"/>
                </a:lnTo>
                <a:lnTo>
                  <a:pt x="479805" y="114300"/>
                </a:lnTo>
                <a:lnTo>
                  <a:pt x="460121" y="100329"/>
                </a:lnTo>
                <a:lnTo>
                  <a:pt x="439039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562480" y="2539364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356105" y="3140964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30581" y="0"/>
                </a:moveTo>
                <a:lnTo>
                  <a:pt x="314832" y="0"/>
                </a:lnTo>
                <a:lnTo>
                  <a:pt x="267207" y="3810"/>
                </a:lnTo>
                <a:lnTo>
                  <a:pt x="220725" y="13970"/>
                </a:lnTo>
                <a:lnTo>
                  <a:pt x="164719" y="36830"/>
                </a:lnTo>
                <a:lnTo>
                  <a:pt x="114553" y="68580"/>
                </a:lnTo>
                <a:lnTo>
                  <a:pt x="71755" y="109220"/>
                </a:lnTo>
                <a:lnTo>
                  <a:pt x="38353" y="154939"/>
                </a:lnTo>
                <a:lnTo>
                  <a:pt x="19177" y="195580"/>
                </a:lnTo>
                <a:lnTo>
                  <a:pt x="6350" y="237489"/>
                </a:lnTo>
                <a:lnTo>
                  <a:pt x="381" y="283210"/>
                </a:lnTo>
                <a:lnTo>
                  <a:pt x="0" y="298450"/>
                </a:lnTo>
                <a:lnTo>
                  <a:pt x="507" y="313689"/>
                </a:lnTo>
                <a:lnTo>
                  <a:pt x="6857" y="358139"/>
                </a:lnTo>
                <a:lnTo>
                  <a:pt x="20065" y="401320"/>
                </a:lnTo>
                <a:lnTo>
                  <a:pt x="40005" y="441960"/>
                </a:lnTo>
                <a:lnTo>
                  <a:pt x="74675" y="488950"/>
                </a:lnTo>
                <a:lnTo>
                  <a:pt x="117728" y="528320"/>
                </a:lnTo>
                <a:lnTo>
                  <a:pt x="168275" y="558800"/>
                </a:lnTo>
                <a:lnTo>
                  <a:pt x="223647" y="580390"/>
                </a:lnTo>
                <a:lnTo>
                  <a:pt x="269494" y="590550"/>
                </a:lnTo>
                <a:lnTo>
                  <a:pt x="300863" y="593090"/>
                </a:lnTo>
                <a:lnTo>
                  <a:pt x="332739" y="593090"/>
                </a:lnTo>
                <a:lnTo>
                  <a:pt x="364108" y="590550"/>
                </a:lnTo>
                <a:lnTo>
                  <a:pt x="379856" y="588010"/>
                </a:lnTo>
                <a:lnTo>
                  <a:pt x="394716" y="584200"/>
                </a:lnTo>
                <a:lnTo>
                  <a:pt x="410718" y="580390"/>
                </a:lnTo>
                <a:lnTo>
                  <a:pt x="439546" y="570230"/>
                </a:lnTo>
                <a:lnTo>
                  <a:pt x="453135" y="563880"/>
                </a:lnTo>
                <a:lnTo>
                  <a:pt x="301498" y="563880"/>
                </a:lnTo>
                <a:lnTo>
                  <a:pt x="272795" y="561340"/>
                </a:lnTo>
                <a:lnTo>
                  <a:pt x="231266" y="552450"/>
                </a:lnTo>
                <a:lnTo>
                  <a:pt x="180340" y="532130"/>
                </a:lnTo>
                <a:lnTo>
                  <a:pt x="134747" y="504190"/>
                </a:lnTo>
                <a:lnTo>
                  <a:pt x="95884" y="467360"/>
                </a:lnTo>
                <a:lnTo>
                  <a:pt x="64769" y="425450"/>
                </a:lnTo>
                <a:lnTo>
                  <a:pt x="47243" y="389889"/>
                </a:lnTo>
                <a:lnTo>
                  <a:pt x="35559" y="351789"/>
                </a:lnTo>
                <a:lnTo>
                  <a:pt x="30099" y="311150"/>
                </a:lnTo>
                <a:lnTo>
                  <a:pt x="29625" y="295910"/>
                </a:lnTo>
                <a:lnTo>
                  <a:pt x="29971" y="283210"/>
                </a:lnTo>
                <a:lnTo>
                  <a:pt x="35432" y="243839"/>
                </a:lnTo>
                <a:lnTo>
                  <a:pt x="46990" y="205739"/>
                </a:lnTo>
                <a:lnTo>
                  <a:pt x="64262" y="170180"/>
                </a:lnTo>
                <a:lnTo>
                  <a:pt x="94868" y="127000"/>
                </a:lnTo>
                <a:lnTo>
                  <a:pt x="133731" y="91439"/>
                </a:lnTo>
                <a:lnTo>
                  <a:pt x="179197" y="62230"/>
                </a:lnTo>
                <a:lnTo>
                  <a:pt x="230250" y="41910"/>
                </a:lnTo>
                <a:lnTo>
                  <a:pt x="272033" y="33020"/>
                </a:lnTo>
                <a:lnTo>
                  <a:pt x="300736" y="30480"/>
                </a:lnTo>
                <a:lnTo>
                  <a:pt x="454067" y="30480"/>
                </a:lnTo>
                <a:lnTo>
                  <a:pt x="435610" y="22860"/>
                </a:lnTo>
                <a:lnTo>
                  <a:pt x="407796" y="12700"/>
                </a:lnTo>
                <a:lnTo>
                  <a:pt x="392683" y="8889"/>
                </a:lnTo>
                <a:lnTo>
                  <a:pt x="362331" y="3810"/>
                </a:lnTo>
                <a:lnTo>
                  <a:pt x="346837" y="2539"/>
                </a:lnTo>
                <a:lnTo>
                  <a:pt x="330581" y="0"/>
                </a:lnTo>
                <a:close/>
              </a:path>
              <a:path w="631825" h="593089">
                <a:moveTo>
                  <a:pt x="454067" y="30480"/>
                </a:moveTo>
                <a:lnTo>
                  <a:pt x="330073" y="30480"/>
                </a:lnTo>
                <a:lnTo>
                  <a:pt x="358775" y="33020"/>
                </a:lnTo>
                <a:lnTo>
                  <a:pt x="386588" y="38100"/>
                </a:lnTo>
                <a:lnTo>
                  <a:pt x="426085" y="50800"/>
                </a:lnTo>
                <a:lnTo>
                  <a:pt x="474599" y="74930"/>
                </a:lnTo>
                <a:lnTo>
                  <a:pt x="517144" y="107950"/>
                </a:lnTo>
                <a:lnTo>
                  <a:pt x="552195" y="147320"/>
                </a:lnTo>
                <a:lnTo>
                  <a:pt x="573151" y="180339"/>
                </a:lnTo>
                <a:lnTo>
                  <a:pt x="588771" y="217170"/>
                </a:lnTo>
                <a:lnTo>
                  <a:pt x="598424" y="256539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1" y="309880"/>
                </a:lnTo>
                <a:lnTo>
                  <a:pt x="596011" y="350520"/>
                </a:lnTo>
                <a:lnTo>
                  <a:pt x="584454" y="388620"/>
                </a:lnTo>
                <a:lnTo>
                  <a:pt x="567182" y="424180"/>
                </a:lnTo>
                <a:lnTo>
                  <a:pt x="536575" y="467360"/>
                </a:lnTo>
                <a:lnTo>
                  <a:pt x="497839" y="502920"/>
                </a:lnTo>
                <a:lnTo>
                  <a:pt x="452246" y="532130"/>
                </a:lnTo>
                <a:lnTo>
                  <a:pt x="401193" y="552450"/>
                </a:lnTo>
                <a:lnTo>
                  <a:pt x="387223" y="554990"/>
                </a:lnTo>
                <a:lnTo>
                  <a:pt x="373506" y="558800"/>
                </a:lnTo>
                <a:lnTo>
                  <a:pt x="359410" y="561340"/>
                </a:lnTo>
                <a:lnTo>
                  <a:pt x="330707" y="563880"/>
                </a:lnTo>
                <a:lnTo>
                  <a:pt x="453135" y="563880"/>
                </a:lnTo>
                <a:lnTo>
                  <a:pt x="492760" y="542290"/>
                </a:lnTo>
                <a:lnTo>
                  <a:pt x="539369" y="506730"/>
                </a:lnTo>
                <a:lnTo>
                  <a:pt x="577976" y="462280"/>
                </a:lnTo>
                <a:lnTo>
                  <a:pt x="600201" y="425450"/>
                </a:lnTo>
                <a:lnTo>
                  <a:pt x="617346" y="384810"/>
                </a:lnTo>
                <a:lnTo>
                  <a:pt x="627888" y="341630"/>
                </a:lnTo>
                <a:lnTo>
                  <a:pt x="631444" y="295910"/>
                </a:lnTo>
                <a:lnTo>
                  <a:pt x="630936" y="280670"/>
                </a:lnTo>
                <a:lnTo>
                  <a:pt x="624586" y="234950"/>
                </a:lnTo>
                <a:lnTo>
                  <a:pt x="611505" y="193039"/>
                </a:lnTo>
                <a:lnTo>
                  <a:pt x="591438" y="152400"/>
                </a:lnTo>
                <a:lnTo>
                  <a:pt x="556894" y="105410"/>
                </a:lnTo>
                <a:lnTo>
                  <a:pt x="513714" y="66039"/>
                </a:lnTo>
                <a:lnTo>
                  <a:pt x="463295" y="34289"/>
                </a:lnTo>
                <a:lnTo>
                  <a:pt x="454067" y="30480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4" y="59689"/>
                </a:lnTo>
                <a:lnTo>
                  <a:pt x="276732" y="62230"/>
                </a:lnTo>
                <a:lnTo>
                  <a:pt x="216281" y="78739"/>
                </a:lnTo>
                <a:lnTo>
                  <a:pt x="172593" y="100330"/>
                </a:lnTo>
                <a:lnTo>
                  <a:pt x="134493" y="129539"/>
                </a:lnTo>
                <a:lnTo>
                  <a:pt x="103250" y="163830"/>
                </a:lnTo>
                <a:lnTo>
                  <a:pt x="79502" y="204470"/>
                </a:lnTo>
                <a:lnTo>
                  <a:pt x="64515" y="248920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2" y="355600"/>
                </a:lnTo>
                <a:lnTo>
                  <a:pt x="84200" y="398780"/>
                </a:lnTo>
                <a:lnTo>
                  <a:pt x="117093" y="447039"/>
                </a:lnTo>
                <a:lnTo>
                  <a:pt x="151765" y="480060"/>
                </a:lnTo>
                <a:lnTo>
                  <a:pt x="192531" y="505460"/>
                </a:lnTo>
                <a:lnTo>
                  <a:pt x="251078" y="527050"/>
                </a:lnTo>
                <a:lnTo>
                  <a:pt x="302132" y="534670"/>
                </a:lnTo>
                <a:lnTo>
                  <a:pt x="328549" y="534670"/>
                </a:lnTo>
                <a:lnTo>
                  <a:pt x="379856" y="527050"/>
                </a:lnTo>
                <a:lnTo>
                  <a:pt x="437769" y="505460"/>
                </a:lnTo>
                <a:lnTo>
                  <a:pt x="440111" y="504190"/>
                </a:lnTo>
                <a:lnTo>
                  <a:pt x="291338" y="504190"/>
                </a:lnTo>
                <a:lnTo>
                  <a:pt x="279273" y="501650"/>
                </a:lnTo>
                <a:lnTo>
                  <a:pt x="224535" y="487680"/>
                </a:lnTo>
                <a:lnTo>
                  <a:pt x="185800" y="467360"/>
                </a:lnTo>
                <a:lnTo>
                  <a:pt x="152653" y="441960"/>
                </a:lnTo>
                <a:lnTo>
                  <a:pt x="125475" y="410210"/>
                </a:lnTo>
                <a:lnTo>
                  <a:pt x="105790" y="375920"/>
                </a:lnTo>
                <a:lnTo>
                  <a:pt x="93090" y="336550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8" y="245110"/>
                </a:lnTo>
                <a:lnTo>
                  <a:pt x="111125" y="207010"/>
                </a:lnTo>
                <a:lnTo>
                  <a:pt x="141097" y="165100"/>
                </a:lnTo>
                <a:lnTo>
                  <a:pt x="171831" y="135889"/>
                </a:lnTo>
                <a:lnTo>
                  <a:pt x="208280" y="114300"/>
                </a:lnTo>
                <a:lnTo>
                  <a:pt x="249428" y="97789"/>
                </a:lnTo>
                <a:lnTo>
                  <a:pt x="270256" y="93980"/>
                </a:lnTo>
                <a:lnTo>
                  <a:pt x="281558" y="91439"/>
                </a:lnTo>
                <a:lnTo>
                  <a:pt x="305181" y="88900"/>
                </a:lnTo>
                <a:lnTo>
                  <a:pt x="439038" y="88900"/>
                </a:lnTo>
                <a:lnTo>
                  <a:pt x="416560" y="78739"/>
                </a:lnTo>
                <a:lnTo>
                  <a:pt x="392556" y="69850"/>
                </a:lnTo>
                <a:lnTo>
                  <a:pt x="355345" y="62230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8" y="88900"/>
                </a:moveTo>
                <a:lnTo>
                  <a:pt x="328802" y="88900"/>
                </a:lnTo>
                <a:lnTo>
                  <a:pt x="351789" y="91439"/>
                </a:lnTo>
                <a:lnTo>
                  <a:pt x="374395" y="96520"/>
                </a:lnTo>
                <a:lnTo>
                  <a:pt x="426846" y="115570"/>
                </a:lnTo>
                <a:lnTo>
                  <a:pt x="462914" y="138430"/>
                </a:lnTo>
                <a:lnTo>
                  <a:pt x="493268" y="167639"/>
                </a:lnTo>
                <a:lnTo>
                  <a:pt x="517017" y="200660"/>
                </a:lnTo>
                <a:lnTo>
                  <a:pt x="533019" y="237489"/>
                </a:lnTo>
                <a:lnTo>
                  <a:pt x="541527" y="276860"/>
                </a:lnTo>
                <a:lnTo>
                  <a:pt x="542544" y="298450"/>
                </a:lnTo>
                <a:lnTo>
                  <a:pt x="542163" y="308610"/>
                </a:lnTo>
                <a:lnTo>
                  <a:pt x="535305" y="349250"/>
                </a:lnTo>
                <a:lnTo>
                  <a:pt x="524763" y="377189"/>
                </a:lnTo>
                <a:lnTo>
                  <a:pt x="520319" y="387350"/>
                </a:lnTo>
                <a:lnTo>
                  <a:pt x="490474" y="429260"/>
                </a:lnTo>
                <a:lnTo>
                  <a:pt x="459739" y="457200"/>
                </a:lnTo>
                <a:lnTo>
                  <a:pt x="423163" y="480060"/>
                </a:lnTo>
                <a:lnTo>
                  <a:pt x="382016" y="495300"/>
                </a:lnTo>
                <a:lnTo>
                  <a:pt x="338200" y="504190"/>
                </a:lnTo>
                <a:lnTo>
                  <a:pt x="440111" y="504190"/>
                </a:lnTo>
                <a:lnTo>
                  <a:pt x="478789" y="480060"/>
                </a:lnTo>
                <a:lnTo>
                  <a:pt x="513588" y="448310"/>
                </a:lnTo>
                <a:lnTo>
                  <a:pt x="541274" y="410210"/>
                </a:lnTo>
                <a:lnTo>
                  <a:pt x="560577" y="368300"/>
                </a:lnTo>
                <a:lnTo>
                  <a:pt x="570738" y="321310"/>
                </a:lnTo>
                <a:lnTo>
                  <a:pt x="572106" y="295910"/>
                </a:lnTo>
                <a:lnTo>
                  <a:pt x="571881" y="285750"/>
                </a:lnTo>
                <a:lnTo>
                  <a:pt x="564261" y="238760"/>
                </a:lnTo>
                <a:lnTo>
                  <a:pt x="552323" y="205739"/>
                </a:lnTo>
                <a:lnTo>
                  <a:pt x="547243" y="194310"/>
                </a:lnTo>
                <a:lnTo>
                  <a:pt x="514476" y="147320"/>
                </a:lnTo>
                <a:lnTo>
                  <a:pt x="479806" y="114300"/>
                </a:lnTo>
                <a:lnTo>
                  <a:pt x="460120" y="100330"/>
                </a:lnTo>
                <a:lnTo>
                  <a:pt x="43903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594230" y="3263645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338833" y="3900678"/>
            <a:ext cx="542925" cy="506095"/>
          </a:xfrm>
          <a:custGeom>
            <a:avLst/>
            <a:gdLst/>
            <a:ahLst/>
            <a:cxnLst/>
            <a:rect l="l" t="t" r="r" b="b"/>
            <a:pathLst>
              <a:path w="542925" h="506095">
                <a:moveTo>
                  <a:pt x="0" y="252984"/>
                </a:moveTo>
                <a:lnTo>
                  <a:pt x="4369" y="207514"/>
                </a:lnTo>
                <a:lnTo>
                  <a:pt x="16966" y="164717"/>
                </a:lnTo>
                <a:lnTo>
                  <a:pt x="37027" y="125306"/>
                </a:lnTo>
                <a:lnTo>
                  <a:pt x="63786" y="89997"/>
                </a:lnTo>
                <a:lnTo>
                  <a:pt x="96478" y="59504"/>
                </a:lnTo>
                <a:lnTo>
                  <a:pt x="134337" y="34543"/>
                </a:lnTo>
                <a:lnTo>
                  <a:pt x="176600" y="15829"/>
                </a:lnTo>
                <a:lnTo>
                  <a:pt x="222499" y="4076"/>
                </a:lnTo>
                <a:lnTo>
                  <a:pt x="271272" y="0"/>
                </a:lnTo>
                <a:lnTo>
                  <a:pt x="320044" y="4076"/>
                </a:lnTo>
                <a:lnTo>
                  <a:pt x="365943" y="15829"/>
                </a:lnTo>
                <a:lnTo>
                  <a:pt x="408206" y="34543"/>
                </a:lnTo>
                <a:lnTo>
                  <a:pt x="446065" y="59504"/>
                </a:lnTo>
                <a:lnTo>
                  <a:pt x="478757" y="89997"/>
                </a:lnTo>
                <a:lnTo>
                  <a:pt x="505516" y="125306"/>
                </a:lnTo>
                <a:lnTo>
                  <a:pt x="525577" y="164717"/>
                </a:lnTo>
                <a:lnTo>
                  <a:pt x="538174" y="207514"/>
                </a:lnTo>
                <a:lnTo>
                  <a:pt x="542543" y="252984"/>
                </a:lnTo>
                <a:lnTo>
                  <a:pt x="538174" y="298453"/>
                </a:lnTo>
                <a:lnTo>
                  <a:pt x="525577" y="341250"/>
                </a:lnTo>
                <a:lnTo>
                  <a:pt x="505516" y="380661"/>
                </a:lnTo>
                <a:lnTo>
                  <a:pt x="478757" y="415970"/>
                </a:lnTo>
                <a:lnTo>
                  <a:pt x="446065" y="446463"/>
                </a:lnTo>
                <a:lnTo>
                  <a:pt x="408206" y="471424"/>
                </a:lnTo>
                <a:lnTo>
                  <a:pt x="365943" y="490138"/>
                </a:lnTo>
                <a:lnTo>
                  <a:pt x="320044" y="501891"/>
                </a:lnTo>
                <a:lnTo>
                  <a:pt x="271272" y="505968"/>
                </a:lnTo>
                <a:lnTo>
                  <a:pt x="222499" y="501891"/>
                </a:lnTo>
                <a:lnTo>
                  <a:pt x="176600" y="490138"/>
                </a:lnTo>
                <a:lnTo>
                  <a:pt x="134337" y="471424"/>
                </a:lnTo>
                <a:lnTo>
                  <a:pt x="96478" y="446463"/>
                </a:lnTo>
                <a:lnTo>
                  <a:pt x="63786" y="415970"/>
                </a:lnTo>
                <a:lnTo>
                  <a:pt x="37027" y="380661"/>
                </a:lnTo>
                <a:lnTo>
                  <a:pt x="16966" y="341250"/>
                </a:lnTo>
                <a:lnTo>
                  <a:pt x="4369" y="298453"/>
                </a:lnTo>
                <a:lnTo>
                  <a:pt x="0" y="252984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1532382" y="3979545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400045" y="3861815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3" y="0"/>
                </a:moveTo>
                <a:lnTo>
                  <a:pt x="267208" y="3810"/>
                </a:lnTo>
                <a:lnTo>
                  <a:pt x="251841" y="6350"/>
                </a:lnTo>
                <a:lnTo>
                  <a:pt x="236601" y="10160"/>
                </a:lnTo>
                <a:lnTo>
                  <a:pt x="220726" y="13970"/>
                </a:lnTo>
                <a:lnTo>
                  <a:pt x="164719" y="36830"/>
                </a:lnTo>
                <a:lnTo>
                  <a:pt x="114554" y="68580"/>
                </a:lnTo>
                <a:lnTo>
                  <a:pt x="71755" y="109220"/>
                </a:lnTo>
                <a:lnTo>
                  <a:pt x="38354" y="154940"/>
                </a:lnTo>
                <a:lnTo>
                  <a:pt x="19177" y="195580"/>
                </a:lnTo>
                <a:lnTo>
                  <a:pt x="6350" y="237490"/>
                </a:lnTo>
                <a:lnTo>
                  <a:pt x="381" y="283210"/>
                </a:lnTo>
                <a:lnTo>
                  <a:pt x="0" y="298450"/>
                </a:lnTo>
                <a:lnTo>
                  <a:pt x="508" y="313690"/>
                </a:lnTo>
                <a:lnTo>
                  <a:pt x="6858" y="358140"/>
                </a:lnTo>
                <a:lnTo>
                  <a:pt x="20066" y="401320"/>
                </a:lnTo>
                <a:lnTo>
                  <a:pt x="40005" y="441960"/>
                </a:lnTo>
                <a:lnTo>
                  <a:pt x="74676" y="488950"/>
                </a:lnTo>
                <a:lnTo>
                  <a:pt x="117729" y="528320"/>
                </a:lnTo>
                <a:lnTo>
                  <a:pt x="168275" y="558800"/>
                </a:lnTo>
                <a:lnTo>
                  <a:pt x="223647" y="580390"/>
                </a:lnTo>
                <a:lnTo>
                  <a:pt x="238760" y="585470"/>
                </a:lnTo>
                <a:lnTo>
                  <a:pt x="253492" y="588010"/>
                </a:lnTo>
                <a:lnTo>
                  <a:pt x="269494" y="590550"/>
                </a:lnTo>
                <a:lnTo>
                  <a:pt x="300863" y="593090"/>
                </a:lnTo>
                <a:lnTo>
                  <a:pt x="332740" y="593090"/>
                </a:lnTo>
                <a:lnTo>
                  <a:pt x="364109" y="590550"/>
                </a:lnTo>
                <a:lnTo>
                  <a:pt x="379856" y="588010"/>
                </a:lnTo>
                <a:lnTo>
                  <a:pt x="394716" y="584200"/>
                </a:lnTo>
                <a:lnTo>
                  <a:pt x="410718" y="580390"/>
                </a:lnTo>
                <a:lnTo>
                  <a:pt x="439547" y="570230"/>
                </a:lnTo>
                <a:lnTo>
                  <a:pt x="453136" y="563880"/>
                </a:lnTo>
                <a:lnTo>
                  <a:pt x="301498" y="563880"/>
                </a:lnTo>
                <a:lnTo>
                  <a:pt x="272796" y="561340"/>
                </a:lnTo>
                <a:lnTo>
                  <a:pt x="231267" y="552450"/>
                </a:lnTo>
                <a:lnTo>
                  <a:pt x="180340" y="532130"/>
                </a:lnTo>
                <a:lnTo>
                  <a:pt x="134747" y="504190"/>
                </a:lnTo>
                <a:lnTo>
                  <a:pt x="95885" y="467360"/>
                </a:lnTo>
                <a:lnTo>
                  <a:pt x="64770" y="425450"/>
                </a:lnTo>
                <a:lnTo>
                  <a:pt x="47243" y="389890"/>
                </a:lnTo>
                <a:lnTo>
                  <a:pt x="35560" y="351790"/>
                </a:lnTo>
                <a:lnTo>
                  <a:pt x="30099" y="311150"/>
                </a:lnTo>
                <a:lnTo>
                  <a:pt x="29625" y="295910"/>
                </a:lnTo>
                <a:lnTo>
                  <a:pt x="29972" y="283210"/>
                </a:lnTo>
                <a:lnTo>
                  <a:pt x="35433" y="243840"/>
                </a:lnTo>
                <a:lnTo>
                  <a:pt x="46990" y="205740"/>
                </a:lnTo>
                <a:lnTo>
                  <a:pt x="64262" y="170180"/>
                </a:lnTo>
                <a:lnTo>
                  <a:pt x="94868" y="127000"/>
                </a:lnTo>
                <a:lnTo>
                  <a:pt x="133731" y="91440"/>
                </a:lnTo>
                <a:lnTo>
                  <a:pt x="179197" y="62230"/>
                </a:lnTo>
                <a:lnTo>
                  <a:pt x="230251" y="41910"/>
                </a:lnTo>
                <a:lnTo>
                  <a:pt x="272034" y="33020"/>
                </a:lnTo>
                <a:lnTo>
                  <a:pt x="300736" y="30480"/>
                </a:lnTo>
                <a:lnTo>
                  <a:pt x="454067" y="30480"/>
                </a:lnTo>
                <a:lnTo>
                  <a:pt x="435610" y="22860"/>
                </a:lnTo>
                <a:lnTo>
                  <a:pt x="407797" y="12700"/>
                </a:lnTo>
                <a:lnTo>
                  <a:pt x="392684" y="8890"/>
                </a:lnTo>
                <a:lnTo>
                  <a:pt x="362331" y="3810"/>
                </a:lnTo>
                <a:lnTo>
                  <a:pt x="314833" y="0"/>
                </a:lnTo>
                <a:close/>
              </a:path>
              <a:path w="631825" h="593089">
                <a:moveTo>
                  <a:pt x="454067" y="30480"/>
                </a:moveTo>
                <a:lnTo>
                  <a:pt x="330073" y="30480"/>
                </a:lnTo>
                <a:lnTo>
                  <a:pt x="358775" y="33020"/>
                </a:lnTo>
                <a:lnTo>
                  <a:pt x="386588" y="38100"/>
                </a:lnTo>
                <a:lnTo>
                  <a:pt x="426085" y="50800"/>
                </a:lnTo>
                <a:lnTo>
                  <a:pt x="474599" y="74930"/>
                </a:lnTo>
                <a:lnTo>
                  <a:pt x="517144" y="107950"/>
                </a:lnTo>
                <a:lnTo>
                  <a:pt x="552196" y="147320"/>
                </a:lnTo>
                <a:lnTo>
                  <a:pt x="573151" y="180340"/>
                </a:lnTo>
                <a:lnTo>
                  <a:pt x="588772" y="217170"/>
                </a:lnTo>
                <a:lnTo>
                  <a:pt x="598424" y="256540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2" y="309880"/>
                </a:lnTo>
                <a:lnTo>
                  <a:pt x="596011" y="350520"/>
                </a:lnTo>
                <a:lnTo>
                  <a:pt x="584454" y="388620"/>
                </a:lnTo>
                <a:lnTo>
                  <a:pt x="567182" y="424180"/>
                </a:lnTo>
                <a:lnTo>
                  <a:pt x="536575" y="467360"/>
                </a:lnTo>
                <a:lnTo>
                  <a:pt x="497840" y="502920"/>
                </a:lnTo>
                <a:lnTo>
                  <a:pt x="452247" y="532130"/>
                </a:lnTo>
                <a:lnTo>
                  <a:pt x="401193" y="552450"/>
                </a:lnTo>
                <a:lnTo>
                  <a:pt x="387223" y="554990"/>
                </a:lnTo>
                <a:lnTo>
                  <a:pt x="373506" y="558800"/>
                </a:lnTo>
                <a:lnTo>
                  <a:pt x="359410" y="561340"/>
                </a:lnTo>
                <a:lnTo>
                  <a:pt x="330708" y="563880"/>
                </a:lnTo>
                <a:lnTo>
                  <a:pt x="453136" y="563880"/>
                </a:lnTo>
                <a:lnTo>
                  <a:pt x="492760" y="542290"/>
                </a:lnTo>
                <a:lnTo>
                  <a:pt x="539369" y="506730"/>
                </a:lnTo>
                <a:lnTo>
                  <a:pt x="577977" y="462280"/>
                </a:lnTo>
                <a:lnTo>
                  <a:pt x="600202" y="425450"/>
                </a:lnTo>
                <a:lnTo>
                  <a:pt x="617347" y="384810"/>
                </a:lnTo>
                <a:lnTo>
                  <a:pt x="627888" y="341630"/>
                </a:lnTo>
                <a:lnTo>
                  <a:pt x="631444" y="295910"/>
                </a:lnTo>
                <a:lnTo>
                  <a:pt x="630936" y="280670"/>
                </a:lnTo>
                <a:lnTo>
                  <a:pt x="624586" y="234950"/>
                </a:lnTo>
                <a:lnTo>
                  <a:pt x="611505" y="193040"/>
                </a:lnTo>
                <a:lnTo>
                  <a:pt x="591439" y="152400"/>
                </a:lnTo>
                <a:lnTo>
                  <a:pt x="556895" y="105410"/>
                </a:lnTo>
                <a:lnTo>
                  <a:pt x="513715" y="66040"/>
                </a:lnTo>
                <a:lnTo>
                  <a:pt x="463296" y="34290"/>
                </a:lnTo>
                <a:lnTo>
                  <a:pt x="454067" y="30480"/>
                </a:lnTo>
                <a:close/>
              </a:path>
              <a:path w="631825" h="593089">
                <a:moveTo>
                  <a:pt x="329438" y="59690"/>
                </a:moveTo>
                <a:lnTo>
                  <a:pt x="302895" y="59690"/>
                </a:lnTo>
                <a:lnTo>
                  <a:pt x="276733" y="62230"/>
                </a:lnTo>
                <a:lnTo>
                  <a:pt x="216281" y="78740"/>
                </a:lnTo>
                <a:lnTo>
                  <a:pt x="172593" y="100330"/>
                </a:lnTo>
                <a:lnTo>
                  <a:pt x="134493" y="129540"/>
                </a:lnTo>
                <a:lnTo>
                  <a:pt x="103251" y="163830"/>
                </a:lnTo>
                <a:lnTo>
                  <a:pt x="79502" y="204470"/>
                </a:lnTo>
                <a:lnTo>
                  <a:pt x="64516" y="248920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3" y="355600"/>
                </a:lnTo>
                <a:lnTo>
                  <a:pt x="84201" y="398780"/>
                </a:lnTo>
                <a:lnTo>
                  <a:pt x="117093" y="447040"/>
                </a:lnTo>
                <a:lnTo>
                  <a:pt x="151765" y="480060"/>
                </a:lnTo>
                <a:lnTo>
                  <a:pt x="192531" y="505460"/>
                </a:lnTo>
                <a:lnTo>
                  <a:pt x="251079" y="527050"/>
                </a:lnTo>
                <a:lnTo>
                  <a:pt x="302133" y="534670"/>
                </a:lnTo>
                <a:lnTo>
                  <a:pt x="328549" y="534670"/>
                </a:lnTo>
                <a:lnTo>
                  <a:pt x="379856" y="527050"/>
                </a:lnTo>
                <a:lnTo>
                  <a:pt x="437769" y="505460"/>
                </a:lnTo>
                <a:lnTo>
                  <a:pt x="440111" y="504190"/>
                </a:lnTo>
                <a:lnTo>
                  <a:pt x="291338" y="504190"/>
                </a:lnTo>
                <a:lnTo>
                  <a:pt x="279273" y="502920"/>
                </a:lnTo>
                <a:lnTo>
                  <a:pt x="268605" y="500380"/>
                </a:lnTo>
                <a:lnTo>
                  <a:pt x="257175" y="497840"/>
                </a:lnTo>
                <a:lnTo>
                  <a:pt x="246380" y="495300"/>
                </a:lnTo>
                <a:lnTo>
                  <a:pt x="204724" y="478790"/>
                </a:lnTo>
                <a:lnTo>
                  <a:pt x="168656" y="454660"/>
                </a:lnTo>
                <a:lnTo>
                  <a:pt x="138176" y="426720"/>
                </a:lnTo>
                <a:lnTo>
                  <a:pt x="114427" y="392430"/>
                </a:lnTo>
                <a:lnTo>
                  <a:pt x="98425" y="356870"/>
                </a:lnTo>
                <a:lnTo>
                  <a:pt x="89916" y="316230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9" y="245110"/>
                </a:lnTo>
                <a:lnTo>
                  <a:pt x="111125" y="207010"/>
                </a:lnTo>
                <a:lnTo>
                  <a:pt x="141097" y="163830"/>
                </a:lnTo>
                <a:lnTo>
                  <a:pt x="171831" y="135890"/>
                </a:lnTo>
                <a:lnTo>
                  <a:pt x="208280" y="114300"/>
                </a:lnTo>
                <a:lnTo>
                  <a:pt x="249428" y="97790"/>
                </a:lnTo>
                <a:lnTo>
                  <a:pt x="270256" y="93980"/>
                </a:lnTo>
                <a:lnTo>
                  <a:pt x="281559" y="91440"/>
                </a:lnTo>
                <a:lnTo>
                  <a:pt x="305181" y="88900"/>
                </a:lnTo>
                <a:lnTo>
                  <a:pt x="439039" y="88900"/>
                </a:lnTo>
                <a:lnTo>
                  <a:pt x="416560" y="78740"/>
                </a:lnTo>
                <a:lnTo>
                  <a:pt x="380492" y="67310"/>
                </a:lnTo>
                <a:lnTo>
                  <a:pt x="355346" y="62230"/>
                </a:lnTo>
                <a:lnTo>
                  <a:pt x="329438" y="59690"/>
                </a:lnTo>
                <a:close/>
              </a:path>
              <a:path w="631825" h="593089">
                <a:moveTo>
                  <a:pt x="439039" y="88900"/>
                </a:moveTo>
                <a:lnTo>
                  <a:pt x="316611" y="88900"/>
                </a:lnTo>
                <a:lnTo>
                  <a:pt x="328803" y="90170"/>
                </a:lnTo>
                <a:lnTo>
                  <a:pt x="340106" y="90170"/>
                </a:lnTo>
                <a:lnTo>
                  <a:pt x="351790" y="91440"/>
                </a:lnTo>
                <a:lnTo>
                  <a:pt x="407035" y="106680"/>
                </a:lnTo>
                <a:lnTo>
                  <a:pt x="445516" y="127000"/>
                </a:lnTo>
                <a:lnTo>
                  <a:pt x="478790" y="152400"/>
                </a:lnTo>
                <a:lnTo>
                  <a:pt x="506095" y="184150"/>
                </a:lnTo>
                <a:lnTo>
                  <a:pt x="525653" y="218440"/>
                </a:lnTo>
                <a:lnTo>
                  <a:pt x="538353" y="256540"/>
                </a:lnTo>
                <a:lnTo>
                  <a:pt x="542544" y="298450"/>
                </a:lnTo>
                <a:lnTo>
                  <a:pt x="542163" y="308610"/>
                </a:lnTo>
                <a:lnTo>
                  <a:pt x="535305" y="349250"/>
                </a:lnTo>
                <a:lnTo>
                  <a:pt x="524764" y="377190"/>
                </a:lnTo>
                <a:lnTo>
                  <a:pt x="520319" y="387350"/>
                </a:lnTo>
                <a:lnTo>
                  <a:pt x="490474" y="429260"/>
                </a:lnTo>
                <a:lnTo>
                  <a:pt x="459740" y="457200"/>
                </a:lnTo>
                <a:lnTo>
                  <a:pt x="423164" y="480060"/>
                </a:lnTo>
                <a:lnTo>
                  <a:pt x="382016" y="495300"/>
                </a:lnTo>
                <a:lnTo>
                  <a:pt x="338201" y="504190"/>
                </a:lnTo>
                <a:lnTo>
                  <a:pt x="440111" y="504190"/>
                </a:lnTo>
                <a:lnTo>
                  <a:pt x="478790" y="480060"/>
                </a:lnTo>
                <a:lnTo>
                  <a:pt x="513588" y="448310"/>
                </a:lnTo>
                <a:lnTo>
                  <a:pt x="541274" y="410210"/>
                </a:lnTo>
                <a:lnTo>
                  <a:pt x="560578" y="368300"/>
                </a:lnTo>
                <a:lnTo>
                  <a:pt x="570738" y="321310"/>
                </a:lnTo>
                <a:lnTo>
                  <a:pt x="572106" y="295910"/>
                </a:lnTo>
                <a:lnTo>
                  <a:pt x="571881" y="285750"/>
                </a:lnTo>
                <a:lnTo>
                  <a:pt x="564261" y="238760"/>
                </a:lnTo>
                <a:lnTo>
                  <a:pt x="552323" y="205740"/>
                </a:lnTo>
                <a:lnTo>
                  <a:pt x="547243" y="194310"/>
                </a:lnTo>
                <a:lnTo>
                  <a:pt x="514477" y="147320"/>
                </a:lnTo>
                <a:lnTo>
                  <a:pt x="479806" y="114300"/>
                </a:lnTo>
                <a:lnTo>
                  <a:pt x="460121" y="100330"/>
                </a:lnTo>
                <a:lnTo>
                  <a:pt x="439039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639060" y="3984497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410714" y="4559808"/>
            <a:ext cx="633095" cy="593090"/>
          </a:xfrm>
          <a:custGeom>
            <a:avLst/>
            <a:gdLst/>
            <a:ahLst/>
            <a:cxnLst/>
            <a:rect l="l" t="t" r="r" b="b"/>
            <a:pathLst>
              <a:path w="633094" h="593089">
                <a:moveTo>
                  <a:pt x="331343" y="0"/>
                </a:moveTo>
                <a:lnTo>
                  <a:pt x="315594" y="0"/>
                </a:lnTo>
                <a:lnTo>
                  <a:pt x="267843" y="3809"/>
                </a:lnTo>
                <a:lnTo>
                  <a:pt x="221361" y="13969"/>
                </a:lnTo>
                <a:lnTo>
                  <a:pt x="165100" y="36829"/>
                </a:lnTo>
                <a:lnTo>
                  <a:pt x="114681" y="68579"/>
                </a:lnTo>
                <a:lnTo>
                  <a:pt x="71881" y="109219"/>
                </a:lnTo>
                <a:lnTo>
                  <a:pt x="38354" y="154939"/>
                </a:lnTo>
                <a:lnTo>
                  <a:pt x="19177" y="195579"/>
                </a:lnTo>
                <a:lnTo>
                  <a:pt x="6350" y="237489"/>
                </a:lnTo>
                <a:lnTo>
                  <a:pt x="381" y="283209"/>
                </a:lnTo>
                <a:lnTo>
                  <a:pt x="0" y="298450"/>
                </a:lnTo>
                <a:lnTo>
                  <a:pt x="381" y="313689"/>
                </a:lnTo>
                <a:lnTo>
                  <a:pt x="6858" y="358139"/>
                </a:lnTo>
                <a:lnTo>
                  <a:pt x="20066" y="401319"/>
                </a:lnTo>
                <a:lnTo>
                  <a:pt x="40131" y="441959"/>
                </a:lnTo>
                <a:lnTo>
                  <a:pt x="74930" y="488950"/>
                </a:lnTo>
                <a:lnTo>
                  <a:pt x="117983" y="528319"/>
                </a:lnTo>
                <a:lnTo>
                  <a:pt x="168656" y="558800"/>
                </a:lnTo>
                <a:lnTo>
                  <a:pt x="224155" y="580389"/>
                </a:lnTo>
                <a:lnTo>
                  <a:pt x="270129" y="590550"/>
                </a:lnTo>
                <a:lnTo>
                  <a:pt x="301625" y="593089"/>
                </a:lnTo>
                <a:lnTo>
                  <a:pt x="333502" y="593089"/>
                </a:lnTo>
                <a:lnTo>
                  <a:pt x="365125" y="590550"/>
                </a:lnTo>
                <a:lnTo>
                  <a:pt x="380746" y="588009"/>
                </a:lnTo>
                <a:lnTo>
                  <a:pt x="395605" y="584200"/>
                </a:lnTo>
                <a:lnTo>
                  <a:pt x="411734" y="580389"/>
                </a:lnTo>
                <a:lnTo>
                  <a:pt x="440563" y="570229"/>
                </a:lnTo>
                <a:lnTo>
                  <a:pt x="454278" y="563879"/>
                </a:lnTo>
                <a:lnTo>
                  <a:pt x="302133" y="563879"/>
                </a:lnTo>
                <a:lnTo>
                  <a:pt x="273431" y="561339"/>
                </a:lnTo>
                <a:lnTo>
                  <a:pt x="231775" y="552450"/>
                </a:lnTo>
                <a:lnTo>
                  <a:pt x="180721" y="532129"/>
                </a:lnTo>
                <a:lnTo>
                  <a:pt x="135000" y="504189"/>
                </a:lnTo>
                <a:lnTo>
                  <a:pt x="96012" y="467359"/>
                </a:lnTo>
                <a:lnTo>
                  <a:pt x="64897" y="425450"/>
                </a:lnTo>
                <a:lnTo>
                  <a:pt x="47243" y="389889"/>
                </a:lnTo>
                <a:lnTo>
                  <a:pt x="35560" y="351789"/>
                </a:lnTo>
                <a:lnTo>
                  <a:pt x="29972" y="311150"/>
                </a:lnTo>
                <a:lnTo>
                  <a:pt x="29625" y="298450"/>
                </a:lnTo>
                <a:lnTo>
                  <a:pt x="29625" y="295909"/>
                </a:lnTo>
                <a:lnTo>
                  <a:pt x="32893" y="256539"/>
                </a:lnTo>
                <a:lnTo>
                  <a:pt x="42418" y="217169"/>
                </a:lnTo>
                <a:lnTo>
                  <a:pt x="58038" y="181609"/>
                </a:lnTo>
                <a:lnTo>
                  <a:pt x="78486" y="147319"/>
                </a:lnTo>
                <a:lnTo>
                  <a:pt x="113665" y="107950"/>
                </a:lnTo>
                <a:lnTo>
                  <a:pt x="155956" y="76200"/>
                </a:lnTo>
                <a:lnTo>
                  <a:pt x="204469" y="50800"/>
                </a:lnTo>
                <a:lnTo>
                  <a:pt x="244602" y="38100"/>
                </a:lnTo>
                <a:lnTo>
                  <a:pt x="301371" y="30479"/>
                </a:lnTo>
                <a:lnTo>
                  <a:pt x="455210" y="30479"/>
                </a:lnTo>
                <a:lnTo>
                  <a:pt x="436753" y="22859"/>
                </a:lnTo>
                <a:lnTo>
                  <a:pt x="408813" y="12700"/>
                </a:lnTo>
                <a:lnTo>
                  <a:pt x="393573" y="8889"/>
                </a:lnTo>
                <a:lnTo>
                  <a:pt x="347599" y="1269"/>
                </a:lnTo>
                <a:lnTo>
                  <a:pt x="331343" y="0"/>
                </a:lnTo>
                <a:close/>
              </a:path>
              <a:path w="633094" h="593089">
                <a:moveTo>
                  <a:pt x="455210" y="30479"/>
                </a:moveTo>
                <a:lnTo>
                  <a:pt x="330835" y="30479"/>
                </a:lnTo>
                <a:lnTo>
                  <a:pt x="359663" y="33019"/>
                </a:lnTo>
                <a:lnTo>
                  <a:pt x="387477" y="38100"/>
                </a:lnTo>
                <a:lnTo>
                  <a:pt x="427228" y="50800"/>
                </a:lnTo>
                <a:lnTo>
                  <a:pt x="475869" y="74929"/>
                </a:lnTo>
                <a:lnTo>
                  <a:pt x="518413" y="107950"/>
                </a:lnTo>
                <a:lnTo>
                  <a:pt x="553593" y="147319"/>
                </a:lnTo>
                <a:lnTo>
                  <a:pt x="574675" y="180339"/>
                </a:lnTo>
                <a:lnTo>
                  <a:pt x="590296" y="217169"/>
                </a:lnTo>
                <a:lnTo>
                  <a:pt x="599948" y="255269"/>
                </a:lnTo>
                <a:lnTo>
                  <a:pt x="603330" y="295909"/>
                </a:lnTo>
                <a:lnTo>
                  <a:pt x="603338" y="298450"/>
                </a:lnTo>
                <a:lnTo>
                  <a:pt x="602996" y="309879"/>
                </a:lnTo>
                <a:lnTo>
                  <a:pt x="597535" y="350519"/>
                </a:lnTo>
                <a:lnTo>
                  <a:pt x="585978" y="388619"/>
                </a:lnTo>
                <a:lnTo>
                  <a:pt x="568579" y="424179"/>
                </a:lnTo>
                <a:lnTo>
                  <a:pt x="537972" y="467359"/>
                </a:lnTo>
                <a:lnTo>
                  <a:pt x="499110" y="502919"/>
                </a:lnTo>
                <a:lnTo>
                  <a:pt x="453517" y="532129"/>
                </a:lnTo>
                <a:lnTo>
                  <a:pt x="402209" y="552450"/>
                </a:lnTo>
                <a:lnTo>
                  <a:pt x="388238" y="554989"/>
                </a:lnTo>
                <a:lnTo>
                  <a:pt x="374523" y="558800"/>
                </a:lnTo>
                <a:lnTo>
                  <a:pt x="360299" y="561339"/>
                </a:lnTo>
                <a:lnTo>
                  <a:pt x="331469" y="563879"/>
                </a:lnTo>
                <a:lnTo>
                  <a:pt x="454278" y="563879"/>
                </a:lnTo>
                <a:lnTo>
                  <a:pt x="494030" y="542289"/>
                </a:lnTo>
                <a:lnTo>
                  <a:pt x="540638" y="506729"/>
                </a:lnTo>
                <a:lnTo>
                  <a:pt x="579247" y="462279"/>
                </a:lnTo>
                <a:lnTo>
                  <a:pt x="601472" y="425450"/>
                </a:lnTo>
                <a:lnTo>
                  <a:pt x="618871" y="384809"/>
                </a:lnTo>
                <a:lnTo>
                  <a:pt x="629412" y="341629"/>
                </a:lnTo>
                <a:lnTo>
                  <a:pt x="632968" y="295909"/>
                </a:lnTo>
                <a:lnTo>
                  <a:pt x="632460" y="280669"/>
                </a:lnTo>
                <a:lnTo>
                  <a:pt x="626110" y="234950"/>
                </a:lnTo>
                <a:lnTo>
                  <a:pt x="613029" y="193039"/>
                </a:lnTo>
                <a:lnTo>
                  <a:pt x="592836" y="152400"/>
                </a:lnTo>
                <a:lnTo>
                  <a:pt x="558165" y="105409"/>
                </a:lnTo>
                <a:lnTo>
                  <a:pt x="514985" y="66039"/>
                </a:lnTo>
                <a:lnTo>
                  <a:pt x="464438" y="34289"/>
                </a:lnTo>
                <a:lnTo>
                  <a:pt x="455210" y="30479"/>
                </a:lnTo>
                <a:close/>
              </a:path>
              <a:path w="633094" h="593089">
                <a:moveTo>
                  <a:pt x="330200" y="59689"/>
                </a:moveTo>
                <a:lnTo>
                  <a:pt x="303656" y="59689"/>
                </a:lnTo>
                <a:lnTo>
                  <a:pt x="277494" y="62229"/>
                </a:lnTo>
                <a:lnTo>
                  <a:pt x="216662" y="77469"/>
                </a:lnTo>
                <a:lnTo>
                  <a:pt x="172847" y="100329"/>
                </a:lnTo>
                <a:lnTo>
                  <a:pt x="134747" y="129539"/>
                </a:lnTo>
                <a:lnTo>
                  <a:pt x="103378" y="163829"/>
                </a:lnTo>
                <a:lnTo>
                  <a:pt x="79502" y="204469"/>
                </a:lnTo>
                <a:lnTo>
                  <a:pt x="64516" y="248919"/>
                </a:lnTo>
                <a:lnTo>
                  <a:pt x="59347" y="295909"/>
                </a:lnTo>
                <a:lnTo>
                  <a:pt x="59337" y="298450"/>
                </a:lnTo>
                <a:lnTo>
                  <a:pt x="59562" y="308609"/>
                </a:lnTo>
                <a:lnTo>
                  <a:pt x="67183" y="355600"/>
                </a:lnTo>
                <a:lnTo>
                  <a:pt x="84328" y="398779"/>
                </a:lnTo>
                <a:lnTo>
                  <a:pt x="117093" y="447039"/>
                </a:lnTo>
                <a:lnTo>
                  <a:pt x="151892" y="478789"/>
                </a:lnTo>
                <a:lnTo>
                  <a:pt x="192912" y="505459"/>
                </a:lnTo>
                <a:lnTo>
                  <a:pt x="251460" y="527050"/>
                </a:lnTo>
                <a:lnTo>
                  <a:pt x="302768" y="534669"/>
                </a:lnTo>
                <a:lnTo>
                  <a:pt x="329438" y="534669"/>
                </a:lnTo>
                <a:lnTo>
                  <a:pt x="380746" y="527050"/>
                </a:lnTo>
                <a:lnTo>
                  <a:pt x="438912" y="505459"/>
                </a:lnTo>
                <a:lnTo>
                  <a:pt x="441268" y="504189"/>
                </a:lnTo>
                <a:lnTo>
                  <a:pt x="303403" y="504189"/>
                </a:lnTo>
                <a:lnTo>
                  <a:pt x="269240" y="500379"/>
                </a:lnTo>
                <a:lnTo>
                  <a:pt x="224790" y="487679"/>
                </a:lnTo>
                <a:lnTo>
                  <a:pt x="186055" y="467359"/>
                </a:lnTo>
                <a:lnTo>
                  <a:pt x="152781" y="441959"/>
                </a:lnTo>
                <a:lnTo>
                  <a:pt x="125603" y="410209"/>
                </a:lnTo>
                <a:lnTo>
                  <a:pt x="105663" y="375919"/>
                </a:lnTo>
                <a:lnTo>
                  <a:pt x="101854" y="365759"/>
                </a:lnTo>
                <a:lnTo>
                  <a:pt x="98425" y="356869"/>
                </a:lnTo>
                <a:lnTo>
                  <a:pt x="89788" y="316229"/>
                </a:lnTo>
                <a:lnTo>
                  <a:pt x="88900" y="295909"/>
                </a:lnTo>
                <a:lnTo>
                  <a:pt x="89281" y="285750"/>
                </a:lnTo>
                <a:lnTo>
                  <a:pt x="96138" y="245109"/>
                </a:lnTo>
                <a:lnTo>
                  <a:pt x="111125" y="207009"/>
                </a:lnTo>
                <a:lnTo>
                  <a:pt x="141224" y="163829"/>
                </a:lnTo>
                <a:lnTo>
                  <a:pt x="172085" y="135889"/>
                </a:lnTo>
                <a:lnTo>
                  <a:pt x="208534" y="114300"/>
                </a:lnTo>
                <a:lnTo>
                  <a:pt x="249809" y="97789"/>
                </a:lnTo>
                <a:lnTo>
                  <a:pt x="270763" y="93979"/>
                </a:lnTo>
                <a:lnTo>
                  <a:pt x="282194" y="91439"/>
                </a:lnTo>
                <a:lnTo>
                  <a:pt x="305816" y="88900"/>
                </a:lnTo>
                <a:lnTo>
                  <a:pt x="440181" y="88900"/>
                </a:lnTo>
                <a:lnTo>
                  <a:pt x="417575" y="78739"/>
                </a:lnTo>
                <a:lnTo>
                  <a:pt x="393700" y="69850"/>
                </a:lnTo>
                <a:lnTo>
                  <a:pt x="356108" y="62229"/>
                </a:lnTo>
                <a:lnTo>
                  <a:pt x="330200" y="59689"/>
                </a:lnTo>
                <a:close/>
              </a:path>
              <a:path w="633094" h="593089">
                <a:moveTo>
                  <a:pt x="440181" y="88900"/>
                </a:moveTo>
                <a:lnTo>
                  <a:pt x="329565" y="88900"/>
                </a:lnTo>
                <a:lnTo>
                  <a:pt x="352679" y="91439"/>
                </a:lnTo>
                <a:lnTo>
                  <a:pt x="375412" y="96519"/>
                </a:lnTo>
                <a:lnTo>
                  <a:pt x="427990" y="115569"/>
                </a:lnTo>
                <a:lnTo>
                  <a:pt x="464185" y="138429"/>
                </a:lnTo>
                <a:lnTo>
                  <a:pt x="494665" y="167639"/>
                </a:lnTo>
                <a:lnTo>
                  <a:pt x="518541" y="200659"/>
                </a:lnTo>
                <a:lnTo>
                  <a:pt x="522731" y="209550"/>
                </a:lnTo>
                <a:lnTo>
                  <a:pt x="527304" y="218439"/>
                </a:lnTo>
                <a:lnTo>
                  <a:pt x="539877" y="256539"/>
                </a:lnTo>
                <a:lnTo>
                  <a:pt x="544068" y="298450"/>
                </a:lnTo>
                <a:lnTo>
                  <a:pt x="543687" y="308609"/>
                </a:lnTo>
                <a:lnTo>
                  <a:pt x="536829" y="349250"/>
                </a:lnTo>
                <a:lnTo>
                  <a:pt x="516763" y="396239"/>
                </a:lnTo>
                <a:lnTo>
                  <a:pt x="491744" y="429259"/>
                </a:lnTo>
                <a:lnTo>
                  <a:pt x="461010" y="457200"/>
                </a:lnTo>
                <a:lnTo>
                  <a:pt x="424434" y="480059"/>
                </a:lnTo>
                <a:lnTo>
                  <a:pt x="383159" y="495300"/>
                </a:lnTo>
                <a:lnTo>
                  <a:pt x="339090" y="504189"/>
                </a:lnTo>
                <a:lnTo>
                  <a:pt x="441268" y="504189"/>
                </a:lnTo>
                <a:lnTo>
                  <a:pt x="480060" y="480059"/>
                </a:lnTo>
                <a:lnTo>
                  <a:pt x="514858" y="448309"/>
                </a:lnTo>
                <a:lnTo>
                  <a:pt x="542671" y="410209"/>
                </a:lnTo>
                <a:lnTo>
                  <a:pt x="562102" y="368300"/>
                </a:lnTo>
                <a:lnTo>
                  <a:pt x="572262" y="321309"/>
                </a:lnTo>
                <a:lnTo>
                  <a:pt x="573630" y="295909"/>
                </a:lnTo>
                <a:lnTo>
                  <a:pt x="573405" y="285750"/>
                </a:lnTo>
                <a:lnTo>
                  <a:pt x="565785" y="238759"/>
                </a:lnTo>
                <a:lnTo>
                  <a:pt x="548640" y="194309"/>
                </a:lnTo>
                <a:lnTo>
                  <a:pt x="515874" y="147319"/>
                </a:lnTo>
                <a:lnTo>
                  <a:pt x="481075" y="114300"/>
                </a:lnTo>
                <a:lnTo>
                  <a:pt x="461391" y="100329"/>
                </a:lnTo>
                <a:lnTo>
                  <a:pt x="440181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2649982" y="4682997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00045" y="5369039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3" y="0"/>
                </a:moveTo>
                <a:lnTo>
                  <a:pt x="267208" y="3809"/>
                </a:lnTo>
                <a:lnTo>
                  <a:pt x="220726" y="13969"/>
                </a:lnTo>
                <a:lnTo>
                  <a:pt x="164719" y="36829"/>
                </a:lnTo>
                <a:lnTo>
                  <a:pt x="114554" y="68579"/>
                </a:lnTo>
                <a:lnTo>
                  <a:pt x="71755" y="109219"/>
                </a:lnTo>
                <a:lnTo>
                  <a:pt x="38354" y="154939"/>
                </a:lnTo>
                <a:lnTo>
                  <a:pt x="19177" y="195579"/>
                </a:lnTo>
                <a:lnTo>
                  <a:pt x="6350" y="237489"/>
                </a:lnTo>
                <a:lnTo>
                  <a:pt x="381" y="283209"/>
                </a:lnTo>
                <a:lnTo>
                  <a:pt x="0" y="298449"/>
                </a:lnTo>
                <a:lnTo>
                  <a:pt x="508" y="313689"/>
                </a:lnTo>
                <a:lnTo>
                  <a:pt x="6858" y="358139"/>
                </a:lnTo>
                <a:lnTo>
                  <a:pt x="20066" y="401319"/>
                </a:lnTo>
                <a:lnTo>
                  <a:pt x="40005" y="441959"/>
                </a:lnTo>
                <a:lnTo>
                  <a:pt x="74676" y="488949"/>
                </a:lnTo>
                <a:lnTo>
                  <a:pt x="117729" y="528319"/>
                </a:lnTo>
                <a:lnTo>
                  <a:pt x="168275" y="558799"/>
                </a:lnTo>
                <a:lnTo>
                  <a:pt x="223647" y="580389"/>
                </a:lnTo>
                <a:lnTo>
                  <a:pt x="238760" y="585469"/>
                </a:lnTo>
                <a:lnTo>
                  <a:pt x="253492" y="588009"/>
                </a:lnTo>
                <a:lnTo>
                  <a:pt x="269494" y="590549"/>
                </a:lnTo>
                <a:lnTo>
                  <a:pt x="300863" y="593089"/>
                </a:lnTo>
                <a:lnTo>
                  <a:pt x="332740" y="593089"/>
                </a:lnTo>
                <a:lnTo>
                  <a:pt x="364109" y="590549"/>
                </a:lnTo>
                <a:lnTo>
                  <a:pt x="379856" y="588009"/>
                </a:lnTo>
                <a:lnTo>
                  <a:pt x="394716" y="584199"/>
                </a:lnTo>
                <a:lnTo>
                  <a:pt x="410718" y="580389"/>
                </a:lnTo>
                <a:lnTo>
                  <a:pt x="439547" y="570229"/>
                </a:lnTo>
                <a:lnTo>
                  <a:pt x="453136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7" y="552449"/>
                </a:lnTo>
                <a:lnTo>
                  <a:pt x="180340" y="532129"/>
                </a:lnTo>
                <a:lnTo>
                  <a:pt x="134747" y="504189"/>
                </a:lnTo>
                <a:lnTo>
                  <a:pt x="95885" y="467359"/>
                </a:lnTo>
                <a:lnTo>
                  <a:pt x="64770" y="425449"/>
                </a:lnTo>
                <a:lnTo>
                  <a:pt x="47243" y="389889"/>
                </a:lnTo>
                <a:lnTo>
                  <a:pt x="35560" y="351789"/>
                </a:lnTo>
                <a:lnTo>
                  <a:pt x="30099" y="311149"/>
                </a:lnTo>
                <a:lnTo>
                  <a:pt x="29625" y="295909"/>
                </a:lnTo>
                <a:lnTo>
                  <a:pt x="29972" y="283209"/>
                </a:lnTo>
                <a:lnTo>
                  <a:pt x="35433" y="243839"/>
                </a:lnTo>
                <a:lnTo>
                  <a:pt x="46990" y="205739"/>
                </a:lnTo>
                <a:lnTo>
                  <a:pt x="64262" y="170179"/>
                </a:lnTo>
                <a:lnTo>
                  <a:pt x="94868" y="126999"/>
                </a:lnTo>
                <a:lnTo>
                  <a:pt x="133731" y="91439"/>
                </a:lnTo>
                <a:lnTo>
                  <a:pt x="179197" y="62229"/>
                </a:lnTo>
                <a:lnTo>
                  <a:pt x="230251" y="41909"/>
                </a:lnTo>
                <a:lnTo>
                  <a:pt x="272034" y="33019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10" y="22859"/>
                </a:lnTo>
                <a:lnTo>
                  <a:pt x="407797" y="12699"/>
                </a:lnTo>
                <a:lnTo>
                  <a:pt x="392684" y="8889"/>
                </a:lnTo>
                <a:lnTo>
                  <a:pt x="362331" y="3809"/>
                </a:lnTo>
                <a:lnTo>
                  <a:pt x="314833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3" y="30479"/>
                </a:lnTo>
                <a:lnTo>
                  <a:pt x="358775" y="33019"/>
                </a:lnTo>
                <a:lnTo>
                  <a:pt x="386588" y="38099"/>
                </a:lnTo>
                <a:lnTo>
                  <a:pt x="426085" y="50799"/>
                </a:lnTo>
                <a:lnTo>
                  <a:pt x="474599" y="74929"/>
                </a:lnTo>
                <a:lnTo>
                  <a:pt x="517144" y="107949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4" y="255269"/>
                </a:lnTo>
                <a:lnTo>
                  <a:pt x="601806" y="295909"/>
                </a:lnTo>
                <a:lnTo>
                  <a:pt x="601814" y="298449"/>
                </a:lnTo>
                <a:lnTo>
                  <a:pt x="601472" y="309879"/>
                </a:lnTo>
                <a:lnTo>
                  <a:pt x="596011" y="350519"/>
                </a:lnTo>
                <a:lnTo>
                  <a:pt x="584454" y="388619"/>
                </a:lnTo>
                <a:lnTo>
                  <a:pt x="567182" y="424179"/>
                </a:lnTo>
                <a:lnTo>
                  <a:pt x="536575" y="467359"/>
                </a:lnTo>
                <a:lnTo>
                  <a:pt x="497840" y="502919"/>
                </a:lnTo>
                <a:lnTo>
                  <a:pt x="452247" y="532129"/>
                </a:lnTo>
                <a:lnTo>
                  <a:pt x="401193" y="552449"/>
                </a:lnTo>
                <a:lnTo>
                  <a:pt x="387223" y="554989"/>
                </a:lnTo>
                <a:lnTo>
                  <a:pt x="373506" y="558799"/>
                </a:lnTo>
                <a:lnTo>
                  <a:pt x="359410" y="561339"/>
                </a:lnTo>
                <a:lnTo>
                  <a:pt x="330708" y="563879"/>
                </a:lnTo>
                <a:lnTo>
                  <a:pt x="453136" y="563879"/>
                </a:lnTo>
                <a:lnTo>
                  <a:pt x="492760" y="542289"/>
                </a:lnTo>
                <a:lnTo>
                  <a:pt x="539369" y="506729"/>
                </a:lnTo>
                <a:lnTo>
                  <a:pt x="577977" y="462279"/>
                </a:lnTo>
                <a:lnTo>
                  <a:pt x="600202" y="425449"/>
                </a:lnTo>
                <a:lnTo>
                  <a:pt x="617347" y="384809"/>
                </a:lnTo>
                <a:lnTo>
                  <a:pt x="627888" y="341629"/>
                </a:lnTo>
                <a:lnTo>
                  <a:pt x="631444" y="295909"/>
                </a:lnTo>
                <a:lnTo>
                  <a:pt x="630936" y="280669"/>
                </a:lnTo>
                <a:lnTo>
                  <a:pt x="624586" y="234949"/>
                </a:lnTo>
                <a:lnTo>
                  <a:pt x="611505" y="193039"/>
                </a:lnTo>
                <a:lnTo>
                  <a:pt x="591439" y="152399"/>
                </a:lnTo>
                <a:lnTo>
                  <a:pt x="556895" y="105409"/>
                </a:lnTo>
                <a:lnTo>
                  <a:pt x="513715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5" y="59689"/>
                </a:lnTo>
                <a:lnTo>
                  <a:pt x="276733" y="62229"/>
                </a:lnTo>
                <a:lnTo>
                  <a:pt x="216281" y="78739"/>
                </a:lnTo>
                <a:lnTo>
                  <a:pt x="172593" y="100329"/>
                </a:lnTo>
                <a:lnTo>
                  <a:pt x="134493" y="129539"/>
                </a:lnTo>
                <a:lnTo>
                  <a:pt x="103251" y="163829"/>
                </a:lnTo>
                <a:lnTo>
                  <a:pt x="79502" y="204469"/>
                </a:lnTo>
                <a:lnTo>
                  <a:pt x="64516" y="248919"/>
                </a:lnTo>
                <a:lnTo>
                  <a:pt x="59347" y="295909"/>
                </a:lnTo>
                <a:lnTo>
                  <a:pt x="59337" y="298449"/>
                </a:lnTo>
                <a:lnTo>
                  <a:pt x="59562" y="308609"/>
                </a:lnTo>
                <a:lnTo>
                  <a:pt x="67183" y="355599"/>
                </a:lnTo>
                <a:lnTo>
                  <a:pt x="84201" y="398779"/>
                </a:lnTo>
                <a:lnTo>
                  <a:pt x="117093" y="447039"/>
                </a:lnTo>
                <a:lnTo>
                  <a:pt x="151765" y="480059"/>
                </a:lnTo>
                <a:lnTo>
                  <a:pt x="192531" y="505459"/>
                </a:lnTo>
                <a:lnTo>
                  <a:pt x="251079" y="527049"/>
                </a:lnTo>
                <a:lnTo>
                  <a:pt x="302133" y="534669"/>
                </a:lnTo>
                <a:lnTo>
                  <a:pt x="328549" y="534669"/>
                </a:lnTo>
                <a:lnTo>
                  <a:pt x="379856" y="527049"/>
                </a:lnTo>
                <a:lnTo>
                  <a:pt x="437769" y="505459"/>
                </a:lnTo>
                <a:lnTo>
                  <a:pt x="314452" y="505459"/>
                </a:lnTo>
                <a:lnTo>
                  <a:pt x="302768" y="504189"/>
                </a:lnTo>
                <a:lnTo>
                  <a:pt x="291338" y="504189"/>
                </a:lnTo>
                <a:lnTo>
                  <a:pt x="279273" y="501649"/>
                </a:lnTo>
                <a:lnTo>
                  <a:pt x="268605" y="500379"/>
                </a:lnTo>
                <a:lnTo>
                  <a:pt x="224536" y="487679"/>
                </a:lnTo>
                <a:lnTo>
                  <a:pt x="185801" y="467359"/>
                </a:lnTo>
                <a:lnTo>
                  <a:pt x="152654" y="441959"/>
                </a:lnTo>
                <a:lnTo>
                  <a:pt x="125476" y="410209"/>
                </a:lnTo>
                <a:lnTo>
                  <a:pt x="105791" y="375919"/>
                </a:lnTo>
                <a:lnTo>
                  <a:pt x="93091" y="336549"/>
                </a:lnTo>
                <a:lnTo>
                  <a:pt x="88900" y="295909"/>
                </a:lnTo>
                <a:lnTo>
                  <a:pt x="89281" y="285749"/>
                </a:lnTo>
                <a:lnTo>
                  <a:pt x="96139" y="245109"/>
                </a:lnTo>
                <a:lnTo>
                  <a:pt x="111125" y="207009"/>
                </a:lnTo>
                <a:lnTo>
                  <a:pt x="141097" y="165099"/>
                </a:lnTo>
                <a:lnTo>
                  <a:pt x="171831" y="135889"/>
                </a:lnTo>
                <a:lnTo>
                  <a:pt x="208280" y="114299"/>
                </a:lnTo>
                <a:lnTo>
                  <a:pt x="249428" y="97789"/>
                </a:lnTo>
                <a:lnTo>
                  <a:pt x="270256" y="93979"/>
                </a:lnTo>
                <a:lnTo>
                  <a:pt x="281559" y="91439"/>
                </a:lnTo>
                <a:lnTo>
                  <a:pt x="305181" y="88899"/>
                </a:lnTo>
                <a:lnTo>
                  <a:pt x="439039" y="88899"/>
                </a:lnTo>
                <a:lnTo>
                  <a:pt x="416560" y="78739"/>
                </a:lnTo>
                <a:lnTo>
                  <a:pt x="380492" y="67309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9" y="88899"/>
                </a:moveTo>
                <a:lnTo>
                  <a:pt x="316611" y="88899"/>
                </a:lnTo>
                <a:lnTo>
                  <a:pt x="328803" y="90169"/>
                </a:lnTo>
                <a:lnTo>
                  <a:pt x="340106" y="90169"/>
                </a:lnTo>
                <a:lnTo>
                  <a:pt x="351790" y="91439"/>
                </a:lnTo>
                <a:lnTo>
                  <a:pt x="407035" y="106679"/>
                </a:lnTo>
                <a:lnTo>
                  <a:pt x="445516" y="126999"/>
                </a:lnTo>
                <a:lnTo>
                  <a:pt x="478790" y="152399"/>
                </a:lnTo>
                <a:lnTo>
                  <a:pt x="506095" y="184149"/>
                </a:lnTo>
                <a:lnTo>
                  <a:pt x="525653" y="218439"/>
                </a:lnTo>
                <a:lnTo>
                  <a:pt x="538353" y="256539"/>
                </a:lnTo>
                <a:lnTo>
                  <a:pt x="542544" y="298449"/>
                </a:lnTo>
                <a:lnTo>
                  <a:pt x="542163" y="308609"/>
                </a:lnTo>
                <a:lnTo>
                  <a:pt x="535305" y="349249"/>
                </a:lnTo>
                <a:lnTo>
                  <a:pt x="520319" y="387349"/>
                </a:lnTo>
                <a:lnTo>
                  <a:pt x="490474" y="429259"/>
                </a:lnTo>
                <a:lnTo>
                  <a:pt x="459740" y="457199"/>
                </a:lnTo>
                <a:lnTo>
                  <a:pt x="423164" y="480059"/>
                </a:lnTo>
                <a:lnTo>
                  <a:pt x="382016" y="495299"/>
                </a:lnTo>
                <a:lnTo>
                  <a:pt x="338201" y="504189"/>
                </a:lnTo>
                <a:lnTo>
                  <a:pt x="326517" y="504189"/>
                </a:lnTo>
                <a:lnTo>
                  <a:pt x="314452" y="505459"/>
                </a:lnTo>
                <a:lnTo>
                  <a:pt x="437769" y="505459"/>
                </a:lnTo>
                <a:lnTo>
                  <a:pt x="458851" y="494029"/>
                </a:lnTo>
                <a:lnTo>
                  <a:pt x="496951" y="464819"/>
                </a:lnTo>
                <a:lnTo>
                  <a:pt x="528320" y="430529"/>
                </a:lnTo>
                <a:lnTo>
                  <a:pt x="552069" y="389889"/>
                </a:lnTo>
                <a:lnTo>
                  <a:pt x="566928" y="345439"/>
                </a:lnTo>
                <a:lnTo>
                  <a:pt x="572096" y="298449"/>
                </a:lnTo>
                <a:lnTo>
                  <a:pt x="572106" y="295909"/>
                </a:lnTo>
                <a:lnTo>
                  <a:pt x="571881" y="285749"/>
                </a:lnTo>
                <a:lnTo>
                  <a:pt x="564261" y="238759"/>
                </a:lnTo>
                <a:lnTo>
                  <a:pt x="552323" y="205739"/>
                </a:lnTo>
                <a:lnTo>
                  <a:pt x="547243" y="194309"/>
                </a:lnTo>
                <a:lnTo>
                  <a:pt x="514477" y="147319"/>
                </a:lnTo>
                <a:lnTo>
                  <a:pt x="479806" y="114299"/>
                </a:lnTo>
                <a:lnTo>
                  <a:pt x="460121" y="100329"/>
                </a:lnTo>
                <a:lnTo>
                  <a:pt x="439039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576576" y="5492902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321053" y="4659121"/>
            <a:ext cx="631825" cy="594360"/>
          </a:xfrm>
          <a:custGeom>
            <a:avLst/>
            <a:gdLst/>
            <a:ahLst/>
            <a:cxnLst/>
            <a:rect l="l" t="t" r="r" b="b"/>
            <a:pathLst>
              <a:path w="631825" h="594360">
                <a:moveTo>
                  <a:pt x="330581" y="0"/>
                </a:moveTo>
                <a:lnTo>
                  <a:pt x="298450" y="0"/>
                </a:lnTo>
                <a:lnTo>
                  <a:pt x="282702" y="1269"/>
                </a:lnTo>
                <a:lnTo>
                  <a:pt x="251587" y="6350"/>
                </a:lnTo>
                <a:lnTo>
                  <a:pt x="236982" y="10159"/>
                </a:lnTo>
                <a:lnTo>
                  <a:pt x="220599" y="13969"/>
                </a:lnTo>
                <a:lnTo>
                  <a:pt x="164592" y="36829"/>
                </a:lnTo>
                <a:lnTo>
                  <a:pt x="114554" y="68579"/>
                </a:lnTo>
                <a:lnTo>
                  <a:pt x="71755" y="109219"/>
                </a:lnTo>
                <a:lnTo>
                  <a:pt x="38227" y="156209"/>
                </a:lnTo>
                <a:lnTo>
                  <a:pt x="19177" y="195579"/>
                </a:lnTo>
                <a:lnTo>
                  <a:pt x="6350" y="238759"/>
                </a:lnTo>
                <a:lnTo>
                  <a:pt x="381" y="283209"/>
                </a:lnTo>
                <a:lnTo>
                  <a:pt x="0" y="298449"/>
                </a:lnTo>
                <a:lnTo>
                  <a:pt x="508" y="313689"/>
                </a:lnTo>
                <a:lnTo>
                  <a:pt x="6858" y="359409"/>
                </a:lnTo>
                <a:lnTo>
                  <a:pt x="19939" y="401319"/>
                </a:lnTo>
                <a:lnTo>
                  <a:pt x="40005" y="441959"/>
                </a:lnTo>
                <a:lnTo>
                  <a:pt x="74549" y="488949"/>
                </a:lnTo>
                <a:lnTo>
                  <a:pt x="117856" y="529589"/>
                </a:lnTo>
                <a:lnTo>
                  <a:pt x="168275" y="560069"/>
                </a:lnTo>
                <a:lnTo>
                  <a:pt x="224028" y="581659"/>
                </a:lnTo>
                <a:lnTo>
                  <a:pt x="269113" y="591819"/>
                </a:lnTo>
                <a:lnTo>
                  <a:pt x="300863" y="594359"/>
                </a:lnTo>
                <a:lnTo>
                  <a:pt x="332740" y="594359"/>
                </a:lnTo>
                <a:lnTo>
                  <a:pt x="364109" y="591819"/>
                </a:lnTo>
                <a:lnTo>
                  <a:pt x="379857" y="589279"/>
                </a:lnTo>
                <a:lnTo>
                  <a:pt x="394970" y="585469"/>
                </a:lnTo>
                <a:lnTo>
                  <a:pt x="410718" y="581659"/>
                </a:lnTo>
                <a:lnTo>
                  <a:pt x="439547" y="571499"/>
                </a:lnTo>
                <a:lnTo>
                  <a:pt x="453199" y="565149"/>
                </a:lnTo>
                <a:lnTo>
                  <a:pt x="301498" y="565149"/>
                </a:lnTo>
                <a:lnTo>
                  <a:pt x="272669" y="562609"/>
                </a:lnTo>
                <a:lnTo>
                  <a:pt x="231394" y="553719"/>
                </a:lnTo>
                <a:lnTo>
                  <a:pt x="180340" y="533399"/>
                </a:lnTo>
                <a:lnTo>
                  <a:pt x="134747" y="505459"/>
                </a:lnTo>
                <a:lnTo>
                  <a:pt x="95884" y="468629"/>
                </a:lnTo>
                <a:lnTo>
                  <a:pt x="64770" y="426719"/>
                </a:lnTo>
                <a:lnTo>
                  <a:pt x="47243" y="389889"/>
                </a:lnTo>
                <a:lnTo>
                  <a:pt x="35559" y="351789"/>
                </a:lnTo>
                <a:lnTo>
                  <a:pt x="30099" y="311149"/>
                </a:lnTo>
                <a:lnTo>
                  <a:pt x="29590" y="298449"/>
                </a:lnTo>
                <a:lnTo>
                  <a:pt x="29971" y="284479"/>
                </a:lnTo>
                <a:lnTo>
                  <a:pt x="35433" y="243839"/>
                </a:lnTo>
                <a:lnTo>
                  <a:pt x="46990" y="205739"/>
                </a:lnTo>
                <a:lnTo>
                  <a:pt x="64262" y="170179"/>
                </a:lnTo>
                <a:lnTo>
                  <a:pt x="94868" y="127000"/>
                </a:lnTo>
                <a:lnTo>
                  <a:pt x="133731" y="91439"/>
                </a:lnTo>
                <a:lnTo>
                  <a:pt x="179197" y="62229"/>
                </a:lnTo>
                <a:lnTo>
                  <a:pt x="230251" y="41909"/>
                </a:lnTo>
                <a:lnTo>
                  <a:pt x="272034" y="33019"/>
                </a:lnTo>
                <a:lnTo>
                  <a:pt x="315468" y="29209"/>
                </a:lnTo>
                <a:lnTo>
                  <a:pt x="451047" y="29209"/>
                </a:lnTo>
                <a:lnTo>
                  <a:pt x="435737" y="22859"/>
                </a:lnTo>
                <a:lnTo>
                  <a:pt x="407543" y="12700"/>
                </a:lnTo>
                <a:lnTo>
                  <a:pt x="392938" y="8889"/>
                </a:lnTo>
                <a:lnTo>
                  <a:pt x="346837" y="1269"/>
                </a:lnTo>
                <a:lnTo>
                  <a:pt x="330581" y="0"/>
                </a:lnTo>
                <a:close/>
              </a:path>
              <a:path w="631825" h="594360">
                <a:moveTo>
                  <a:pt x="451047" y="29209"/>
                </a:moveTo>
                <a:lnTo>
                  <a:pt x="315468" y="29209"/>
                </a:lnTo>
                <a:lnTo>
                  <a:pt x="330072" y="30479"/>
                </a:lnTo>
                <a:lnTo>
                  <a:pt x="344551" y="30479"/>
                </a:lnTo>
                <a:lnTo>
                  <a:pt x="386715" y="38100"/>
                </a:lnTo>
                <a:lnTo>
                  <a:pt x="426212" y="50800"/>
                </a:lnTo>
                <a:lnTo>
                  <a:pt x="474726" y="74929"/>
                </a:lnTo>
                <a:lnTo>
                  <a:pt x="517144" y="106679"/>
                </a:lnTo>
                <a:lnTo>
                  <a:pt x="552196" y="147319"/>
                </a:lnTo>
                <a:lnTo>
                  <a:pt x="573278" y="180339"/>
                </a:lnTo>
                <a:lnTo>
                  <a:pt x="578993" y="193039"/>
                </a:lnTo>
                <a:lnTo>
                  <a:pt x="584200" y="204469"/>
                </a:lnTo>
                <a:lnTo>
                  <a:pt x="595884" y="242569"/>
                </a:lnTo>
                <a:lnTo>
                  <a:pt x="601345" y="283209"/>
                </a:lnTo>
                <a:lnTo>
                  <a:pt x="601818" y="298449"/>
                </a:lnTo>
                <a:lnTo>
                  <a:pt x="601472" y="311149"/>
                </a:lnTo>
                <a:lnTo>
                  <a:pt x="596010" y="351789"/>
                </a:lnTo>
                <a:lnTo>
                  <a:pt x="584454" y="389889"/>
                </a:lnTo>
                <a:lnTo>
                  <a:pt x="567182" y="425449"/>
                </a:lnTo>
                <a:lnTo>
                  <a:pt x="536575" y="467359"/>
                </a:lnTo>
                <a:lnTo>
                  <a:pt x="497840" y="504189"/>
                </a:lnTo>
                <a:lnTo>
                  <a:pt x="452247" y="533399"/>
                </a:lnTo>
                <a:lnTo>
                  <a:pt x="401193" y="553719"/>
                </a:lnTo>
                <a:lnTo>
                  <a:pt x="387350" y="556259"/>
                </a:lnTo>
                <a:lnTo>
                  <a:pt x="373507" y="560069"/>
                </a:lnTo>
                <a:lnTo>
                  <a:pt x="359409" y="562609"/>
                </a:lnTo>
                <a:lnTo>
                  <a:pt x="330708" y="565149"/>
                </a:lnTo>
                <a:lnTo>
                  <a:pt x="453199" y="565149"/>
                </a:lnTo>
                <a:lnTo>
                  <a:pt x="492759" y="543559"/>
                </a:lnTo>
                <a:lnTo>
                  <a:pt x="539369" y="507999"/>
                </a:lnTo>
                <a:lnTo>
                  <a:pt x="577977" y="463549"/>
                </a:lnTo>
                <a:lnTo>
                  <a:pt x="600202" y="426719"/>
                </a:lnTo>
                <a:lnTo>
                  <a:pt x="617347" y="386079"/>
                </a:lnTo>
                <a:lnTo>
                  <a:pt x="627888" y="341629"/>
                </a:lnTo>
                <a:lnTo>
                  <a:pt x="631444" y="295909"/>
                </a:lnTo>
                <a:lnTo>
                  <a:pt x="630935" y="280669"/>
                </a:lnTo>
                <a:lnTo>
                  <a:pt x="624585" y="236219"/>
                </a:lnTo>
                <a:lnTo>
                  <a:pt x="611378" y="193039"/>
                </a:lnTo>
                <a:lnTo>
                  <a:pt x="591566" y="152400"/>
                </a:lnTo>
                <a:lnTo>
                  <a:pt x="556895" y="105409"/>
                </a:lnTo>
                <a:lnTo>
                  <a:pt x="513715" y="66039"/>
                </a:lnTo>
                <a:lnTo>
                  <a:pt x="463296" y="34289"/>
                </a:lnTo>
                <a:lnTo>
                  <a:pt x="451047" y="29209"/>
                </a:lnTo>
                <a:close/>
              </a:path>
              <a:path w="631825" h="594360">
                <a:moveTo>
                  <a:pt x="329438" y="59689"/>
                </a:moveTo>
                <a:lnTo>
                  <a:pt x="302895" y="59689"/>
                </a:lnTo>
                <a:lnTo>
                  <a:pt x="276733" y="62229"/>
                </a:lnTo>
                <a:lnTo>
                  <a:pt x="216281" y="77469"/>
                </a:lnTo>
                <a:lnTo>
                  <a:pt x="172593" y="100329"/>
                </a:lnTo>
                <a:lnTo>
                  <a:pt x="134493" y="129539"/>
                </a:lnTo>
                <a:lnTo>
                  <a:pt x="103251" y="163829"/>
                </a:lnTo>
                <a:lnTo>
                  <a:pt x="79375" y="204469"/>
                </a:lnTo>
                <a:lnTo>
                  <a:pt x="64515" y="248919"/>
                </a:lnTo>
                <a:lnTo>
                  <a:pt x="59347" y="295909"/>
                </a:lnTo>
                <a:lnTo>
                  <a:pt x="59334" y="298449"/>
                </a:lnTo>
                <a:lnTo>
                  <a:pt x="59562" y="309879"/>
                </a:lnTo>
                <a:lnTo>
                  <a:pt x="67183" y="356869"/>
                </a:lnTo>
                <a:lnTo>
                  <a:pt x="84201" y="400049"/>
                </a:lnTo>
                <a:lnTo>
                  <a:pt x="117093" y="448309"/>
                </a:lnTo>
                <a:lnTo>
                  <a:pt x="151637" y="480059"/>
                </a:lnTo>
                <a:lnTo>
                  <a:pt x="192532" y="506729"/>
                </a:lnTo>
                <a:lnTo>
                  <a:pt x="238759" y="524509"/>
                </a:lnTo>
                <a:lnTo>
                  <a:pt x="276098" y="533399"/>
                </a:lnTo>
                <a:lnTo>
                  <a:pt x="302133" y="535939"/>
                </a:lnTo>
                <a:lnTo>
                  <a:pt x="328548" y="535939"/>
                </a:lnTo>
                <a:lnTo>
                  <a:pt x="379729" y="528319"/>
                </a:lnTo>
                <a:lnTo>
                  <a:pt x="437641" y="506729"/>
                </a:lnTo>
                <a:lnTo>
                  <a:pt x="439998" y="505459"/>
                </a:lnTo>
                <a:lnTo>
                  <a:pt x="291338" y="505459"/>
                </a:lnTo>
                <a:lnTo>
                  <a:pt x="279654" y="502919"/>
                </a:lnTo>
                <a:lnTo>
                  <a:pt x="268224" y="501649"/>
                </a:lnTo>
                <a:lnTo>
                  <a:pt x="257556" y="499109"/>
                </a:lnTo>
                <a:lnTo>
                  <a:pt x="246126" y="496569"/>
                </a:lnTo>
                <a:lnTo>
                  <a:pt x="204724" y="480059"/>
                </a:lnTo>
                <a:lnTo>
                  <a:pt x="168529" y="455929"/>
                </a:lnTo>
                <a:lnTo>
                  <a:pt x="138303" y="427989"/>
                </a:lnTo>
                <a:lnTo>
                  <a:pt x="114427" y="393699"/>
                </a:lnTo>
                <a:lnTo>
                  <a:pt x="98425" y="358139"/>
                </a:lnTo>
                <a:lnTo>
                  <a:pt x="89915" y="317499"/>
                </a:lnTo>
                <a:lnTo>
                  <a:pt x="88900" y="295909"/>
                </a:lnTo>
                <a:lnTo>
                  <a:pt x="89281" y="285749"/>
                </a:lnTo>
                <a:lnTo>
                  <a:pt x="96139" y="245109"/>
                </a:lnTo>
                <a:lnTo>
                  <a:pt x="111252" y="207009"/>
                </a:lnTo>
                <a:lnTo>
                  <a:pt x="141097" y="165100"/>
                </a:lnTo>
                <a:lnTo>
                  <a:pt x="171831" y="135889"/>
                </a:lnTo>
                <a:lnTo>
                  <a:pt x="208407" y="114300"/>
                </a:lnTo>
                <a:lnTo>
                  <a:pt x="249555" y="97789"/>
                </a:lnTo>
                <a:lnTo>
                  <a:pt x="305181" y="88900"/>
                </a:lnTo>
                <a:lnTo>
                  <a:pt x="439039" y="88900"/>
                </a:lnTo>
                <a:lnTo>
                  <a:pt x="416559" y="78739"/>
                </a:lnTo>
                <a:lnTo>
                  <a:pt x="392684" y="69850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4360">
                <a:moveTo>
                  <a:pt x="439039" y="88900"/>
                </a:moveTo>
                <a:lnTo>
                  <a:pt x="328803" y="88900"/>
                </a:lnTo>
                <a:lnTo>
                  <a:pt x="351790" y="91439"/>
                </a:lnTo>
                <a:lnTo>
                  <a:pt x="385191" y="99059"/>
                </a:lnTo>
                <a:lnTo>
                  <a:pt x="426847" y="115569"/>
                </a:lnTo>
                <a:lnTo>
                  <a:pt x="462915" y="138429"/>
                </a:lnTo>
                <a:lnTo>
                  <a:pt x="493268" y="167639"/>
                </a:lnTo>
                <a:lnTo>
                  <a:pt x="516890" y="200659"/>
                </a:lnTo>
                <a:lnTo>
                  <a:pt x="521208" y="209549"/>
                </a:lnTo>
                <a:lnTo>
                  <a:pt x="525653" y="218439"/>
                </a:lnTo>
                <a:lnTo>
                  <a:pt x="538353" y="257809"/>
                </a:lnTo>
                <a:lnTo>
                  <a:pt x="542544" y="298449"/>
                </a:lnTo>
                <a:lnTo>
                  <a:pt x="542163" y="309879"/>
                </a:lnTo>
                <a:lnTo>
                  <a:pt x="535304" y="350519"/>
                </a:lnTo>
                <a:lnTo>
                  <a:pt x="532257" y="359409"/>
                </a:lnTo>
                <a:lnTo>
                  <a:pt x="528828" y="369569"/>
                </a:lnTo>
                <a:lnTo>
                  <a:pt x="524637" y="378459"/>
                </a:lnTo>
                <a:lnTo>
                  <a:pt x="520191" y="388619"/>
                </a:lnTo>
                <a:lnTo>
                  <a:pt x="515366" y="396239"/>
                </a:lnTo>
                <a:lnTo>
                  <a:pt x="490473" y="430529"/>
                </a:lnTo>
                <a:lnTo>
                  <a:pt x="459613" y="458469"/>
                </a:lnTo>
                <a:lnTo>
                  <a:pt x="423037" y="481329"/>
                </a:lnTo>
                <a:lnTo>
                  <a:pt x="382016" y="496569"/>
                </a:lnTo>
                <a:lnTo>
                  <a:pt x="338201" y="505459"/>
                </a:lnTo>
                <a:lnTo>
                  <a:pt x="439998" y="505459"/>
                </a:lnTo>
                <a:lnTo>
                  <a:pt x="478790" y="481329"/>
                </a:lnTo>
                <a:lnTo>
                  <a:pt x="513588" y="449579"/>
                </a:lnTo>
                <a:lnTo>
                  <a:pt x="541273" y="411479"/>
                </a:lnTo>
                <a:lnTo>
                  <a:pt x="551941" y="389889"/>
                </a:lnTo>
                <a:lnTo>
                  <a:pt x="556641" y="379729"/>
                </a:lnTo>
                <a:lnTo>
                  <a:pt x="569214" y="334009"/>
                </a:lnTo>
                <a:lnTo>
                  <a:pt x="572135" y="298449"/>
                </a:lnTo>
                <a:lnTo>
                  <a:pt x="571881" y="285749"/>
                </a:lnTo>
                <a:lnTo>
                  <a:pt x="564260" y="238759"/>
                </a:lnTo>
                <a:lnTo>
                  <a:pt x="547243" y="195579"/>
                </a:lnTo>
                <a:lnTo>
                  <a:pt x="514477" y="147319"/>
                </a:lnTo>
                <a:lnTo>
                  <a:pt x="479806" y="114300"/>
                </a:lnTo>
                <a:lnTo>
                  <a:pt x="459994" y="100329"/>
                </a:lnTo>
                <a:lnTo>
                  <a:pt x="439039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1502791" y="4783073"/>
            <a:ext cx="2546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321053" y="5449811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89">
                <a:moveTo>
                  <a:pt x="314833" y="0"/>
                </a:moveTo>
                <a:lnTo>
                  <a:pt x="267208" y="3809"/>
                </a:lnTo>
                <a:lnTo>
                  <a:pt x="251840" y="6349"/>
                </a:lnTo>
                <a:lnTo>
                  <a:pt x="236601" y="10159"/>
                </a:lnTo>
                <a:lnTo>
                  <a:pt x="220726" y="13969"/>
                </a:lnTo>
                <a:lnTo>
                  <a:pt x="164719" y="36829"/>
                </a:lnTo>
                <a:lnTo>
                  <a:pt x="114554" y="68579"/>
                </a:lnTo>
                <a:lnTo>
                  <a:pt x="71755" y="109219"/>
                </a:lnTo>
                <a:lnTo>
                  <a:pt x="38354" y="154939"/>
                </a:lnTo>
                <a:lnTo>
                  <a:pt x="19177" y="195579"/>
                </a:lnTo>
                <a:lnTo>
                  <a:pt x="6350" y="237489"/>
                </a:lnTo>
                <a:lnTo>
                  <a:pt x="381" y="283209"/>
                </a:lnTo>
                <a:lnTo>
                  <a:pt x="0" y="298449"/>
                </a:lnTo>
                <a:lnTo>
                  <a:pt x="508" y="313689"/>
                </a:lnTo>
                <a:lnTo>
                  <a:pt x="6858" y="358139"/>
                </a:lnTo>
                <a:lnTo>
                  <a:pt x="20065" y="401319"/>
                </a:lnTo>
                <a:lnTo>
                  <a:pt x="40005" y="441959"/>
                </a:lnTo>
                <a:lnTo>
                  <a:pt x="74676" y="488949"/>
                </a:lnTo>
                <a:lnTo>
                  <a:pt x="117729" y="528319"/>
                </a:lnTo>
                <a:lnTo>
                  <a:pt x="168275" y="558799"/>
                </a:lnTo>
                <a:lnTo>
                  <a:pt x="223647" y="580389"/>
                </a:lnTo>
                <a:lnTo>
                  <a:pt x="238759" y="585469"/>
                </a:lnTo>
                <a:lnTo>
                  <a:pt x="253492" y="588009"/>
                </a:lnTo>
                <a:lnTo>
                  <a:pt x="269494" y="590549"/>
                </a:lnTo>
                <a:lnTo>
                  <a:pt x="300863" y="593089"/>
                </a:lnTo>
                <a:lnTo>
                  <a:pt x="332740" y="593089"/>
                </a:lnTo>
                <a:lnTo>
                  <a:pt x="364109" y="590549"/>
                </a:lnTo>
                <a:lnTo>
                  <a:pt x="379857" y="588009"/>
                </a:lnTo>
                <a:lnTo>
                  <a:pt x="394716" y="584199"/>
                </a:lnTo>
                <a:lnTo>
                  <a:pt x="410718" y="580389"/>
                </a:lnTo>
                <a:lnTo>
                  <a:pt x="439547" y="570229"/>
                </a:lnTo>
                <a:lnTo>
                  <a:pt x="453135" y="563879"/>
                </a:lnTo>
                <a:lnTo>
                  <a:pt x="301498" y="563879"/>
                </a:lnTo>
                <a:lnTo>
                  <a:pt x="272796" y="561339"/>
                </a:lnTo>
                <a:lnTo>
                  <a:pt x="231267" y="552449"/>
                </a:lnTo>
                <a:lnTo>
                  <a:pt x="180340" y="532129"/>
                </a:lnTo>
                <a:lnTo>
                  <a:pt x="134747" y="504189"/>
                </a:lnTo>
                <a:lnTo>
                  <a:pt x="95884" y="467359"/>
                </a:lnTo>
                <a:lnTo>
                  <a:pt x="64770" y="425449"/>
                </a:lnTo>
                <a:lnTo>
                  <a:pt x="47243" y="389889"/>
                </a:lnTo>
                <a:lnTo>
                  <a:pt x="35559" y="351789"/>
                </a:lnTo>
                <a:lnTo>
                  <a:pt x="30099" y="311149"/>
                </a:lnTo>
                <a:lnTo>
                  <a:pt x="29625" y="295909"/>
                </a:lnTo>
                <a:lnTo>
                  <a:pt x="29971" y="283209"/>
                </a:lnTo>
                <a:lnTo>
                  <a:pt x="35433" y="243839"/>
                </a:lnTo>
                <a:lnTo>
                  <a:pt x="52070" y="193039"/>
                </a:lnTo>
                <a:lnTo>
                  <a:pt x="78486" y="148589"/>
                </a:lnTo>
                <a:lnTo>
                  <a:pt x="113284" y="107949"/>
                </a:lnTo>
                <a:lnTo>
                  <a:pt x="155575" y="76199"/>
                </a:lnTo>
                <a:lnTo>
                  <a:pt x="204089" y="50799"/>
                </a:lnTo>
                <a:lnTo>
                  <a:pt x="244221" y="38099"/>
                </a:lnTo>
                <a:lnTo>
                  <a:pt x="300736" y="30479"/>
                </a:lnTo>
                <a:lnTo>
                  <a:pt x="454067" y="30479"/>
                </a:lnTo>
                <a:lnTo>
                  <a:pt x="435609" y="22859"/>
                </a:lnTo>
                <a:lnTo>
                  <a:pt x="407797" y="12699"/>
                </a:lnTo>
                <a:lnTo>
                  <a:pt x="392684" y="8889"/>
                </a:lnTo>
                <a:lnTo>
                  <a:pt x="362331" y="3809"/>
                </a:lnTo>
                <a:lnTo>
                  <a:pt x="314833" y="0"/>
                </a:lnTo>
                <a:close/>
              </a:path>
              <a:path w="631825" h="593089">
                <a:moveTo>
                  <a:pt x="454067" y="30479"/>
                </a:moveTo>
                <a:lnTo>
                  <a:pt x="330072" y="30479"/>
                </a:lnTo>
                <a:lnTo>
                  <a:pt x="358775" y="33019"/>
                </a:lnTo>
                <a:lnTo>
                  <a:pt x="386588" y="38099"/>
                </a:lnTo>
                <a:lnTo>
                  <a:pt x="426084" y="50799"/>
                </a:lnTo>
                <a:lnTo>
                  <a:pt x="474598" y="74929"/>
                </a:lnTo>
                <a:lnTo>
                  <a:pt x="517144" y="107949"/>
                </a:lnTo>
                <a:lnTo>
                  <a:pt x="552196" y="147319"/>
                </a:lnTo>
                <a:lnTo>
                  <a:pt x="573151" y="180339"/>
                </a:lnTo>
                <a:lnTo>
                  <a:pt x="588772" y="217169"/>
                </a:lnTo>
                <a:lnTo>
                  <a:pt x="598423" y="255269"/>
                </a:lnTo>
                <a:lnTo>
                  <a:pt x="601806" y="295909"/>
                </a:lnTo>
                <a:lnTo>
                  <a:pt x="601814" y="298449"/>
                </a:lnTo>
                <a:lnTo>
                  <a:pt x="601472" y="309879"/>
                </a:lnTo>
                <a:lnTo>
                  <a:pt x="596010" y="350519"/>
                </a:lnTo>
                <a:lnTo>
                  <a:pt x="584454" y="388619"/>
                </a:lnTo>
                <a:lnTo>
                  <a:pt x="567182" y="424179"/>
                </a:lnTo>
                <a:lnTo>
                  <a:pt x="536575" y="467359"/>
                </a:lnTo>
                <a:lnTo>
                  <a:pt x="497840" y="502919"/>
                </a:lnTo>
                <a:lnTo>
                  <a:pt x="452247" y="532129"/>
                </a:lnTo>
                <a:lnTo>
                  <a:pt x="401193" y="552449"/>
                </a:lnTo>
                <a:lnTo>
                  <a:pt x="387222" y="554989"/>
                </a:lnTo>
                <a:lnTo>
                  <a:pt x="373507" y="558799"/>
                </a:lnTo>
                <a:lnTo>
                  <a:pt x="359409" y="561339"/>
                </a:lnTo>
                <a:lnTo>
                  <a:pt x="330708" y="563879"/>
                </a:lnTo>
                <a:lnTo>
                  <a:pt x="453135" y="563879"/>
                </a:lnTo>
                <a:lnTo>
                  <a:pt x="492759" y="542289"/>
                </a:lnTo>
                <a:lnTo>
                  <a:pt x="539369" y="506729"/>
                </a:lnTo>
                <a:lnTo>
                  <a:pt x="577977" y="462279"/>
                </a:lnTo>
                <a:lnTo>
                  <a:pt x="600202" y="425449"/>
                </a:lnTo>
                <a:lnTo>
                  <a:pt x="617347" y="384809"/>
                </a:lnTo>
                <a:lnTo>
                  <a:pt x="627888" y="341629"/>
                </a:lnTo>
                <a:lnTo>
                  <a:pt x="631444" y="295909"/>
                </a:lnTo>
                <a:lnTo>
                  <a:pt x="630935" y="280669"/>
                </a:lnTo>
                <a:lnTo>
                  <a:pt x="624585" y="234949"/>
                </a:lnTo>
                <a:lnTo>
                  <a:pt x="611504" y="193039"/>
                </a:lnTo>
                <a:lnTo>
                  <a:pt x="591439" y="152399"/>
                </a:lnTo>
                <a:lnTo>
                  <a:pt x="556895" y="105409"/>
                </a:lnTo>
                <a:lnTo>
                  <a:pt x="513715" y="66039"/>
                </a:lnTo>
                <a:lnTo>
                  <a:pt x="463296" y="34289"/>
                </a:lnTo>
                <a:lnTo>
                  <a:pt x="454067" y="30479"/>
                </a:lnTo>
                <a:close/>
              </a:path>
              <a:path w="631825" h="593089">
                <a:moveTo>
                  <a:pt x="329438" y="59689"/>
                </a:moveTo>
                <a:lnTo>
                  <a:pt x="302895" y="59689"/>
                </a:lnTo>
                <a:lnTo>
                  <a:pt x="276733" y="62229"/>
                </a:lnTo>
                <a:lnTo>
                  <a:pt x="216281" y="78739"/>
                </a:lnTo>
                <a:lnTo>
                  <a:pt x="172593" y="100329"/>
                </a:lnTo>
                <a:lnTo>
                  <a:pt x="134493" y="129539"/>
                </a:lnTo>
                <a:lnTo>
                  <a:pt x="103251" y="163829"/>
                </a:lnTo>
                <a:lnTo>
                  <a:pt x="79502" y="204469"/>
                </a:lnTo>
                <a:lnTo>
                  <a:pt x="64515" y="248919"/>
                </a:lnTo>
                <a:lnTo>
                  <a:pt x="59347" y="295909"/>
                </a:lnTo>
                <a:lnTo>
                  <a:pt x="59337" y="298449"/>
                </a:lnTo>
                <a:lnTo>
                  <a:pt x="59562" y="308609"/>
                </a:lnTo>
                <a:lnTo>
                  <a:pt x="67183" y="355599"/>
                </a:lnTo>
                <a:lnTo>
                  <a:pt x="84201" y="398779"/>
                </a:lnTo>
                <a:lnTo>
                  <a:pt x="117093" y="447039"/>
                </a:lnTo>
                <a:lnTo>
                  <a:pt x="151765" y="480059"/>
                </a:lnTo>
                <a:lnTo>
                  <a:pt x="192532" y="505459"/>
                </a:lnTo>
                <a:lnTo>
                  <a:pt x="251079" y="527049"/>
                </a:lnTo>
                <a:lnTo>
                  <a:pt x="302133" y="534669"/>
                </a:lnTo>
                <a:lnTo>
                  <a:pt x="328548" y="534669"/>
                </a:lnTo>
                <a:lnTo>
                  <a:pt x="379857" y="527049"/>
                </a:lnTo>
                <a:lnTo>
                  <a:pt x="437769" y="505459"/>
                </a:lnTo>
                <a:lnTo>
                  <a:pt x="314452" y="505459"/>
                </a:lnTo>
                <a:lnTo>
                  <a:pt x="302768" y="504189"/>
                </a:lnTo>
                <a:lnTo>
                  <a:pt x="291338" y="504189"/>
                </a:lnTo>
                <a:lnTo>
                  <a:pt x="279273" y="501649"/>
                </a:lnTo>
                <a:lnTo>
                  <a:pt x="268605" y="500379"/>
                </a:lnTo>
                <a:lnTo>
                  <a:pt x="224536" y="487679"/>
                </a:lnTo>
                <a:lnTo>
                  <a:pt x="185801" y="467359"/>
                </a:lnTo>
                <a:lnTo>
                  <a:pt x="152654" y="441959"/>
                </a:lnTo>
                <a:lnTo>
                  <a:pt x="125476" y="410209"/>
                </a:lnTo>
                <a:lnTo>
                  <a:pt x="105790" y="375919"/>
                </a:lnTo>
                <a:lnTo>
                  <a:pt x="93090" y="336549"/>
                </a:lnTo>
                <a:lnTo>
                  <a:pt x="88900" y="295909"/>
                </a:lnTo>
                <a:lnTo>
                  <a:pt x="89281" y="285749"/>
                </a:lnTo>
                <a:lnTo>
                  <a:pt x="96139" y="245109"/>
                </a:lnTo>
                <a:lnTo>
                  <a:pt x="111125" y="207009"/>
                </a:lnTo>
                <a:lnTo>
                  <a:pt x="141097" y="165099"/>
                </a:lnTo>
                <a:lnTo>
                  <a:pt x="171831" y="135889"/>
                </a:lnTo>
                <a:lnTo>
                  <a:pt x="208280" y="114299"/>
                </a:lnTo>
                <a:lnTo>
                  <a:pt x="249428" y="97789"/>
                </a:lnTo>
                <a:lnTo>
                  <a:pt x="270256" y="93979"/>
                </a:lnTo>
                <a:lnTo>
                  <a:pt x="281559" y="91439"/>
                </a:lnTo>
                <a:lnTo>
                  <a:pt x="305181" y="88899"/>
                </a:lnTo>
                <a:lnTo>
                  <a:pt x="439039" y="88899"/>
                </a:lnTo>
                <a:lnTo>
                  <a:pt x="416559" y="78739"/>
                </a:lnTo>
                <a:lnTo>
                  <a:pt x="380491" y="67309"/>
                </a:lnTo>
                <a:lnTo>
                  <a:pt x="355346" y="62229"/>
                </a:lnTo>
                <a:lnTo>
                  <a:pt x="329438" y="59689"/>
                </a:lnTo>
                <a:close/>
              </a:path>
              <a:path w="631825" h="593089">
                <a:moveTo>
                  <a:pt x="439039" y="88899"/>
                </a:moveTo>
                <a:lnTo>
                  <a:pt x="316610" y="88899"/>
                </a:lnTo>
                <a:lnTo>
                  <a:pt x="328803" y="90169"/>
                </a:lnTo>
                <a:lnTo>
                  <a:pt x="340106" y="90169"/>
                </a:lnTo>
                <a:lnTo>
                  <a:pt x="351790" y="91439"/>
                </a:lnTo>
                <a:lnTo>
                  <a:pt x="407034" y="106679"/>
                </a:lnTo>
                <a:lnTo>
                  <a:pt x="445516" y="126999"/>
                </a:lnTo>
                <a:lnTo>
                  <a:pt x="478790" y="152399"/>
                </a:lnTo>
                <a:lnTo>
                  <a:pt x="506095" y="184149"/>
                </a:lnTo>
                <a:lnTo>
                  <a:pt x="525653" y="218439"/>
                </a:lnTo>
                <a:lnTo>
                  <a:pt x="538353" y="256539"/>
                </a:lnTo>
                <a:lnTo>
                  <a:pt x="542544" y="298449"/>
                </a:lnTo>
                <a:lnTo>
                  <a:pt x="542163" y="308609"/>
                </a:lnTo>
                <a:lnTo>
                  <a:pt x="535304" y="349249"/>
                </a:lnTo>
                <a:lnTo>
                  <a:pt x="520319" y="387349"/>
                </a:lnTo>
                <a:lnTo>
                  <a:pt x="490473" y="429259"/>
                </a:lnTo>
                <a:lnTo>
                  <a:pt x="459740" y="457199"/>
                </a:lnTo>
                <a:lnTo>
                  <a:pt x="423164" y="480059"/>
                </a:lnTo>
                <a:lnTo>
                  <a:pt x="382016" y="495299"/>
                </a:lnTo>
                <a:lnTo>
                  <a:pt x="338201" y="504189"/>
                </a:lnTo>
                <a:lnTo>
                  <a:pt x="326516" y="504189"/>
                </a:lnTo>
                <a:lnTo>
                  <a:pt x="314452" y="505459"/>
                </a:lnTo>
                <a:lnTo>
                  <a:pt x="437769" y="505459"/>
                </a:lnTo>
                <a:lnTo>
                  <a:pt x="458851" y="494029"/>
                </a:lnTo>
                <a:lnTo>
                  <a:pt x="496951" y="464819"/>
                </a:lnTo>
                <a:lnTo>
                  <a:pt x="528320" y="430529"/>
                </a:lnTo>
                <a:lnTo>
                  <a:pt x="552069" y="389889"/>
                </a:lnTo>
                <a:lnTo>
                  <a:pt x="566928" y="345439"/>
                </a:lnTo>
                <a:lnTo>
                  <a:pt x="572096" y="298449"/>
                </a:lnTo>
                <a:lnTo>
                  <a:pt x="572106" y="295909"/>
                </a:lnTo>
                <a:lnTo>
                  <a:pt x="571881" y="285749"/>
                </a:lnTo>
                <a:lnTo>
                  <a:pt x="564260" y="238759"/>
                </a:lnTo>
                <a:lnTo>
                  <a:pt x="552322" y="205739"/>
                </a:lnTo>
                <a:lnTo>
                  <a:pt x="547243" y="194309"/>
                </a:lnTo>
                <a:lnTo>
                  <a:pt x="514477" y="147319"/>
                </a:lnTo>
                <a:lnTo>
                  <a:pt x="479806" y="114299"/>
                </a:lnTo>
                <a:lnTo>
                  <a:pt x="460121" y="100329"/>
                </a:lnTo>
                <a:lnTo>
                  <a:pt x="439039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1496949" y="5573979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321053" y="6204186"/>
            <a:ext cx="631825" cy="593090"/>
          </a:xfrm>
          <a:custGeom>
            <a:avLst/>
            <a:gdLst/>
            <a:ahLst/>
            <a:cxnLst/>
            <a:rect l="l" t="t" r="r" b="b"/>
            <a:pathLst>
              <a:path w="631825" h="593090">
                <a:moveTo>
                  <a:pt x="314833" y="0"/>
                </a:moveTo>
                <a:lnTo>
                  <a:pt x="267208" y="3810"/>
                </a:lnTo>
                <a:lnTo>
                  <a:pt x="251840" y="6350"/>
                </a:lnTo>
                <a:lnTo>
                  <a:pt x="236601" y="10160"/>
                </a:lnTo>
                <a:lnTo>
                  <a:pt x="220726" y="13970"/>
                </a:lnTo>
                <a:lnTo>
                  <a:pt x="164719" y="36830"/>
                </a:lnTo>
                <a:lnTo>
                  <a:pt x="114554" y="68580"/>
                </a:lnTo>
                <a:lnTo>
                  <a:pt x="71755" y="109220"/>
                </a:lnTo>
                <a:lnTo>
                  <a:pt x="38354" y="154940"/>
                </a:lnTo>
                <a:lnTo>
                  <a:pt x="19177" y="195580"/>
                </a:lnTo>
                <a:lnTo>
                  <a:pt x="6350" y="237490"/>
                </a:lnTo>
                <a:lnTo>
                  <a:pt x="381" y="283210"/>
                </a:lnTo>
                <a:lnTo>
                  <a:pt x="0" y="298450"/>
                </a:lnTo>
                <a:lnTo>
                  <a:pt x="508" y="313690"/>
                </a:lnTo>
                <a:lnTo>
                  <a:pt x="6858" y="358140"/>
                </a:lnTo>
                <a:lnTo>
                  <a:pt x="20065" y="401320"/>
                </a:lnTo>
                <a:lnTo>
                  <a:pt x="40005" y="441960"/>
                </a:lnTo>
                <a:lnTo>
                  <a:pt x="74676" y="488950"/>
                </a:lnTo>
                <a:lnTo>
                  <a:pt x="117729" y="528320"/>
                </a:lnTo>
                <a:lnTo>
                  <a:pt x="168275" y="558800"/>
                </a:lnTo>
                <a:lnTo>
                  <a:pt x="223647" y="580390"/>
                </a:lnTo>
                <a:lnTo>
                  <a:pt x="238759" y="585470"/>
                </a:lnTo>
                <a:lnTo>
                  <a:pt x="253492" y="588010"/>
                </a:lnTo>
                <a:lnTo>
                  <a:pt x="269494" y="590550"/>
                </a:lnTo>
                <a:lnTo>
                  <a:pt x="300863" y="593090"/>
                </a:lnTo>
                <a:lnTo>
                  <a:pt x="332740" y="593090"/>
                </a:lnTo>
                <a:lnTo>
                  <a:pt x="364109" y="590550"/>
                </a:lnTo>
                <a:lnTo>
                  <a:pt x="379857" y="588010"/>
                </a:lnTo>
                <a:lnTo>
                  <a:pt x="394716" y="584200"/>
                </a:lnTo>
                <a:lnTo>
                  <a:pt x="410718" y="580390"/>
                </a:lnTo>
                <a:lnTo>
                  <a:pt x="439547" y="570230"/>
                </a:lnTo>
                <a:lnTo>
                  <a:pt x="453135" y="563880"/>
                </a:lnTo>
                <a:lnTo>
                  <a:pt x="301498" y="563880"/>
                </a:lnTo>
                <a:lnTo>
                  <a:pt x="272796" y="561340"/>
                </a:lnTo>
                <a:lnTo>
                  <a:pt x="231267" y="552450"/>
                </a:lnTo>
                <a:lnTo>
                  <a:pt x="180340" y="532130"/>
                </a:lnTo>
                <a:lnTo>
                  <a:pt x="134747" y="504190"/>
                </a:lnTo>
                <a:lnTo>
                  <a:pt x="95884" y="467360"/>
                </a:lnTo>
                <a:lnTo>
                  <a:pt x="64770" y="425450"/>
                </a:lnTo>
                <a:lnTo>
                  <a:pt x="47243" y="389890"/>
                </a:lnTo>
                <a:lnTo>
                  <a:pt x="35559" y="351790"/>
                </a:lnTo>
                <a:lnTo>
                  <a:pt x="30099" y="311150"/>
                </a:lnTo>
                <a:lnTo>
                  <a:pt x="29625" y="295910"/>
                </a:lnTo>
                <a:lnTo>
                  <a:pt x="29971" y="283210"/>
                </a:lnTo>
                <a:lnTo>
                  <a:pt x="35433" y="243840"/>
                </a:lnTo>
                <a:lnTo>
                  <a:pt x="52070" y="193040"/>
                </a:lnTo>
                <a:lnTo>
                  <a:pt x="78486" y="148590"/>
                </a:lnTo>
                <a:lnTo>
                  <a:pt x="113284" y="107950"/>
                </a:lnTo>
                <a:lnTo>
                  <a:pt x="155575" y="76200"/>
                </a:lnTo>
                <a:lnTo>
                  <a:pt x="204089" y="50800"/>
                </a:lnTo>
                <a:lnTo>
                  <a:pt x="244221" y="38100"/>
                </a:lnTo>
                <a:lnTo>
                  <a:pt x="300736" y="30480"/>
                </a:lnTo>
                <a:lnTo>
                  <a:pt x="454067" y="30480"/>
                </a:lnTo>
                <a:lnTo>
                  <a:pt x="435609" y="22860"/>
                </a:lnTo>
                <a:lnTo>
                  <a:pt x="407797" y="12700"/>
                </a:lnTo>
                <a:lnTo>
                  <a:pt x="392684" y="8890"/>
                </a:lnTo>
                <a:lnTo>
                  <a:pt x="346837" y="1270"/>
                </a:lnTo>
                <a:lnTo>
                  <a:pt x="330581" y="1270"/>
                </a:lnTo>
                <a:lnTo>
                  <a:pt x="314833" y="0"/>
                </a:lnTo>
                <a:close/>
              </a:path>
              <a:path w="631825" h="593090">
                <a:moveTo>
                  <a:pt x="454067" y="30480"/>
                </a:moveTo>
                <a:lnTo>
                  <a:pt x="330072" y="30480"/>
                </a:lnTo>
                <a:lnTo>
                  <a:pt x="358775" y="33020"/>
                </a:lnTo>
                <a:lnTo>
                  <a:pt x="386588" y="38100"/>
                </a:lnTo>
                <a:lnTo>
                  <a:pt x="426084" y="50800"/>
                </a:lnTo>
                <a:lnTo>
                  <a:pt x="474598" y="74930"/>
                </a:lnTo>
                <a:lnTo>
                  <a:pt x="517144" y="107950"/>
                </a:lnTo>
                <a:lnTo>
                  <a:pt x="552196" y="147320"/>
                </a:lnTo>
                <a:lnTo>
                  <a:pt x="573151" y="180340"/>
                </a:lnTo>
                <a:lnTo>
                  <a:pt x="588772" y="217170"/>
                </a:lnTo>
                <a:lnTo>
                  <a:pt x="598423" y="256540"/>
                </a:lnTo>
                <a:lnTo>
                  <a:pt x="601806" y="295910"/>
                </a:lnTo>
                <a:lnTo>
                  <a:pt x="601814" y="298450"/>
                </a:lnTo>
                <a:lnTo>
                  <a:pt x="601472" y="309880"/>
                </a:lnTo>
                <a:lnTo>
                  <a:pt x="596010" y="350520"/>
                </a:lnTo>
                <a:lnTo>
                  <a:pt x="584454" y="388620"/>
                </a:lnTo>
                <a:lnTo>
                  <a:pt x="567182" y="424180"/>
                </a:lnTo>
                <a:lnTo>
                  <a:pt x="536575" y="467360"/>
                </a:lnTo>
                <a:lnTo>
                  <a:pt x="497840" y="502920"/>
                </a:lnTo>
                <a:lnTo>
                  <a:pt x="452247" y="532130"/>
                </a:lnTo>
                <a:lnTo>
                  <a:pt x="401193" y="552450"/>
                </a:lnTo>
                <a:lnTo>
                  <a:pt x="359409" y="561340"/>
                </a:lnTo>
                <a:lnTo>
                  <a:pt x="330708" y="563880"/>
                </a:lnTo>
                <a:lnTo>
                  <a:pt x="453135" y="563880"/>
                </a:lnTo>
                <a:lnTo>
                  <a:pt x="492759" y="542290"/>
                </a:lnTo>
                <a:lnTo>
                  <a:pt x="539369" y="506730"/>
                </a:lnTo>
                <a:lnTo>
                  <a:pt x="577977" y="462280"/>
                </a:lnTo>
                <a:lnTo>
                  <a:pt x="600202" y="425450"/>
                </a:lnTo>
                <a:lnTo>
                  <a:pt x="617347" y="384810"/>
                </a:lnTo>
                <a:lnTo>
                  <a:pt x="627888" y="341630"/>
                </a:lnTo>
                <a:lnTo>
                  <a:pt x="631444" y="295910"/>
                </a:lnTo>
                <a:lnTo>
                  <a:pt x="630935" y="280670"/>
                </a:lnTo>
                <a:lnTo>
                  <a:pt x="624585" y="234950"/>
                </a:lnTo>
                <a:lnTo>
                  <a:pt x="611504" y="193040"/>
                </a:lnTo>
                <a:lnTo>
                  <a:pt x="591439" y="152400"/>
                </a:lnTo>
                <a:lnTo>
                  <a:pt x="556895" y="105410"/>
                </a:lnTo>
                <a:lnTo>
                  <a:pt x="513715" y="66040"/>
                </a:lnTo>
                <a:lnTo>
                  <a:pt x="463296" y="34290"/>
                </a:lnTo>
                <a:lnTo>
                  <a:pt x="454067" y="30480"/>
                </a:lnTo>
                <a:close/>
              </a:path>
              <a:path w="631825" h="593090">
                <a:moveTo>
                  <a:pt x="329438" y="59690"/>
                </a:moveTo>
                <a:lnTo>
                  <a:pt x="302895" y="59690"/>
                </a:lnTo>
                <a:lnTo>
                  <a:pt x="276733" y="62230"/>
                </a:lnTo>
                <a:lnTo>
                  <a:pt x="216281" y="78740"/>
                </a:lnTo>
                <a:lnTo>
                  <a:pt x="172593" y="100330"/>
                </a:lnTo>
                <a:lnTo>
                  <a:pt x="134493" y="129540"/>
                </a:lnTo>
                <a:lnTo>
                  <a:pt x="103251" y="163830"/>
                </a:lnTo>
                <a:lnTo>
                  <a:pt x="79502" y="204470"/>
                </a:lnTo>
                <a:lnTo>
                  <a:pt x="64515" y="248920"/>
                </a:lnTo>
                <a:lnTo>
                  <a:pt x="59347" y="295910"/>
                </a:lnTo>
                <a:lnTo>
                  <a:pt x="59337" y="298450"/>
                </a:lnTo>
                <a:lnTo>
                  <a:pt x="59562" y="308610"/>
                </a:lnTo>
                <a:lnTo>
                  <a:pt x="67183" y="355600"/>
                </a:lnTo>
                <a:lnTo>
                  <a:pt x="84201" y="398780"/>
                </a:lnTo>
                <a:lnTo>
                  <a:pt x="117093" y="447040"/>
                </a:lnTo>
                <a:lnTo>
                  <a:pt x="151765" y="480060"/>
                </a:lnTo>
                <a:lnTo>
                  <a:pt x="192532" y="505460"/>
                </a:lnTo>
                <a:lnTo>
                  <a:pt x="251079" y="527050"/>
                </a:lnTo>
                <a:lnTo>
                  <a:pt x="302133" y="534670"/>
                </a:lnTo>
                <a:lnTo>
                  <a:pt x="328548" y="534670"/>
                </a:lnTo>
                <a:lnTo>
                  <a:pt x="379857" y="527050"/>
                </a:lnTo>
                <a:lnTo>
                  <a:pt x="437769" y="505460"/>
                </a:lnTo>
                <a:lnTo>
                  <a:pt x="314452" y="505460"/>
                </a:lnTo>
                <a:lnTo>
                  <a:pt x="302768" y="504190"/>
                </a:lnTo>
                <a:lnTo>
                  <a:pt x="291338" y="504190"/>
                </a:lnTo>
                <a:lnTo>
                  <a:pt x="279273" y="501650"/>
                </a:lnTo>
                <a:lnTo>
                  <a:pt x="268605" y="500380"/>
                </a:lnTo>
                <a:lnTo>
                  <a:pt x="224536" y="487680"/>
                </a:lnTo>
                <a:lnTo>
                  <a:pt x="185801" y="467360"/>
                </a:lnTo>
                <a:lnTo>
                  <a:pt x="152654" y="441960"/>
                </a:lnTo>
                <a:lnTo>
                  <a:pt x="125476" y="410210"/>
                </a:lnTo>
                <a:lnTo>
                  <a:pt x="105790" y="375920"/>
                </a:lnTo>
                <a:lnTo>
                  <a:pt x="93090" y="336550"/>
                </a:lnTo>
                <a:lnTo>
                  <a:pt x="88900" y="295910"/>
                </a:lnTo>
                <a:lnTo>
                  <a:pt x="89281" y="285750"/>
                </a:lnTo>
                <a:lnTo>
                  <a:pt x="96139" y="245110"/>
                </a:lnTo>
                <a:lnTo>
                  <a:pt x="111125" y="207010"/>
                </a:lnTo>
                <a:lnTo>
                  <a:pt x="141097" y="165100"/>
                </a:lnTo>
                <a:lnTo>
                  <a:pt x="171831" y="135890"/>
                </a:lnTo>
                <a:lnTo>
                  <a:pt x="208280" y="114300"/>
                </a:lnTo>
                <a:lnTo>
                  <a:pt x="249428" y="97790"/>
                </a:lnTo>
                <a:lnTo>
                  <a:pt x="270256" y="93980"/>
                </a:lnTo>
                <a:lnTo>
                  <a:pt x="281559" y="91440"/>
                </a:lnTo>
                <a:lnTo>
                  <a:pt x="305181" y="88900"/>
                </a:lnTo>
                <a:lnTo>
                  <a:pt x="439039" y="88900"/>
                </a:lnTo>
                <a:lnTo>
                  <a:pt x="416559" y="78740"/>
                </a:lnTo>
                <a:lnTo>
                  <a:pt x="380491" y="67310"/>
                </a:lnTo>
                <a:lnTo>
                  <a:pt x="355346" y="62230"/>
                </a:lnTo>
                <a:lnTo>
                  <a:pt x="329438" y="59690"/>
                </a:lnTo>
                <a:close/>
              </a:path>
              <a:path w="631825" h="593090">
                <a:moveTo>
                  <a:pt x="439039" y="88900"/>
                </a:moveTo>
                <a:lnTo>
                  <a:pt x="316610" y="88900"/>
                </a:lnTo>
                <a:lnTo>
                  <a:pt x="328803" y="90170"/>
                </a:lnTo>
                <a:lnTo>
                  <a:pt x="340106" y="90170"/>
                </a:lnTo>
                <a:lnTo>
                  <a:pt x="351790" y="91440"/>
                </a:lnTo>
                <a:lnTo>
                  <a:pt x="407034" y="106680"/>
                </a:lnTo>
                <a:lnTo>
                  <a:pt x="445516" y="127000"/>
                </a:lnTo>
                <a:lnTo>
                  <a:pt x="478790" y="152400"/>
                </a:lnTo>
                <a:lnTo>
                  <a:pt x="506095" y="184150"/>
                </a:lnTo>
                <a:lnTo>
                  <a:pt x="525653" y="218440"/>
                </a:lnTo>
                <a:lnTo>
                  <a:pt x="538353" y="256540"/>
                </a:lnTo>
                <a:lnTo>
                  <a:pt x="542544" y="298450"/>
                </a:lnTo>
                <a:lnTo>
                  <a:pt x="542163" y="308610"/>
                </a:lnTo>
                <a:lnTo>
                  <a:pt x="535304" y="349250"/>
                </a:lnTo>
                <a:lnTo>
                  <a:pt x="520319" y="387350"/>
                </a:lnTo>
                <a:lnTo>
                  <a:pt x="490473" y="429260"/>
                </a:lnTo>
                <a:lnTo>
                  <a:pt x="459740" y="457200"/>
                </a:lnTo>
                <a:lnTo>
                  <a:pt x="423164" y="480060"/>
                </a:lnTo>
                <a:lnTo>
                  <a:pt x="382016" y="495300"/>
                </a:lnTo>
                <a:lnTo>
                  <a:pt x="338201" y="504190"/>
                </a:lnTo>
                <a:lnTo>
                  <a:pt x="326516" y="504190"/>
                </a:lnTo>
                <a:lnTo>
                  <a:pt x="314452" y="505460"/>
                </a:lnTo>
                <a:lnTo>
                  <a:pt x="437769" y="505460"/>
                </a:lnTo>
                <a:lnTo>
                  <a:pt x="458851" y="494030"/>
                </a:lnTo>
                <a:lnTo>
                  <a:pt x="496951" y="464820"/>
                </a:lnTo>
                <a:lnTo>
                  <a:pt x="528320" y="430530"/>
                </a:lnTo>
                <a:lnTo>
                  <a:pt x="552069" y="389890"/>
                </a:lnTo>
                <a:lnTo>
                  <a:pt x="566928" y="345440"/>
                </a:lnTo>
                <a:lnTo>
                  <a:pt x="572096" y="298450"/>
                </a:lnTo>
                <a:lnTo>
                  <a:pt x="572106" y="295910"/>
                </a:lnTo>
                <a:lnTo>
                  <a:pt x="571881" y="285750"/>
                </a:lnTo>
                <a:lnTo>
                  <a:pt x="564260" y="238760"/>
                </a:lnTo>
                <a:lnTo>
                  <a:pt x="552322" y="205740"/>
                </a:lnTo>
                <a:lnTo>
                  <a:pt x="547243" y="194310"/>
                </a:lnTo>
                <a:lnTo>
                  <a:pt x="514477" y="147320"/>
                </a:lnTo>
                <a:lnTo>
                  <a:pt x="479806" y="114300"/>
                </a:lnTo>
                <a:lnTo>
                  <a:pt x="460121" y="100330"/>
                </a:lnTo>
                <a:lnTo>
                  <a:pt x="439039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14577" y="1250441"/>
            <a:ext cx="0" cy="5341620"/>
          </a:xfrm>
          <a:custGeom>
            <a:avLst/>
            <a:gdLst/>
            <a:ahLst/>
            <a:cxnLst/>
            <a:rect l="l" t="t" r="r" b="b"/>
            <a:pathLst>
              <a:path w="0" h="5341620">
                <a:moveTo>
                  <a:pt x="0" y="0"/>
                </a:moveTo>
                <a:lnTo>
                  <a:pt x="0" y="534162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901189" y="1953767"/>
            <a:ext cx="718185" cy="114300"/>
          </a:xfrm>
          <a:custGeom>
            <a:avLst/>
            <a:gdLst/>
            <a:ahLst/>
            <a:cxnLst/>
            <a:rect l="l" t="t" r="r" b="b"/>
            <a:pathLst>
              <a:path w="718185" h="114300">
                <a:moveTo>
                  <a:pt x="603504" y="0"/>
                </a:moveTo>
                <a:lnTo>
                  <a:pt x="603504" y="114300"/>
                </a:lnTo>
                <a:lnTo>
                  <a:pt x="679704" y="76200"/>
                </a:lnTo>
                <a:lnTo>
                  <a:pt x="622554" y="76200"/>
                </a:lnTo>
                <a:lnTo>
                  <a:pt x="622554" y="38100"/>
                </a:lnTo>
                <a:lnTo>
                  <a:pt x="679704" y="38100"/>
                </a:lnTo>
                <a:lnTo>
                  <a:pt x="603504" y="0"/>
                </a:lnTo>
                <a:close/>
              </a:path>
              <a:path w="718185" h="114300">
                <a:moveTo>
                  <a:pt x="60350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03504" y="76200"/>
                </a:lnTo>
                <a:lnTo>
                  <a:pt x="603504" y="38100"/>
                </a:lnTo>
                <a:close/>
              </a:path>
              <a:path w="718185" h="114300">
                <a:moveTo>
                  <a:pt x="679704" y="38100"/>
                </a:moveTo>
                <a:lnTo>
                  <a:pt x="622554" y="38100"/>
                </a:lnTo>
                <a:lnTo>
                  <a:pt x="622554" y="76200"/>
                </a:lnTo>
                <a:lnTo>
                  <a:pt x="679704" y="76200"/>
                </a:lnTo>
                <a:lnTo>
                  <a:pt x="717804" y="57150"/>
                </a:lnTo>
                <a:lnTo>
                  <a:pt x="679704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995677" y="4153661"/>
            <a:ext cx="0" cy="1515110"/>
          </a:xfrm>
          <a:custGeom>
            <a:avLst/>
            <a:gdLst/>
            <a:ahLst/>
            <a:cxnLst/>
            <a:rect l="l" t="t" r="r" b="b"/>
            <a:pathLst>
              <a:path w="0" h="1515110">
                <a:moveTo>
                  <a:pt x="0" y="0"/>
                </a:moveTo>
                <a:lnTo>
                  <a:pt x="0" y="1514856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881377" y="4096511"/>
            <a:ext cx="530860" cy="114300"/>
          </a:xfrm>
          <a:custGeom>
            <a:avLst/>
            <a:gdLst/>
            <a:ahLst/>
            <a:cxnLst/>
            <a:rect l="l" t="t" r="r" b="b"/>
            <a:pathLst>
              <a:path w="530860" h="114300">
                <a:moveTo>
                  <a:pt x="416052" y="0"/>
                </a:moveTo>
                <a:lnTo>
                  <a:pt x="416052" y="114300"/>
                </a:lnTo>
                <a:lnTo>
                  <a:pt x="492252" y="76200"/>
                </a:lnTo>
                <a:lnTo>
                  <a:pt x="435102" y="76200"/>
                </a:lnTo>
                <a:lnTo>
                  <a:pt x="435102" y="38100"/>
                </a:lnTo>
                <a:lnTo>
                  <a:pt x="492252" y="38100"/>
                </a:lnTo>
                <a:lnTo>
                  <a:pt x="416052" y="0"/>
                </a:lnTo>
                <a:close/>
              </a:path>
              <a:path w="530860" h="114300">
                <a:moveTo>
                  <a:pt x="41605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16052" y="76200"/>
                </a:lnTo>
                <a:lnTo>
                  <a:pt x="416052" y="38100"/>
                </a:lnTo>
                <a:close/>
              </a:path>
              <a:path w="530860" h="114300">
                <a:moveTo>
                  <a:pt x="492252" y="38100"/>
                </a:moveTo>
                <a:lnTo>
                  <a:pt x="435102" y="38100"/>
                </a:lnTo>
                <a:lnTo>
                  <a:pt x="435102" y="76200"/>
                </a:lnTo>
                <a:lnTo>
                  <a:pt x="492252" y="76200"/>
                </a:lnTo>
                <a:lnTo>
                  <a:pt x="530352" y="57150"/>
                </a:lnTo>
                <a:lnTo>
                  <a:pt x="49225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981961" y="4782311"/>
            <a:ext cx="463550" cy="114300"/>
          </a:xfrm>
          <a:custGeom>
            <a:avLst/>
            <a:gdLst/>
            <a:ahLst/>
            <a:cxnLst/>
            <a:rect l="l" t="t" r="r" b="b"/>
            <a:pathLst>
              <a:path w="463550" h="114300">
                <a:moveTo>
                  <a:pt x="348995" y="0"/>
                </a:moveTo>
                <a:lnTo>
                  <a:pt x="348995" y="114300"/>
                </a:lnTo>
                <a:lnTo>
                  <a:pt x="425195" y="76200"/>
                </a:lnTo>
                <a:lnTo>
                  <a:pt x="368045" y="76200"/>
                </a:lnTo>
                <a:lnTo>
                  <a:pt x="368045" y="38100"/>
                </a:lnTo>
                <a:lnTo>
                  <a:pt x="425195" y="38100"/>
                </a:lnTo>
                <a:lnTo>
                  <a:pt x="348995" y="0"/>
                </a:lnTo>
                <a:close/>
              </a:path>
              <a:path w="463550" h="114300">
                <a:moveTo>
                  <a:pt x="3489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48995" y="76200"/>
                </a:lnTo>
                <a:lnTo>
                  <a:pt x="348995" y="38100"/>
                </a:lnTo>
                <a:close/>
              </a:path>
              <a:path w="463550" h="114300">
                <a:moveTo>
                  <a:pt x="425195" y="38100"/>
                </a:moveTo>
                <a:lnTo>
                  <a:pt x="368045" y="38100"/>
                </a:lnTo>
                <a:lnTo>
                  <a:pt x="368045" y="76200"/>
                </a:lnTo>
                <a:lnTo>
                  <a:pt x="425195" y="76200"/>
                </a:lnTo>
                <a:lnTo>
                  <a:pt x="463295" y="57150"/>
                </a:lnTo>
                <a:lnTo>
                  <a:pt x="425195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81961" y="5611367"/>
            <a:ext cx="463550" cy="114300"/>
          </a:xfrm>
          <a:custGeom>
            <a:avLst/>
            <a:gdLst/>
            <a:ahLst/>
            <a:cxnLst/>
            <a:rect l="l" t="t" r="r" b="b"/>
            <a:pathLst>
              <a:path w="463550" h="114300">
                <a:moveTo>
                  <a:pt x="348995" y="0"/>
                </a:moveTo>
                <a:lnTo>
                  <a:pt x="348995" y="114299"/>
                </a:lnTo>
                <a:lnTo>
                  <a:pt x="425195" y="76199"/>
                </a:lnTo>
                <a:lnTo>
                  <a:pt x="368045" y="76199"/>
                </a:lnTo>
                <a:lnTo>
                  <a:pt x="368045" y="38099"/>
                </a:lnTo>
                <a:lnTo>
                  <a:pt x="425195" y="38099"/>
                </a:lnTo>
                <a:lnTo>
                  <a:pt x="348995" y="0"/>
                </a:lnTo>
                <a:close/>
              </a:path>
              <a:path w="463550" h="114300">
                <a:moveTo>
                  <a:pt x="34899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48995" y="76199"/>
                </a:lnTo>
                <a:lnTo>
                  <a:pt x="348995" y="38099"/>
                </a:lnTo>
                <a:close/>
              </a:path>
              <a:path w="463550" h="114300">
                <a:moveTo>
                  <a:pt x="425195" y="38099"/>
                </a:moveTo>
                <a:lnTo>
                  <a:pt x="368045" y="38099"/>
                </a:lnTo>
                <a:lnTo>
                  <a:pt x="368045" y="76199"/>
                </a:lnTo>
                <a:lnTo>
                  <a:pt x="425195" y="76199"/>
                </a:lnTo>
                <a:lnTo>
                  <a:pt x="463295" y="57149"/>
                </a:lnTo>
                <a:lnTo>
                  <a:pt x="425195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34745" y="1193291"/>
            <a:ext cx="760730" cy="114300"/>
          </a:xfrm>
          <a:custGeom>
            <a:avLst/>
            <a:gdLst/>
            <a:ahLst/>
            <a:cxnLst/>
            <a:rect l="l" t="t" r="r" b="b"/>
            <a:pathLst>
              <a:path w="760730" h="114300">
                <a:moveTo>
                  <a:pt x="646176" y="0"/>
                </a:moveTo>
                <a:lnTo>
                  <a:pt x="646176" y="114300"/>
                </a:lnTo>
                <a:lnTo>
                  <a:pt x="722376" y="76200"/>
                </a:lnTo>
                <a:lnTo>
                  <a:pt x="665226" y="76200"/>
                </a:lnTo>
                <a:lnTo>
                  <a:pt x="665226" y="38100"/>
                </a:lnTo>
                <a:lnTo>
                  <a:pt x="722376" y="38100"/>
                </a:lnTo>
                <a:lnTo>
                  <a:pt x="646176" y="0"/>
                </a:lnTo>
                <a:close/>
              </a:path>
              <a:path w="760730" h="114300">
                <a:moveTo>
                  <a:pt x="6461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6176" y="76200"/>
                </a:lnTo>
                <a:lnTo>
                  <a:pt x="646176" y="38100"/>
                </a:lnTo>
                <a:close/>
              </a:path>
              <a:path w="760730" h="114300">
                <a:moveTo>
                  <a:pt x="722376" y="38100"/>
                </a:moveTo>
                <a:lnTo>
                  <a:pt x="665226" y="38100"/>
                </a:lnTo>
                <a:lnTo>
                  <a:pt x="665226" y="76200"/>
                </a:lnTo>
                <a:lnTo>
                  <a:pt x="722376" y="76200"/>
                </a:lnTo>
                <a:lnTo>
                  <a:pt x="760476" y="57150"/>
                </a:lnTo>
                <a:lnTo>
                  <a:pt x="722376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93241" y="1962911"/>
            <a:ext cx="579120" cy="114300"/>
          </a:xfrm>
          <a:custGeom>
            <a:avLst/>
            <a:gdLst/>
            <a:ahLst/>
            <a:cxnLst/>
            <a:rect l="l" t="t" r="r" b="b"/>
            <a:pathLst>
              <a:path w="579119" h="114300">
                <a:moveTo>
                  <a:pt x="464820" y="0"/>
                </a:moveTo>
                <a:lnTo>
                  <a:pt x="464820" y="114300"/>
                </a:lnTo>
                <a:lnTo>
                  <a:pt x="541020" y="76200"/>
                </a:lnTo>
                <a:lnTo>
                  <a:pt x="483870" y="76200"/>
                </a:lnTo>
                <a:lnTo>
                  <a:pt x="483870" y="38100"/>
                </a:lnTo>
                <a:lnTo>
                  <a:pt x="541020" y="38100"/>
                </a:lnTo>
                <a:lnTo>
                  <a:pt x="464820" y="0"/>
                </a:lnTo>
                <a:close/>
              </a:path>
              <a:path w="579119" h="114300">
                <a:moveTo>
                  <a:pt x="46482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4820" y="76200"/>
                </a:lnTo>
                <a:lnTo>
                  <a:pt x="464820" y="38100"/>
                </a:lnTo>
                <a:close/>
              </a:path>
              <a:path w="579119" h="114300">
                <a:moveTo>
                  <a:pt x="541020" y="38100"/>
                </a:moveTo>
                <a:lnTo>
                  <a:pt x="483870" y="38100"/>
                </a:lnTo>
                <a:lnTo>
                  <a:pt x="483870" y="76200"/>
                </a:lnTo>
                <a:lnTo>
                  <a:pt x="541020" y="76200"/>
                </a:lnTo>
                <a:lnTo>
                  <a:pt x="579120" y="57150"/>
                </a:lnTo>
                <a:lnTo>
                  <a:pt x="541020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93241" y="2695955"/>
            <a:ext cx="550545" cy="114300"/>
          </a:xfrm>
          <a:custGeom>
            <a:avLst/>
            <a:gdLst/>
            <a:ahLst/>
            <a:cxnLst/>
            <a:rect l="l" t="t" r="r" b="b"/>
            <a:pathLst>
              <a:path w="550544" h="114300">
                <a:moveTo>
                  <a:pt x="435864" y="0"/>
                </a:moveTo>
                <a:lnTo>
                  <a:pt x="435864" y="114300"/>
                </a:lnTo>
                <a:lnTo>
                  <a:pt x="512064" y="76200"/>
                </a:lnTo>
                <a:lnTo>
                  <a:pt x="454914" y="76200"/>
                </a:lnTo>
                <a:lnTo>
                  <a:pt x="454914" y="38100"/>
                </a:lnTo>
                <a:lnTo>
                  <a:pt x="512064" y="38100"/>
                </a:lnTo>
                <a:lnTo>
                  <a:pt x="435864" y="0"/>
                </a:lnTo>
                <a:close/>
              </a:path>
              <a:path w="550544" h="114300">
                <a:moveTo>
                  <a:pt x="43586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5864" y="76200"/>
                </a:lnTo>
                <a:lnTo>
                  <a:pt x="435864" y="38100"/>
                </a:lnTo>
                <a:close/>
              </a:path>
              <a:path w="550544" h="114300">
                <a:moveTo>
                  <a:pt x="512064" y="38100"/>
                </a:moveTo>
                <a:lnTo>
                  <a:pt x="454914" y="38100"/>
                </a:lnTo>
                <a:lnTo>
                  <a:pt x="454914" y="76200"/>
                </a:lnTo>
                <a:lnTo>
                  <a:pt x="512064" y="76200"/>
                </a:lnTo>
                <a:lnTo>
                  <a:pt x="550164" y="57150"/>
                </a:lnTo>
                <a:lnTo>
                  <a:pt x="512064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93241" y="3381755"/>
            <a:ext cx="579120" cy="114300"/>
          </a:xfrm>
          <a:custGeom>
            <a:avLst/>
            <a:gdLst/>
            <a:ahLst/>
            <a:cxnLst/>
            <a:rect l="l" t="t" r="r" b="b"/>
            <a:pathLst>
              <a:path w="579119" h="114300">
                <a:moveTo>
                  <a:pt x="464820" y="0"/>
                </a:moveTo>
                <a:lnTo>
                  <a:pt x="464820" y="114300"/>
                </a:lnTo>
                <a:lnTo>
                  <a:pt x="541020" y="76200"/>
                </a:lnTo>
                <a:lnTo>
                  <a:pt x="483870" y="76200"/>
                </a:lnTo>
                <a:lnTo>
                  <a:pt x="483870" y="38100"/>
                </a:lnTo>
                <a:lnTo>
                  <a:pt x="541020" y="38100"/>
                </a:lnTo>
                <a:lnTo>
                  <a:pt x="464820" y="0"/>
                </a:lnTo>
                <a:close/>
              </a:path>
              <a:path w="579119" h="114300">
                <a:moveTo>
                  <a:pt x="46482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4820" y="76200"/>
                </a:lnTo>
                <a:lnTo>
                  <a:pt x="464820" y="38100"/>
                </a:lnTo>
                <a:close/>
              </a:path>
              <a:path w="579119" h="114300">
                <a:moveTo>
                  <a:pt x="541020" y="38100"/>
                </a:moveTo>
                <a:lnTo>
                  <a:pt x="483870" y="38100"/>
                </a:lnTo>
                <a:lnTo>
                  <a:pt x="483870" y="76200"/>
                </a:lnTo>
                <a:lnTo>
                  <a:pt x="541020" y="76200"/>
                </a:lnTo>
                <a:lnTo>
                  <a:pt x="579120" y="57150"/>
                </a:lnTo>
                <a:lnTo>
                  <a:pt x="541020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93241" y="4096511"/>
            <a:ext cx="550545" cy="114300"/>
          </a:xfrm>
          <a:custGeom>
            <a:avLst/>
            <a:gdLst/>
            <a:ahLst/>
            <a:cxnLst/>
            <a:rect l="l" t="t" r="r" b="b"/>
            <a:pathLst>
              <a:path w="550544" h="114300">
                <a:moveTo>
                  <a:pt x="435864" y="0"/>
                </a:moveTo>
                <a:lnTo>
                  <a:pt x="435864" y="114300"/>
                </a:lnTo>
                <a:lnTo>
                  <a:pt x="512064" y="76200"/>
                </a:lnTo>
                <a:lnTo>
                  <a:pt x="454914" y="76200"/>
                </a:lnTo>
                <a:lnTo>
                  <a:pt x="454914" y="38100"/>
                </a:lnTo>
                <a:lnTo>
                  <a:pt x="512064" y="38100"/>
                </a:lnTo>
                <a:lnTo>
                  <a:pt x="435864" y="0"/>
                </a:lnTo>
                <a:close/>
              </a:path>
              <a:path w="550544" h="114300">
                <a:moveTo>
                  <a:pt x="43586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5864" y="76200"/>
                </a:lnTo>
                <a:lnTo>
                  <a:pt x="435864" y="38100"/>
                </a:lnTo>
                <a:close/>
              </a:path>
              <a:path w="550544" h="114300">
                <a:moveTo>
                  <a:pt x="512064" y="38100"/>
                </a:moveTo>
                <a:lnTo>
                  <a:pt x="454914" y="38100"/>
                </a:lnTo>
                <a:lnTo>
                  <a:pt x="454914" y="76200"/>
                </a:lnTo>
                <a:lnTo>
                  <a:pt x="512064" y="76200"/>
                </a:lnTo>
                <a:lnTo>
                  <a:pt x="550164" y="57150"/>
                </a:lnTo>
                <a:lnTo>
                  <a:pt x="512064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93241" y="4896611"/>
            <a:ext cx="550545" cy="114300"/>
          </a:xfrm>
          <a:custGeom>
            <a:avLst/>
            <a:gdLst/>
            <a:ahLst/>
            <a:cxnLst/>
            <a:rect l="l" t="t" r="r" b="b"/>
            <a:pathLst>
              <a:path w="550544" h="114300">
                <a:moveTo>
                  <a:pt x="435864" y="0"/>
                </a:moveTo>
                <a:lnTo>
                  <a:pt x="435864" y="114300"/>
                </a:lnTo>
                <a:lnTo>
                  <a:pt x="512064" y="76200"/>
                </a:lnTo>
                <a:lnTo>
                  <a:pt x="454914" y="76200"/>
                </a:lnTo>
                <a:lnTo>
                  <a:pt x="454914" y="38100"/>
                </a:lnTo>
                <a:lnTo>
                  <a:pt x="512064" y="38100"/>
                </a:lnTo>
                <a:lnTo>
                  <a:pt x="435864" y="0"/>
                </a:lnTo>
                <a:close/>
              </a:path>
              <a:path w="550544" h="114300">
                <a:moveTo>
                  <a:pt x="43586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5864" y="76200"/>
                </a:lnTo>
                <a:lnTo>
                  <a:pt x="435864" y="38100"/>
                </a:lnTo>
                <a:close/>
              </a:path>
              <a:path w="550544" h="114300">
                <a:moveTo>
                  <a:pt x="512064" y="38100"/>
                </a:moveTo>
                <a:lnTo>
                  <a:pt x="454914" y="38100"/>
                </a:lnTo>
                <a:lnTo>
                  <a:pt x="454914" y="76200"/>
                </a:lnTo>
                <a:lnTo>
                  <a:pt x="512064" y="76200"/>
                </a:lnTo>
                <a:lnTo>
                  <a:pt x="550164" y="57150"/>
                </a:lnTo>
                <a:lnTo>
                  <a:pt x="512064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93241" y="5696711"/>
            <a:ext cx="550545" cy="114300"/>
          </a:xfrm>
          <a:custGeom>
            <a:avLst/>
            <a:gdLst/>
            <a:ahLst/>
            <a:cxnLst/>
            <a:rect l="l" t="t" r="r" b="b"/>
            <a:pathLst>
              <a:path w="550544" h="114300">
                <a:moveTo>
                  <a:pt x="435864" y="0"/>
                </a:moveTo>
                <a:lnTo>
                  <a:pt x="435864" y="114300"/>
                </a:lnTo>
                <a:lnTo>
                  <a:pt x="512064" y="76200"/>
                </a:lnTo>
                <a:lnTo>
                  <a:pt x="454914" y="76200"/>
                </a:lnTo>
                <a:lnTo>
                  <a:pt x="454914" y="38100"/>
                </a:lnTo>
                <a:lnTo>
                  <a:pt x="512064" y="38100"/>
                </a:lnTo>
                <a:lnTo>
                  <a:pt x="435864" y="0"/>
                </a:lnTo>
                <a:close/>
              </a:path>
              <a:path w="550544" h="114300">
                <a:moveTo>
                  <a:pt x="43586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5864" y="76200"/>
                </a:lnTo>
                <a:lnTo>
                  <a:pt x="435864" y="38100"/>
                </a:lnTo>
                <a:close/>
              </a:path>
              <a:path w="550544" h="114300">
                <a:moveTo>
                  <a:pt x="512064" y="38100"/>
                </a:moveTo>
                <a:lnTo>
                  <a:pt x="454914" y="38100"/>
                </a:lnTo>
                <a:lnTo>
                  <a:pt x="454914" y="76200"/>
                </a:lnTo>
                <a:lnTo>
                  <a:pt x="512064" y="76200"/>
                </a:lnTo>
                <a:lnTo>
                  <a:pt x="550164" y="57150"/>
                </a:lnTo>
                <a:lnTo>
                  <a:pt x="512064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93241" y="6534911"/>
            <a:ext cx="550545" cy="114300"/>
          </a:xfrm>
          <a:custGeom>
            <a:avLst/>
            <a:gdLst/>
            <a:ahLst/>
            <a:cxnLst/>
            <a:rect l="l" t="t" r="r" b="b"/>
            <a:pathLst>
              <a:path w="550544" h="114300">
                <a:moveTo>
                  <a:pt x="435864" y="0"/>
                </a:moveTo>
                <a:lnTo>
                  <a:pt x="435864" y="114300"/>
                </a:lnTo>
                <a:lnTo>
                  <a:pt x="512064" y="76200"/>
                </a:lnTo>
                <a:lnTo>
                  <a:pt x="454914" y="76200"/>
                </a:lnTo>
                <a:lnTo>
                  <a:pt x="454914" y="38100"/>
                </a:lnTo>
                <a:lnTo>
                  <a:pt x="512064" y="38100"/>
                </a:lnTo>
                <a:lnTo>
                  <a:pt x="435864" y="0"/>
                </a:lnTo>
                <a:close/>
              </a:path>
              <a:path w="550544" h="114300">
                <a:moveTo>
                  <a:pt x="43586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5864" y="76200"/>
                </a:lnTo>
                <a:lnTo>
                  <a:pt x="435864" y="38100"/>
                </a:lnTo>
                <a:close/>
              </a:path>
              <a:path w="550544" h="114300">
                <a:moveTo>
                  <a:pt x="512064" y="38100"/>
                </a:moveTo>
                <a:lnTo>
                  <a:pt x="454914" y="38100"/>
                </a:lnTo>
                <a:lnTo>
                  <a:pt x="454914" y="76200"/>
                </a:lnTo>
                <a:lnTo>
                  <a:pt x="512064" y="76200"/>
                </a:lnTo>
                <a:lnTo>
                  <a:pt x="550164" y="57150"/>
                </a:lnTo>
                <a:lnTo>
                  <a:pt x="512064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36167" y="1692656"/>
            <a:ext cx="537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712341" y="1501902"/>
            <a:ext cx="498475" cy="386080"/>
          </a:xfrm>
          <a:custGeom>
            <a:avLst/>
            <a:gdLst/>
            <a:ahLst/>
            <a:cxnLst/>
            <a:rect l="l" t="t" r="r" b="b"/>
            <a:pathLst>
              <a:path w="498475" h="386080">
                <a:moveTo>
                  <a:pt x="218185" y="263398"/>
                </a:moveTo>
                <a:lnTo>
                  <a:pt x="180466" y="385572"/>
                </a:lnTo>
                <a:lnTo>
                  <a:pt x="300735" y="342392"/>
                </a:lnTo>
                <a:lnTo>
                  <a:pt x="287597" y="329819"/>
                </a:lnTo>
                <a:lnTo>
                  <a:pt x="260095" y="329819"/>
                </a:lnTo>
                <a:lnTo>
                  <a:pt x="232536" y="303530"/>
                </a:lnTo>
                <a:lnTo>
                  <a:pt x="245705" y="289731"/>
                </a:lnTo>
                <a:lnTo>
                  <a:pt x="218185" y="263398"/>
                </a:lnTo>
                <a:close/>
              </a:path>
              <a:path w="498475" h="386080">
                <a:moveTo>
                  <a:pt x="245705" y="289731"/>
                </a:moveTo>
                <a:lnTo>
                  <a:pt x="232536" y="303530"/>
                </a:lnTo>
                <a:lnTo>
                  <a:pt x="260095" y="329819"/>
                </a:lnTo>
                <a:lnTo>
                  <a:pt x="273224" y="316065"/>
                </a:lnTo>
                <a:lnTo>
                  <a:pt x="245705" y="289731"/>
                </a:lnTo>
                <a:close/>
              </a:path>
              <a:path w="498475" h="386080">
                <a:moveTo>
                  <a:pt x="273224" y="316065"/>
                </a:moveTo>
                <a:lnTo>
                  <a:pt x="260095" y="329819"/>
                </a:lnTo>
                <a:lnTo>
                  <a:pt x="287597" y="329819"/>
                </a:lnTo>
                <a:lnTo>
                  <a:pt x="273224" y="316065"/>
                </a:lnTo>
                <a:close/>
              </a:path>
              <a:path w="498475" h="386080">
                <a:moveTo>
                  <a:pt x="464057" y="37973"/>
                </a:moveTo>
                <a:lnTo>
                  <a:pt x="459469" y="38102"/>
                </a:lnTo>
                <a:lnTo>
                  <a:pt x="457766" y="38375"/>
                </a:lnTo>
                <a:lnTo>
                  <a:pt x="455548" y="43180"/>
                </a:lnTo>
                <a:lnTo>
                  <a:pt x="452170" y="49657"/>
                </a:lnTo>
                <a:lnTo>
                  <a:pt x="430021" y="82550"/>
                </a:lnTo>
                <a:lnTo>
                  <a:pt x="414019" y="102997"/>
                </a:lnTo>
                <a:lnTo>
                  <a:pt x="405002" y="114300"/>
                </a:lnTo>
                <a:lnTo>
                  <a:pt x="362711" y="163449"/>
                </a:lnTo>
                <a:lnTo>
                  <a:pt x="312419" y="218821"/>
                </a:lnTo>
                <a:lnTo>
                  <a:pt x="284988" y="248285"/>
                </a:lnTo>
                <a:lnTo>
                  <a:pt x="245705" y="289731"/>
                </a:lnTo>
                <a:lnTo>
                  <a:pt x="273224" y="316065"/>
                </a:lnTo>
                <a:lnTo>
                  <a:pt x="312927" y="274320"/>
                </a:lnTo>
                <a:lnTo>
                  <a:pt x="366890" y="215900"/>
                </a:lnTo>
                <a:lnTo>
                  <a:pt x="414019" y="162687"/>
                </a:lnTo>
                <a:lnTo>
                  <a:pt x="452754" y="115697"/>
                </a:lnTo>
                <a:lnTo>
                  <a:pt x="480821" y="76073"/>
                </a:lnTo>
                <a:lnTo>
                  <a:pt x="495934" y="44576"/>
                </a:lnTo>
                <a:lnTo>
                  <a:pt x="496315" y="43687"/>
                </a:lnTo>
                <a:lnTo>
                  <a:pt x="496442" y="42799"/>
                </a:lnTo>
                <a:lnTo>
                  <a:pt x="496696" y="41910"/>
                </a:lnTo>
                <a:lnTo>
                  <a:pt x="497230" y="38862"/>
                </a:lnTo>
                <a:lnTo>
                  <a:pt x="467613" y="38862"/>
                </a:lnTo>
                <a:lnTo>
                  <a:pt x="467134" y="38735"/>
                </a:lnTo>
                <a:lnTo>
                  <a:pt x="465708" y="38735"/>
                </a:lnTo>
                <a:lnTo>
                  <a:pt x="464703" y="38091"/>
                </a:lnTo>
                <a:lnTo>
                  <a:pt x="464465" y="38028"/>
                </a:lnTo>
                <a:lnTo>
                  <a:pt x="464057" y="37973"/>
                </a:lnTo>
                <a:close/>
              </a:path>
              <a:path w="498475" h="386080">
                <a:moveTo>
                  <a:pt x="461771" y="0"/>
                </a:moveTo>
                <a:lnTo>
                  <a:pt x="415289" y="10033"/>
                </a:lnTo>
                <a:lnTo>
                  <a:pt x="379094" y="23622"/>
                </a:lnTo>
                <a:lnTo>
                  <a:pt x="336676" y="42037"/>
                </a:lnTo>
                <a:lnTo>
                  <a:pt x="236727" y="90677"/>
                </a:lnTo>
                <a:lnTo>
                  <a:pt x="122046" y="150495"/>
                </a:lnTo>
                <a:lnTo>
                  <a:pt x="0" y="215900"/>
                </a:lnTo>
                <a:lnTo>
                  <a:pt x="18033" y="249427"/>
                </a:lnTo>
                <a:lnTo>
                  <a:pt x="217423" y="143510"/>
                </a:lnTo>
                <a:lnTo>
                  <a:pt x="254126" y="124587"/>
                </a:lnTo>
                <a:lnTo>
                  <a:pt x="289051" y="107061"/>
                </a:lnTo>
                <a:lnTo>
                  <a:pt x="352806" y="76581"/>
                </a:lnTo>
                <a:lnTo>
                  <a:pt x="393826" y="58674"/>
                </a:lnTo>
                <a:lnTo>
                  <a:pt x="437260" y="43052"/>
                </a:lnTo>
                <a:lnTo>
                  <a:pt x="457766" y="38375"/>
                </a:lnTo>
                <a:lnTo>
                  <a:pt x="459514" y="33399"/>
                </a:lnTo>
                <a:lnTo>
                  <a:pt x="459790" y="31781"/>
                </a:lnTo>
                <a:lnTo>
                  <a:pt x="459689" y="31114"/>
                </a:lnTo>
                <a:lnTo>
                  <a:pt x="459485" y="30352"/>
                </a:lnTo>
                <a:lnTo>
                  <a:pt x="459866" y="30352"/>
                </a:lnTo>
                <a:lnTo>
                  <a:pt x="459866" y="28956"/>
                </a:lnTo>
                <a:lnTo>
                  <a:pt x="497966" y="28956"/>
                </a:lnTo>
                <a:lnTo>
                  <a:pt x="497966" y="27177"/>
                </a:lnTo>
                <a:lnTo>
                  <a:pt x="482472" y="4318"/>
                </a:lnTo>
                <a:lnTo>
                  <a:pt x="480948" y="3301"/>
                </a:lnTo>
                <a:lnTo>
                  <a:pt x="479170" y="2539"/>
                </a:lnTo>
                <a:lnTo>
                  <a:pt x="477392" y="2032"/>
                </a:lnTo>
                <a:lnTo>
                  <a:pt x="473075" y="888"/>
                </a:lnTo>
                <a:lnTo>
                  <a:pt x="470788" y="381"/>
                </a:lnTo>
                <a:lnTo>
                  <a:pt x="469519" y="381"/>
                </a:lnTo>
                <a:lnTo>
                  <a:pt x="461771" y="0"/>
                </a:lnTo>
                <a:close/>
              </a:path>
              <a:path w="498475" h="386080">
                <a:moveTo>
                  <a:pt x="465008" y="38102"/>
                </a:moveTo>
                <a:lnTo>
                  <a:pt x="467613" y="38862"/>
                </a:lnTo>
                <a:lnTo>
                  <a:pt x="466213" y="38266"/>
                </a:lnTo>
                <a:lnTo>
                  <a:pt x="465008" y="38102"/>
                </a:lnTo>
                <a:close/>
              </a:path>
              <a:path w="498475" h="386080">
                <a:moveTo>
                  <a:pt x="497966" y="29845"/>
                </a:moveTo>
                <a:lnTo>
                  <a:pt x="460120" y="29845"/>
                </a:lnTo>
                <a:lnTo>
                  <a:pt x="460130" y="31114"/>
                </a:lnTo>
                <a:lnTo>
                  <a:pt x="466851" y="38353"/>
                </a:lnTo>
                <a:lnTo>
                  <a:pt x="466418" y="38353"/>
                </a:lnTo>
                <a:lnTo>
                  <a:pt x="467613" y="38862"/>
                </a:lnTo>
                <a:lnTo>
                  <a:pt x="497230" y="38862"/>
                </a:lnTo>
                <a:lnTo>
                  <a:pt x="497319" y="38353"/>
                </a:lnTo>
                <a:lnTo>
                  <a:pt x="466851" y="38353"/>
                </a:lnTo>
                <a:lnTo>
                  <a:pt x="466213" y="38266"/>
                </a:lnTo>
                <a:lnTo>
                  <a:pt x="497334" y="38266"/>
                </a:lnTo>
                <a:lnTo>
                  <a:pt x="497614" y="36702"/>
                </a:lnTo>
                <a:lnTo>
                  <a:pt x="497839" y="35687"/>
                </a:lnTo>
                <a:lnTo>
                  <a:pt x="497966" y="29845"/>
                </a:lnTo>
                <a:close/>
              </a:path>
              <a:path w="498475" h="386080">
                <a:moveTo>
                  <a:pt x="464703" y="38091"/>
                </a:moveTo>
                <a:lnTo>
                  <a:pt x="465708" y="38735"/>
                </a:lnTo>
                <a:lnTo>
                  <a:pt x="465117" y="38201"/>
                </a:lnTo>
                <a:lnTo>
                  <a:pt x="464703" y="38091"/>
                </a:lnTo>
                <a:close/>
              </a:path>
              <a:path w="498475" h="386080">
                <a:moveTo>
                  <a:pt x="465117" y="38201"/>
                </a:moveTo>
                <a:lnTo>
                  <a:pt x="465708" y="38735"/>
                </a:lnTo>
                <a:lnTo>
                  <a:pt x="467134" y="38735"/>
                </a:lnTo>
                <a:lnTo>
                  <a:pt x="465117" y="38201"/>
                </a:lnTo>
                <a:close/>
              </a:path>
              <a:path w="498475" h="386080">
                <a:moveTo>
                  <a:pt x="459514" y="33399"/>
                </a:moveTo>
                <a:lnTo>
                  <a:pt x="457882" y="38091"/>
                </a:lnTo>
                <a:lnTo>
                  <a:pt x="457766" y="38375"/>
                </a:lnTo>
                <a:lnTo>
                  <a:pt x="459485" y="38100"/>
                </a:lnTo>
                <a:lnTo>
                  <a:pt x="464057" y="37973"/>
                </a:lnTo>
                <a:lnTo>
                  <a:pt x="464255" y="37973"/>
                </a:lnTo>
                <a:lnTo>
                  <a:pt x="463295" y="37719"/>
                </a:lnTo>
                <a:lnTo>
                  <a:pt x="464121" y="37719"/>
                </a:lnTo>
                <a:lnTo>
                  <a:pt x="462533" y="36702"/>
                </a:lnTo>
                <a:lnTo>
                  <a:pt x="461324" y="35051"/>
                </a:lnTo>
                <a:lnTo>
                  <a:pt x="459231" y="35051"/>
                </a:lnTo>
                <a:lnTo>
                  <a:pt x="459514" y="33399"/>
                </a:lnTo>
                <a:close/>
              </a:path>
              <a:path w="498475" h="386080">
                <a:moveTo>
                  <a:pt x="466104" y="38220"/>
                </a:moveTo>
                <a:lnTo>
                  <a:pt x="466851" y="38353"/>
                </a:lnTo>
                <a:lnTo>
                  <a:pt x="466104" y="38220"/>
                </a:lnTo>
                <a:close/>
              </a:path>
              <a:path w="498475" h="386080">
                <a:moveTo>
                  <a:pt x="464900" y="38005"/>
                </a:moveTo>
                <a:lnTo>
                  <a:pt x="466213" y="38266"/>
                </a:lnTo>
                <a:lnTo>
                  <a:pt x="464900" y="38005"/>
                </a:lnTo>
                <a:close/>
              </a:path>
              <a:path w="498475" h="386080">
                <a:moveTo>
                  <a:pt x="464279" y="37444"/>
                </a:moveTo>
                <a:lnTo>
                  <a:pt x="464900" y="38005"/>
                </a:lnTo>
                <a:lnTo>
                  <a:pt x="466104" y="38220"/>
                </a:lnTo>
                <a:lnTo>
                  <a:pt x="464279" y="37444"/>
                </a:lnTo>
                <a:close/>
              </a:path>
              <a:path w="498475" h="386080">
                <a:moveTo>
                  <a:pt x="464643" y="38052"/>
                </a:moveTo>
                <a:lnTo>
                  <a:pt x="465117" y="38201"/>
                </a:lnTo>
                <a:lnTo>
                  <a:pt x="464643" y="38052"/>
                </a:lnTo>
                <a:close/>
              </a:path>
              <a:path w="498475" h="386080">
                <a:moveTo>
                  <a:pt x="464440" y="37923"/>
                </a:moveTo>
                <a:lnTo>
                  <a:pt x="464643" y="38052"/>
                </a:lnTo>
                <a:lnTo>
                  <a:pt x="465008" y="38102"/>
                </a:lnTo>
                <a:lnTo>
                  <a:pt x="464440" y="37923"/>
                </a:lnTo>
                <a:close/>
              </a:path>
              <a:path w="498475" h="386080">
                <a:moveTo>
                  <a:pt x="464465" y="38028"/>
                </a:moveTo>
                <a:lnTo>
                  <a:pt x="464703" y="38091"/>
                </a:lnTo>
                <a:lnTo>
                  <a:pt x="464465" y="38028"/>
                </a:lnTo>
                <a:close/>
              </a:path>
              <a:path w="498475" h="386080">
                <a:moveTo>
                  <a:pt x="463295" y="37719"/>
                </a:moveTo>
                <a:lnTo>
                  <a:pt x="464465" y="38028"/>
                </a:lnTo>
                <a:lnTo>
                  <a:pt x="464643" y="38052"/>
                </a:lnTo>
                <a:lnTo>
                  <a:pt x="464440" y="37923"/>
                </a:lnTo>
                <a:lnTo>
                  <a:pt x="463295" y="37719"/>
                </a:lnTo>
                <a:close/>
              </a:path>
              <a:path w="498475" h="386080">
                <a:moveTo>
                  <a:pt x="464255" y="37973"/>
                </a:moveTo>
                <a:lnTo>
                  <a:pt x="464057" y="37973"/>
                </a:lnTo>
                <a:lnTo>
                  <a:pt x="464465" y="38028"/>
                </a:lnTo>
                <a:lnTo>
                  <a:pt x="464255" y="37973"/>
                </a:lnTo>
                <a:close/>
              </a:path>
              <a:path w="498475" h="386080">
                <a:moveTo>
                  <a:pt x="462533" y="36702"/>
                </a:moveTo>
                <a:lnTo>
                  <a:pt x="464440" y="37923"/>
                </a:lnTo>
                <a:lnTo>
                  <a:pt x="464900" y="38005"/>
                </a:lnTo>
                <a:lnTo>
                  <a:pt x="464279" y="37444"/>
                </a:lnTo>
                <a:lnTo>
                  <a:pt x="462533" y="36702"/>
                </a:lnTo>
                <a:close/>
              </a:path>
              <a:path w="498475" h="386080">
                <a:moveTo>
                  <a:pt x="464121" y="37719"/>
                </a:moveTo>
                <a:lnTo>
                  <a:pt x="463295" y="37719"/>
                </a:lnTo>
                <a:lnTo>
                  <a:pt x="464440" y="37923"/>
                </a:lnTo>
                <a:lnTo>
                  <a:pt x="464121" y="37719"/>
                </a:lnTo>
                <a:close/>
              </a:path>
              <a:path w="498475" h="386080">
                <a:moveTo>
                  <a:pt x="462006" y="35393"/>
                </a:moveTo>
                <a:lnTo>
                  <a:pt x="462660" y="36702"/>
                </a:lnTo>
                <a:lnTo>
                  <a:pt x="464279" y="37444"/>
                </a:lnTo>
                <a:lnTo>
                  <a:pt x="462006" y="35393"/>
                </a:lnTo>
                <a:close/>
              </a:path>
              <a:path w="498475" h="386080">
                <a:moveTo>
                  <a:pt x="460501" y="34036"/>
                </a:moveTo>
                <a:lnTo>
                  <a:pt x="462660" y="36702"/>
                </a:lnTo>
                <a:lnTo>
                  <a:pt x="462006" y="35393"/>
                </a:lnTo>
                <a:lnTo>
                  <a:pt x="460501" y="34036"/>
                </a:lnTo>
                <a:close/>
              </a:path>
              <a:path w="498475" h="386080">
                <a:moveTo>
                  <a:pt x="461327" y="34036"/>
                </a:moveTo>
                <a:lnTo>
                  <a:pt x="460501" y="34036"/>
                </a:lnTo>
                <a:lnTo>
                  <a:pt x="462006" y="35393"/>
                </a:lnTo>
                <a:lnTo>
                  <a:pt x="461327" y="34036"/>
                </a:lnTo>
                <a:close/>
              </a:path>
              <a:path w="498475" h="386080">
                <a:moveTo>
                  <a:pt x="459866" y="32385"/>
                </a:moveTo>
                <a:lnTo>
                  <a:pt x="459514" y="33399"/>
                </a:lnTo>
                <a:lnTo>
                  <a:pt x="459231" y="35051"/>
                </a:lnTo>
                <a:lnTo>
                  <a:pt x="459866" y="32385"/>
                </a:lnTo>
                <a:close/>
              </a:path>
              <a:path w="498475" h="386080">
                <a:moveTo>
                  <a:pt x="459953" y="32106"/>
                </a:moveTo>
                <a:lnTo>
                  <a:pt x="459866" y="33274"/>
                </a:lnTo>
                <a:lnTo>
                  <a:pt x="459655" y="33274"/>
                </a:lnTo>
                <a:lnTo>
                  <a:pt x="459231" y="35051"/>
                </a:lnTo>
                <a:lnTo>
                  <a:pt x="461324" y="35051"/>
                </a:lnTo>
                <a:lnTo>
                  <a:pt x="460604" y="34162"/>
                </a:lnTo>
                <a:lnTo>
                  <a:pt x="460264" y="33274"/>
                </a:lnTo>
                <a:lnTo>
                  <a:pt x="459866" y="33274"/>
                </a:lnTo>
                <a:lnTo>
                  <a:pt x="459866" y="32385"/>
                </a:lnTo>
                <a:lnTo>
                  <a:pt x="459953" y="32106"/>
                </a:lnTo>
                <a:close/>
              </a:path>
              <a:path w="498475" h="386080">
                <a:moveTo>
                  <a:pt x="460006" y="31393"/>
                </a:moveTo>
                <a:lnTo>
                  <a:pt x="460027" y="32385"/>
                </a:lnTo>
                <a:lnTo>
                  <a:pt x="460501" y="34162"/>
                </a:lnTo>
                <a:lnTo>
                  <a:pt x="460200" y="31781"/>
                </a:lnTo>
                <a:lnTo>
                  <a:pt x="460006" y="31393"/>
                </a:lnTo>
                <a:close/>
              </a:path>
              <a:path w="498475" h="386080">
                <a:moveTo>
                  <a:pt x="460215" y="31811"/>
                </a:moveTo>
                <a:lnTo>
                  <a:pt x="460501" y="34162"/>
                </a:lnTo>
                <a:lnTo>
                  <a:pt x="461327" y="34036"/>
                </a:lnTo>
                <a:lnTo>
                  <a:pt x="460215" y="31811"/>
                </a:lnTo>
                <a:close/>
              </a:path>
              <a:path w="498475" h="386080">
                <a:moveTo>
                  <a:pt x="459820" y="31606"/>
                </a:moveTo>
                <a:lnTo>
                  <a:pt x="459514" y="33399"/>
                </a:lnTo>
                <a:lnTo>
                  <a:pt x="459866" y="32385"/>
                </a:lnTo>
                <a:lnTo>
                  <a:pt x="459820" y="31606"/>
                </a:lnTo>
                <a:close/>
              </a:path>
              <a:path w="498475" h="386080">
                <a:moveTo>
                  <a:pt x="460065" y="30587"/>
                </a:moveTo>
                <a:lnTo>
                  <a:pt x="460112" y="31606"/>
                </a:lnTo>
                <a:lnTo>
                  <a:pt x="460215" y="31811"/>
                </a:lnTo>
                <a:lnTo>
                  <a:pt x="460065" y="30587"/>
                </a:lnTo>
                <a:close/>
              </a:path>
              <a:path w="498475" h="386080">
                <a:moveTo>
                  <a:pt x="459485" y="30352"/>
                </a:moveTo>
                <a:lnTo>
                  <a:pt x="459820" y="31606"/>
                </a:lnTo>
                <a:lnTo>
                  <a:pt x="459866" y="31114"/>
                </a:lnTo>
                <a:lnTo>
                  <a:pt x="459485" y="30352"/>
                </a:lnTo>
                <a:close/>
              </a:path>
              <a:path w="498475" h="386080">
                <a:moveTo>
                  <a:pt x="459866" y="28956"/>
                </a:moveTo>
                <a:lnTo>
                  <a:pt x="459894" y="31170"/>
                </a:lnTo>
                <a:lnTo>
                  <a:pt x="459994" y="30587"/>
                </a:lnTo>
                <a:lnTo>
                  <a:pt x="459866" y="28956"/>
                </a:lnTo>
                <a:close/>
              </a:path>
              <a:path w="498475" h="386080">
                <a:moveTo>
                  <a:pt x="459866" y="30352"/>
                </a:moveTo>
                <a:lnTo>
                  <a:pt x="459485" y="30352"/>
                </a:lnTo>
                <a:lnTo>
                  <a:pt x="459866" y="31114"/>
                </a:lnTo>
                <a:lnTo>
                  <a:pt x="459866" y="30352"/>
                </a:lnTo>
                <a:close/>
              </a:path>
              <a:path w="498475" h="386080">
                <a:moveTo>
                  <a:pt x="497966" y="28956"/>
                </a:moveTo>
                <a:lnTo>
                  <a:pt x="459866" y="28956"/>
                </a:lnTo>
                <a:lnTo>
                  <a:pt x="460036" y="30342"/>
                </a:lnTo>
                <a:lnTo>
                  <a:pt x="460120" y="29845"/>
                </a:lnTo>
                <a:lnTo>
                  <a:pt x="497966" y="29845"/>
                </a:lnTo>
                <a:lnTo>
                  <a:pt x="497966" y="28956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2045970" y="797788"/>
            <a:ext cx="648970" cy="121666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  <a:p>
            <a:pPr marL="25400" marR="5080" indent="98425">
              <a:lnSpc>
                <a:spcPct val="101099"/>
              </a:lnSpc>
              <a:spcBef>
                <a:spcPts val="104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数字 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39190" y="2477262"/>
            <a:ext cx="1708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11732" y="3200857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97711" y="3867734"/>
            <a:ext cx="1708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156841" y="4560570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907794" y="3816807"/>
            <a:ext cx="5378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122170" y="5398414"/>
            <a:ext cx="1708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65098" y="4608067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87348" y="5398414"/>
            <a:ext cx="12636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12291" y="6246672"/>
            <a:ext cx="99186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他</a:t>
            </a:r>
            <a:r>
              <a:rPr dirty="0" sz="2000" spc="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-18055" sz="3000" spc="7" b="1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baseline="-18055" sz="30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807207" y="810005"/>
            <a:ext cx="5435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27025" algn="l"/>
              </a:tabLst>
            </a:pPr>
            <a:r>
              <a:rPr dirty="0" baseline="-31944" sz="3000" b="1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122167" y="156591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912491" y="370763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2594610" y="6482334"/>
            <a:ext cx="421005" cy="312420"/>
          </a:xfrm>
          <a:custGeom>
            <a:avLst/>
            <a:gdLst/>
            <a:ahLst/>
            <a:cxnLst/>
            <a:rect l="l" t="t" r="r" b="b"/>
            <a:pathLst>
              <a:path w="421005" h="312420">
                <a:moveTo>
                  <a:pt x="420623" y="0"/>
                </a:moveTo>
                <a:lnTo>
                  <a:pt x="0" y="0"/>
                </a:lnTo>
                <a:lnTo>
                  <a:pt x="0" y="312419"/>
                </a:lnTo>
                <a:lnTo>
                  <a:pt x="420623" y="312419"/>
                </a:lnTo>
                <a:lnTo>
                  <a:pt x="420623" y="273366"/>
                </a:lnTo>
                <a:lnTo>
                  <a:pt x="327406" y="273366"/>
                </a:lnTo>
                <a:lnTo>
                  <a:pt x="93090" y="156209"/>
                </a:lnTo>
                <a:lnTo>
                  <a:pt x="327406" y="39052"/>
                </a:lnTo>
                <a:lnTo>
                  <a:pt x="420623" y="39052"/>
                </a:lnTo>
                <a:lnTo>
                  <a:pt x="420623" y="0"/>
                </a:lnTo>
                <a:close/>
              </a:path>
              <a:path w="421005" h="312420">
                <a:moveTo>
                  <a:pt x="420623" y="39052"/>
                </a:moveTo>
                <a:lnTo>
                  <a:pt x="327406" y="39052"/>
                </a:lnTo>
                <a:lnTo>
                  <a:pt x="327406" y="273366"/>
                </a:lnTo>
                <a:lnTo>
                  <a:pt x="420623" y="273366"/>
                </a:lnTo>
                <a:lnTo>
                  <a:pt x="420623" y="39052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2687701" y="6521386"/>
            <a:ext cx="234315" cy="234315"/>
          </a:xfrm>
          <a:custGeom>
            <a:avLst/>
            <a:gdLst/>
            <a:ahLst/>
            <a:cxnLst/>
            <a:rect l="l" t="t" r="r" b="b"/>
            <a:pathLst>
              <a:path w="234314" h="234315">
                <a:moveTo>
                  <a:pt x="234315" y="0"/>
                </a:moveTo>
                <a:lnTo>
                  <a:pt x="0" y="117157"/>
                </a:lnTo>
                <a:lnTo>
                  <a:pt x="234315" y="234313"/>
                </a:lnTo>
                <a:lnTo>
                  <a:pt x="234315" y="0"/>
                </a:lnTo>
                <a:close/>
              </a:path>
            </a:pathLst>
          </a:custGeom>
          <a:solidFill>
            <a:srgbClr val="1F3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687701" y="6521386"/>
            <a:ext cx="234315" cy="234315"/>
          </a:xfrm>
          <a:custGeom>
            <a:avLst/>
            <a:gdLst/>
            <a:ahLst/>
            <a:cxnLst/>
            <a:rect l="l" t="t" r="r" b="b"/>
            <a:pathLst>
              <a:path w="234314" h="234315">
                <a:moveTo>
                  <a:pt x="0" y="117157"/>
                </a:moveTo>
                <a:lnTo>
                  <a:pt x="234315" y="0"/>
                </a:lnTo>
                <a:lnTo>
                  <a:pt x="234315" y="234313"/>
                </a:lnTo>
                <a:lnTo>
                  <a:pt x="0" y="117157"/>
                </a:lnTo>
                <a:close/>
              </a:path>
            </a:pathLst>
          </a:custGeom>
          <a:ln w="38100">
            <a:solidFill>
              <a:srgbClr val="3366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594610" y="6482334"/>
            <a:ext cx="421005" cy="312420"/>
          </a:xfrm>
          <a:custGeom>
            <a:avLst/>
            <a:gdLst/>
            <a:ahLst/>
            <a:cxnLst/>
            <a:rect l="l" t="t" r="r" b="b"/>
            <a:pathLst>
              <a:path w="421005" h="312420">
                <a:moveTo>
                  <a:pt x="0" y="312419"/>
                </a:moveTo>
                <a:lnTo>
                  <a:pt x="420624" y="312419"/>
                </a:lnTo>
                <a:lnTo>
                  <a:pt x="420624" y="0"/>
                </a:lnTo>
                <a:lnTo>
                  <a:pt x="0" y="0"/>
                </a:lnTo>
                <a:lnTo>
                  <a:pt x="0" y="312419"/>
                </a:lnTo>
                <a:close/>
              </a:path>
            </a:pathLst>
          </a:custGeom>
          <a:ln w="38100">
            <a:solidFill>
              <a:srgbClr val="3366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73008" y="543813"/>
            <a:ext cx="231140" cy="510540"/>
          </a:xfrm>
          <a:custGeom>
            <a:avLst/>
            <a:gdLst/>
            <a:ahLst/>
            <a:cxnLst/>
            <a:rect l="l" t="t" r="r" b="b"/>
            <a:pathLst>
              <a:path w="231140" h="510540">
                <a:moveTo>
                  <a:pt x="159968" y="411097"/>
                </a:moveTo>
                <a:lnTo>
                  <a:pt x="124628" y="425323"/>
                </a:lnTo>
                <a:lnTo>
                  <a:pt x="220361" y="510032"/>
                </a:lnTo>
                <a:lnTo>
                  <a:pt x="226917" y="428751"/>
                </a:lnTo>
                <a:lnTo>
                  <a:pt x="167085" y="428751"/>
                </a:lnTo>
                <a:lnTo>
                  <a:pt x="159968" y="411097"/>
                </a:lnTo>
                <a:close/>
              </a:path>
              <a:path w="231140" h="510540">
                <a:moveTo>
                  <a:pt x="195311" y="396870"/>
                </a:moveTo>
                <a:lnTo>
                  <a:pt x="159968" y="411097"/>
                </a:lnTo>
                <a:lnTo>
                  <a:pt x="167085" y="428751"/>
                </a:lnTo>
                <a:lnTo>
                  <a:pt x="202429" y="414527"/>
                </a:lnTo>
                <a:lnTo>
                  <a:pt x="195311" y="396870"/>
                </a:lnTo>
                <a:close/>
              </a:path>
              <a:path w="231140" h="510540">
                <a:moveTo>
                  <a:pt x="230635" y="382650"/>
                </a:moveTo>
                <a:lnTo>
                  <a:pt x="195311" y="396870"/>
                </a:lnTo>
                <a:lnTo>
                  <a:pt x="202429" y="414527"/>
                </a:lnTo>
                <a:lnTo>
                  <a:pt x="167085" y="428751"/>
                </a:lnTo>
                <a:lnTo>
                  <a:pt x="226917" y="428751"/>
                </a:lnTo>
                <a:lnTo>
                  <a:pt x="230635" y="382650"/>
                </a:lnTo>
                <a:close/>
              </a:path>
              <a:path w="231140" h="510540">
                <a:moveTo>
                  <a:pt x="35339" y="0"/>
                </a:moveTo>
                <a:lnTo>
                  <a:pt x="0" y="14224"/>
                </a:lnTo>
                <a:lnTo>
                  <a:pt x="159968" y="411097"/>
                </a:lnTo>
                <a:lnTo>
                  <a:pt x="195311" y="396870"/>
                </a:lnTo>
                <a:lnTo>
                  <a:pt x="35339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1340" y="0"/>
            <a:ext cx="8833485" cy="3655695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290195">
              <a:lnSpc>
                <a:spcPct val="100000"/>
              </a:lnSpc>
              <a:spcBef>
                <a:spcPts val="1205"/>
              </a:spcBef>
              <a:tabLst>
                <a:tab pos="871219" algn="l"/>
                <a:tab pos="2273300" algn="l"/>
                <a:tab pos="591121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  <a:p>
            <a:pPr marL="278130" marR="3615054" indent="-278130">
              <a:lnSpc>
                <a:spcPct val="133900"/>
              </a:lnSpc>
              <a:spcBef>
                <a:spcPts val="1080"/>
              </a:spcBef>
              <a:buClr>
                <a:srgbClr val="66FFFF"/>
              </a:buClr>
              <a:buSzPct val="135416"/>
              <a:buFont typeface="Wingdings"/>
              <a:buChar char=""/>
              <a:tabLst>
                <a:tab pos="278130" algn="l"/>
              </a:tabLst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3.1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4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总控算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2400" spc="-6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二级目录表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4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：  </a:t>
            </a:r>
            <a:r>
              <a:rPr dirty="0" sz="2400" b="1">
                <a:solidFill>
                  <a:srgbClr val="FFCCCC"/>
                </a:solidFill>
                <a:latin typeface="宋体"/>
                <a:cs typeface="宋体"/>
              </a:rPr>
              <a:t>输</a:t>
            </a:r>
            <a:r>
              <a:rPr dirty="0" sz="2400" spc="-10" b="1">
                <a:solidFill>
                  <a:srgbClr val="FFCCCC"/>
                </a:solidFill>
                <a:latin typeface="宋体"/>
                <a:cs typeface="宋体"/>
              </a:rPr>
              <a:t>入</a:t>
            </a:r>
            <a:r>
              <a:rPr dirty="0" sz="2400" spc="-610" b="1">
                <a:solidFill>
                  <a:srgbClr val="FFCCCC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CCCC"/>
                </a:solidFill>
                <a:latin typeface="宋体"/>
                <a:cs typeface="宋体"/>
              </a:rPr>
              <a:t>：</a:t>
            </a:r>
            <a:r>
              <a:rPr dirty="0" sz="2400" spc="-615" b="1">
                <a:solidFill>
                  <a:srgbClr val="FFCCCC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字符串形式的源程序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400" spc="-6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400" spc="-5" b="1">
                <a:solidFill>
                  <a:srgbClr val="FFCCCC"/>
                </a:solidFill>
                <a:latin typeface="宋体"/>
                <a:cs typeface="宋体"/>
              </a:rPr>
              <a:t>输出</a:t>
            </a:r>
            <a:r>
              <a:rPr dirty="0" sz="2400" spc="-10" b="1">
                <a:solidFill>
                  <a:srgbClr val="FFCCCC"/>
                </a:solidFill>
                <a:latin typeface="宋体"/>
                <a:cs typeface="宋体"/>
              </a:rPr>
              <a:t>：</a:t>
            </a:r>
            <a:r>
              <a:rPr dirty="0" sz="2400" spc="-610" b="1">
                <a:solidFill>
                  <a:srgbClr val="FFCCCC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源程序单词的属性字流； </a:t>
            </a:r>
            <a:r>
              <a:rPr dirty="0" sz="2400" spc="-5" b="1">
                <a:solidFill>
                  <a:srgbClr val="FFCCCC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CCCC"/>
                </a:solidFill>
                <a:latin typeface="宋体"/>
                <a:cs typeface="宋体"/>
              </a:rPr>
              <a:t>算法：</a:t>
            </a:r>
            <a:endParaRPr sz="2400">
              <a:latin typeface="宋体"/>
              <a:cs typeface="宋体"/>
            </a:endParaRPr>
          </a:p>
          <a:p>
            <a:pPr marL="571500" marR="5080" indent="-381000">
              <a:lnSpc>
                <a:spcPts val="3890"/>
              </a:lnSpc>
              <a:spcBef>
                <a:spcPts val="300"/>
              </a:spcBef>
              <a:tabLst>
                <a:tab pos="3103245" algn="l"/>
                <a:tab pos="3357245" algn="l"/>
              </a:tabLst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/*B</a:t>
            </a:r>
            <a:r>
              <a:rPr dirty="0" sz="24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状态寄存器；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dirty="0" sz="24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字符寄存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器</a:t>
            </a:r>
            <a:r>
              <a:rPr dirty="0" sz="2400" spc="-6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W’</a:t>
            </a:r>
            <a:r>
              <a:rPr dirty="0" sz="2400" spc="-1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字符串寄存器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*/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初态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dirty="0" sz="2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W’</a:t>
            </a:r>
            <a:r>
              <a:rPr dirty="0" sz="2400" spc="-18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	‘	’;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0648" y="3645154"/>
            <a:ext cx="1810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(2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查主表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34182" y="3517570"/>
            <a:ext cx="5747385" cy="101282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子程序入口，</a:t>
            </a:r>
            <a:r>
              <a:rPr dirty="0" sz="2400" spc="-15" b="1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(3)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56515">
              <a:lnSpc>
                <a:spcPct val="100000"/>
              </a:lnSpc>
              <a:spcBef>
                <a:spcPts val="1005"/>
              </a:spcBef>
              <a:tabLst>
                <a:tab pos="3955415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分表地址，当前读入字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符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sz="24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指针前移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0648" y="4505070"/>
            <a:ext cx="6449060" cy="150685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10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组合单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W’=W’+W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，转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(4)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443865" indent="-431800">
              <a:lnSpc>
                <a:spcPct val="100000"/>
              </a:lnSpc>
              <a:spcBef>
                <a:spcPts val="1010"/>
              </a:spcBef>
              <a:buFont typeface="Times New Roman"/>
              <a:buAutoNum type="arabicParenBoth" startAt="3"/>
              <a:tabLst>
                <a:tab pos="444500" algn="l"/>
                <a:tab pos="5901690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终态处理：输出单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400" spc="-5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(W’)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属性字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6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goto	(1)</a:t>
            </a:r>
            <a:r>
              <a:rPr dirty="0" sz="24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443865" indent="-431800">
              <a:lnSpc>
                <a:spcPct val="100000"/>
              </a:lnSpc>
              <a:spcBef>
                <a:spcPts val="1005"/>
              </a:spcBef>
              <a:buFont typeface="Times New Roman"/>
              <a:buAutoNum type="arabicParenBoth" startAt="3"/>
              <a:tabLst>
                <a:tab pos="444500" algn="l"/>
                <a:tab pos="4958715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查分表，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对应的状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态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(2)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15455" y="4248911"/>
            <a:ext cx="437515" cy="170815"/>
          </a:xfrm>
          <a:custGeom>
            <a:avLst/>
            <a:gdLst/>
            <a:ahLst/>
            <a:cxnLst/>
            <a:rect l="l" t="t" r="r" b="b"/>
            <a:pathLst>
              <a:path w="437515" h="170814">
                <a:moveTo>
                  <a:pt x="328295" y="0"/>
                </a:moveTo>
                <a:lnTo>
                  <a:pt x="328295" y="42671"/>
                </a:lnTo>
                <a:lnTo>
                  <a:pt x="0" y="42671"/>
                </a:lnTo>
                <a:lnTo>
                  <a:pt x="0" y="128015"/>
                </a:lnTo>
                <a:lnTo>
                  <a:pt x="328295" y="128015"/>
                </a:lnTo>
                <a:lnTo>
                  <a:pt x="328295" y="170687"/>
                </a:lnTo>
                <a:lnTo>
                  <a:pt x="437388" y="85343"/>
                </a:lnTo>
                <a:lnTo>
                  <a:pt x="328295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15455" y="4248911"/>
            <a:ext cx="437515" cy="170815"/>
          </a:xfrm>
          <a:custGeom>
            <a:avLst/>
            <a:gdLst/>
            <a:ahLst/>
            <a:cxnLst/>
            <a:rect l="l" t="t" r="r" b="b"/>
            <a:pathLst>
              <a:path w="437515" h="170814">
                <a:moveTo>
                  <a:pt x="0" y="42671"/>
                </a:moveTo>
                <a:lnTo>
                  <a:pt x="328295" y="42671"/>
                </a:lnTo>
                <a:lnTo>
                  <a:pt x="328295" y="0"/>
                </a:lnTo>
                <a:lnTo>
                  <a:pt x="437388" y="85343"/>
                </a:lnTo>
                <a:lnTo>
                  <a:pt x="328295" y="170687"/>
                </a:lnTo>
                <a:lnTo>
                  <a:pt x="328295" y="128015"/>
                </a:lnTo>
                <a:lnTo>
                  <a:pt x="0" y="128015"/>
                </a:lnTo>
                <a:lnTo>
                  <a:pt x="0" y="4267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58033" y="3801617"/>
            <a:ext cx="266700" cy="533400"/>
          </a:xfrm>
          <a:custGeom>
            <a:avLst/>
            <a:gdLst/>
            <a:ahLst/>
            <a:cxnLst/>
            <a:rect l="l" t="t" r="r" b="b"/>
            <a:pathLst>
              <a:path w="266700" h="533400">
                <a:moveTo>
                  <a:pt x="266700" y="533399"/>
                </a:moveTo>
                <a:lnTo>
                  <a:pt x="214788" y="529901"/>
                </a:lnTo>
                <a:lnTo>
                  <a:pt x="172402" y="520366"/>
                </a:lnTo>
                <a:lnTo>
                  <a:pt x="143827" y="506235"/>
                </a:lnTo>
                <a:lnTo>
                  <a:pt x="133350" y="488949"/>
                </a:lnTo>
                <a:lnTo>
                  <a:pt x="133350" y="311149"/>
                </a:lnTo>
                <a:lnTo>
                  <a:pt x="122872" y="293864"/>
                </a:lnTo>
                <a:lnTo>
                  <a:pt x="94297" y="279733"/>
                </a:lnTo>
                <a:lnTo>
                  <a:pt x="51911" y="270198"/>
                </a:lnTo>
                <a:lnTo>
                  <a:pt x="0" y="266699"/>
                </a:lnTo>
                <a:lnTo>
                  <a:pt x="51911" y="263201"/>
                </a:lnTo>
                <a:lnTo>
                  <a:pt x="94297" y="253666"/>
                </a:lnTo>
                <a:lnTo>
                  <a:pt x="122872" y="239535"/>
                </a:lnTo>
                <a:lnTo>
                  <a:pt x="133350" y="222249"/>
                </a:lnTo>
                <a:lnTo>
                  <a:pt x="133350" y="44449"/>
                </a:lnTo>
                <a:lnTo>
                  <a:pt x="143827" y="27164"/>
                </a:lnTo>
                <a:lnTo>
                  <a:pt x="172402" y="13033"/>
                </a:lnTo>
                <a:lnTo>
                  <a:pt x="214788" y="3498"/>
                </a:lnTo>
                <a:lnTo>
                  <a:pt x="2667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90744" y="5739384"/>
            <a:ext cx="439420" cy="170815"/>
          </a:xfrm>
          <a:custGeom>
            <a:avLst/>
            <a:gdLst/>
            <a:ahLst/>
            <a:cxnLst/>
            <a:rect l="l" t="t" r="r" b="b"/>
            <a:pathLst>
              <a:path w="439420" h="170814">
                <a:moveTo>
                  <a:pt x="329818" y="0"/>
                </a:moveTo>
                <a:lnTo>
                  <a:pt x="329818" y="42671"/>
                </a:lnTo>
                <a:lnTo>
                  <a:pt x="0" y="42671"/>
                </a:lnTo>
                <a:lnTo>
                  <a:pt x="0" y="128015"/>
                </a:lnTo>
                <a:lnTo>
                  <a:pt x="329818" y="128015"/>
                </a:lnTo>
                <a:lnTo>
                  <a:pt x="329818" y="170687"/>
                </a:lnTo>
                <a:lnTo>
                  <a:pt x="438911" y="85343"/>
                </a:lnTo>
                <a:lnTo>
                  <a:pt x="329818" y="0"/>
                </a:lnTo>
                <a:close/>
              </a:path>
            </a:pathLst>
          </a:custGeom>
          <a:solidFill>
            <a:srgbClr val="FF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90744" y="5739384"/>
            <a:ext cx="439420" cy="170815"/>
          </a:xfrm>
          <a:custGeom>
            <a:avLst/>
            <a:gdLst/>
            <a:ahLst/>
            <a:cxnLst/>
            <a:rect l="l" t="t" r="r" b="b"/>
            <a:pathLst>
              <a:path w="439420" h="170814">
                <a:moveTo>
                  <a:pt x="0" y="42671"/>
                </a:moveTo>
                <a:lnTo>
                  <a:pt x="329818" y="42671"/>
                </a:lnTo>
                <a:lnTo>
                  <a:pt x="329818" y="0"/>
                </a:lnTo>
                <a:lnTo>
                  <a:pt x="438911" y="85343"/>
                </a:lnTo>
                <a:lnTo>
                  <a:pt x="329818" y="170687"/>
                </a:lnTo>
                <a:lnTo>
                  <a:pt x="329818" y="128015"/>
                </a:lnTo>
                <a:lnTo>
                  <a:pt x="0" y="128015"/>
                </a:lnTo>
                <a:lnTo>
                  <a:pt x="0" y="4267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9013" y="0"/>
            <a:ext cx="8267065" cy="43275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593090" algn="l"/>
                <a:tab pos="1995170" algn="l"/>
                <a:tab pos="56337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7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宋体"/>
              <a:cs typeface="宋体"/>
            </a:endParaRPr>
          </a:p>
          <a:p>
            <a:pPr marL="360045" indent="-308610">
              <a:lnSpc>
                <a:spcPct val="100000"/>
              </a:lnSpc>
              <a:buClr>
                <a:srgbClr val="66FFFF"/>
              </a:buClr>
              <a:buSzPct val="133928"/>
              <a:buFont typeface="Wingdings"/>
              <a:buChar char=""/>
              <a:tabLst>
                <a:tab pos="360680" algn="l"/>
                <a:tab pos="4911090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状态转换图的实现之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dirty="0" sz="2800" spc="-65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——	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程序中心法</a:t>
            </a:r>
            <a:endParaRPr sz="2800">
              <a:latin typeface="宋体"/>
              <a:cs typeface="宋体"/>
            </a:endParaRPr>
          </a:p>
          <a:p>
            <a:pPr algn="just" marL="52069" marR="357505" indent="711200">
              <a:lnSpc>
                <a:spcPct val="12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将状态转换图看成一个流程图，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初态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始对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它的每个节点（状态）编写一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函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数或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接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跟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踪状态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图从初态开始的转换完成所有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支的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跟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踪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编写程</a:t>
            </a:r>
            <a:endParaRPr sz="2800">
              <a:latin typeface="宋体"/>
              <a:cs typeface="宋体"/>
            </a:endParaRPr>
          </a:p>
          <a:p>
            <a:pPr marL="52069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序。</a:t>
            </a:r>
            <a:endParaRPr sz="2800">
              <a:latin typeface="宋体"/>
              <a:cs typeface="宋体"/>
            </a:endParaRPr>
          </a:p>
          <a:p>
            <a:pPr marL="1350645" marR="128270" indent="-1076325">
              <a:lnSpc>
                <a:spcPct val="125099"/>
              </a:lnSpc>
              <a:spcBef>
                <a:spcPts val="550"/>
              </a:spcBef>
              <a:tabLst>
                <a:tab pos="1254760" algn="l"/>
              </a:tabLst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3.5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设单一小写字母或单一数字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合法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单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词，表示它们的状态转换图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图所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5609" y="4513579"/>
            <a:ext cx="908685" cy="151701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a..z</a:t>
            </a:r>
            <a:endParaRPr sz="2400">
              <a:latin typeface="Times New Roman"/>
              <a:cs typeface="Times New Roman"/>
            </a:endParaRPr>
          </a:p>
          <a:p>
            <a:pPr marL="438150">
              <a:lnSpc>
                <a:spcPct val="100000"/>
              </a:lnSpc>
              <a:spcBef>
                <a:spcPts val="85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0..9</a:t>
            </a:r>
            <a:endParaRPr sz="2400">
              <a:latin typeface="Times New Roman"/>
              <a:cs typeface="Times New Roman"/>
            </a:endParaRPr>
          </a:p>
          <a:p>
            <a:pPr marL="697230">
              <a:lnSpc>
                <a:spcPct val="100000"/>
              </a:lnSpc>
              <a:spcBef>
                <a:spcPts val="140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50229" y="6054090"/>
            <a:ext cx="603885" cy="546100"/>
          </a:xfrm>
          <a:custGeom>
            <a:avLst/>
            <a:gdLst/>
            <a:ahLst/>
            <a:cxnLst/>
            <a:rect l="l" t="t" r="r" b="b"/>
            <a:pathLst>
              <a:path w="603885" h="546100">
                <a:moveTo>
                  <a:pt x="0" y="272796"/>
                </a:moveTo>
                <a:lnTo>
                  <a:pt x="3950" y="228547"/>
                </a:lnTo>
                <a:lnTo>
                  <a:pt x="15386" y="186571"/>
                </a:lnTo>
                <a:lnTo>
                  <a:pt x="33686" y="147430"/>
                </a:lnTo>
                <a:lnTo>
                  <a:pt x="58228" y="111686"/>
                </a:lnTo>
                <a:lnTo>
                  <a:pt x="88392" y="79900"/>
                </a:lnTo>
                <a:lnTo>
                  <a:pt x="123553" y="52634"/>
                </a:lnTo>
                <a:lnTo>
                  <a:pt x="163092" y="30449"/>
                </a:lnTo>
                <a:lnTo>
                  <a:pt x="206386" y="13907"/>
                </a:lnTo>
                <a:lnTo>
                  <a:pt x="252813" y="3570"/>
                </a:lnTo>
                <a:lnTo>
                  <a:pt x="301752" y="0"/>
                </a:lnTo>
                <a:lnTo>
                  <a:pt x="350690" y="3570"/>
                </a:lnTo>
                <a:lnTo>
                  <a:pt x="397117" y="13907"/>
                </a:lnTo>
                <a:lnTo>
                  <a:pt x="440411" y="30449"/>
                </a:lnTo>
                <a:lnTo>
                  <a:pt x="479950" y="52634"/>
                </a:lnTo>
                <a:lnTo>
                  <a:pt x="515112" y="79900"/>
                </a:lnTo>
                <a:lnTo>
                  <a:pt x="545275" y="111686"/>
                </a:lnTo>
                <a:lnTo>
                  <a:pt x="569817" y="147430"/>
                </a:lnTo>
                <a:lnTo>
                  <a:pt x="588117" y="186571"/>
                </a:lnTo>
                <a:lnTo>
                  <a:pt x="599553" y="228547"/>
                </a:lnTo>
                <a:lnTo>
                  <a:pt x="603504" y="272796"/>
                </a:lnTo>
                <a:lnTo>
                  <a:pt x="599553" y="317044"/>
                </a:lnTo>
                <a:lnTo>
                  <a:pt x="588117" y="359020"/>
                </a:lnTo>
                <a:lnTo>
                  <a:pt x="569817" y="398161"/>
                </a:lnTo>
                <a:lnTo>
                  <a:pt x="545275" y="433905"/>
                </a:lnTo>
                <a:lnTo>
                  <a:pt x="515112" y="465691"/>
                </a:lnTo>
                <a:lnTo>
                  <a:pt x="479950" y="492957"/>
                </a:lnTo>
                <a:lnTo>
                  <a:pt x="440411" y="515142"/>
                </a:lnTo>
                <a:lnTo>
                  <a:pt x="397117" y="531684"/>
                </a:lnTo>
                <a:lnTo>
                  <a:pt x="350690" y="542021"/>
                </a:lnTo>
                <a:lnTo>
                  <a:pt x="301752" y="545592"/>
                </a:lnTo>
                <a:lnTo>
                  <a:pt x="252813" y="542021"/>
                </a:lnTo>
                <a:lnTo>
                  <a:pt x="206386" y="531684"/>
                </a:lnTo>
                <a:lnTo>
                  <a:pt x="163092" y="515142"/>
                </a:lnTo>
                <a:lnTo>
                  <a:pt x="123553" y="492957"/>
                </a:lnTo>
                <a:lnTo>
                  <a:pt x="88392" y="465691"/>
                </a:lnTo>
                <a:lnTo>
                  <a:pt x="58228" y="433905"/>
                </a:lnTo>
                <a:lnTo>
                  <a:pt x="33686" y="398161"/>
                </a:lnTo>
                <a:lnTo>
                  <a:pt x="15386" y="359020"/>
                </a:lnTo>
                <a:lnTo>
                  <a:pt x="3950" y="317044"/>
                </a:lnTo>
                <a:lnTo>
                  <a:pt x="0" y="27279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50229" y="5156453"/>
            <a:ext cx="603885" cy="547370"/>
          </a:xfrm>
          <a:custGeom>
            <a:avLst/>
            <a:gdLst/>
            <a:ahLst/>
            <a:cxnLst/>
            <a:rect l="l" t="t" r="r" b="b"/>
            <a:pathLst>
              <a:path w="603885" h="547370">
                <a:moveTo>
                  <a:pt x="0" y="273558"/>
                </a:moveTo>
                <a:lnTo>
                  <a:pt x="3950" y="229173"/>
                </a:lnTo>
                <a:lnTo>
                  <a:pt x="15386" y="187074"/>
                </a:lnTo>
                <a:lnTo>
                  <a:pt x="33686" y="147821"/>
                </a:lnTo>
                <a:lnTo>
                  <a:pt x="58228" y="111977"/>
                </a:lnTo>
                <a:lnTo>
                  <a:pt x="88392" y="80105"/>
                </a:lnTo>
                <a:lnTo>
                  <a:pt x="123553" y="52766"/>
                </a:lnTo>
                <a:lnTo>
                  <a:pt x="163092" y="30524"/>
                </a:lnTo>
                <a:lnTo>
                  <a:pt x="206386" y="13941"/>
                </a:lnTo>
                <a:lnTo>
                  <a:pt x="252813" y="3579"/>
                </a:lnTo>
                <a:lnTo>
                  <a:pt x="301752" y="0"/>
                </a:lnTo>
                <a:lnTo>
                  <a:pt x="350690" y="3579"/>
                </a:lnTo>
                <a:lnTo>
                  <a:pt x="397117" y="13941"/>
                </a:lnTo>
                <a:lnTo>
                  <a:pt x="440411" y="30524"/>
                </a:lnTo>
                <a:lnTo>
                  <a:pt x="479950" y="52766"/>
                </a:lnTo>
                <a:lnTo>
                  <a:pt x="515112" y="80105"/>
                </a:lnTo>
                <a:lnTo>
                  <a:pt x="545275" y="111977"/>
                </a:lnTo>
                <a:lnTo>
                  <a:pt x="569817" y="147821"/>
                </a:lnTo>
                <a:lnTo>
                  <a:pt x="588117" y="187074"/>
                </a:lnTo>
                <a:lnTo>
                  <a:pt x="599553" y="229173"/>
                </a:lnTo>
                <a:lnTo>
                  <a:pt x="603504" y="273558"/>
                </a:lnTo>
                <a:lnTo>
                  <a:pt x="599553" y="317942"/>
                </a:lnTo>
                <a:lnTo>
                  <a:pt x="588117" y="360041"/>
                </a:lnTo>
                <a:lnTo>
                  <a:pt x="569817" y="399294"/>
                </a:lnTo>
                <a:lnTo>
                  <a:pt x="545275" y="435138"/>
                </a:lnTo>
                <a:lnTo>
                  <a:pt x="515112" y="467010"/>
                </a:lnTo>
                <a:lnTo>
                  <a:pt x="479950" y="494349"/>
                </a:lnTo>
                <a:lnTo>
                  <a:pt x="440411" y="516591"/>
                </a:lnTo>
                <a:lnTo>
                  <a:pt x="397117" y="533174"/>
                </a:lnTo>
                <a:lnTo>
                  <a:pt x="350690" y="543536"/>
                </a:lnTo>
                <a:lnTo>
                  <a:pt x="301752" y="547116"/>
                </a:lnTo>
                <a:lnTo>
                  <a:pt x="252813" y="543536"/>
                </a:lnTo>
                <a:lnTo>
                  <a:pt x="206386" y="533174"/>
                </a:lnTo>
                <a:lnTo>
                  <a:pt x="163092" y="516591"/>
                </a:lnTo>
                <a:lnTo>
                  <a:pt x="123553" y="494349"/>
                </a:lnTo>
                <a:lnTo>
                  <a:pt x="88392" y="467010"/>
                </a:lnTo>
                <a:lnTo>
                  <a:pt x="58228" y="435138"/>
                </a:lnTo>
                <a:lnTo>
                  <a:pt x="33686" y="399294"/>
                </a:lnTo>
                <a:lnTo>
                  <a:pt x="15386" y="360041"/>
                </a:lnTo>
                <a:lnTo>
                  <a:pt x="3950" y="317942"/>
                </a:lnTo>
                <a:lnTo>
                  <a:pt x="0" y="27355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50229" y="4394453"/>
            <a:ext cx="603885" cy="547370"/>
          </a:xfrm>
          <a:custGeom>
            <a:avLst/>
            <a:gdLst/>
            <a:ahLst/>
            <a:cxnLst/>
            <a:rect l="l" t="t" r="r" b="b"/>
            <a:pathLst>
              <a:path w="603885" h="547370">
                <a:moveTo>
                  <a:pt x="0" y="273558"/>
                </a:moveTo>
                <a:lnTo>
                  <a:pt x="3950" y="229173"/>
                </a:lnTo>
                <a:lnTo>
                  <a:pt x="15386" y="187074"/>
                </a:lnTo>
                <a:lnTo>
                  <a:pt x="33686" y="147821"/>
                </a:lnTo>
                <a:lnTo>
                  <a:pt x="58228" y="111977"/>
                </a:lnTo>
                <a:lnTo>
                  <a:pt x="88392" y="80105"/>
                </a:lnTo>
                <a:lnTo>
                  <a:pt x="123553" y="52766"/>
                </a:lnTo>
                <a:lnTo>
                  <a:pt x="163092" y="30524"/>
                </a:lnTo>
                <a:lnTo>
                  <a:pt x="206386" y="13941"/>
                </a:lnTo>
                <a:lnTo>
                  <a:pt x="252813" y="3579"/>
                </a:lnTo>
                <a:lnTo>
                  <a:pt x="301752" y="0"/>
                </a:lnTo>
                <a:lnTo>
                  <a:pt x="350690" y="3579"/>
                </a:lnTo>
                <a:lnTo>
                  <a:pt x="397117" y="13941"/>
                </a:lnTo>
                <a:lnTo>
                  <a:pt x="440411" y="30524"/>
                </a:lnTo>
                <a:lnTo>
                  <a:pt x="479950" y="52766"/>
                </a:lnTo>
                <a:lnTo>
                  <a:pt x="515112" y="80105"/>
                </a:lnTo>
                <a:lnTo>
                  <a:pt x="545275" y="111977"/>
                </a:lnTo>
                <a:lnTo>
                  <a:pt x="569817" y="147821"/>
                </a:lnTo>
                <a:lnTo>
                  <a:pt x="588117" y="187074"/>
                </a:lnTo>
                <a:lnTo>
                  <a:pt x="599553" y="229173"/>
                </a:lnTo>
                <a:lnTo>
                  <a:pt x="603504" y="273558"/>
                </a:lnTo>
                <a:lnTo>
                  <a:pt x="599553" y="317942"/>
                </a:lnTo>
                <a:lnTo>
                  <a:pt x="588117" y="360041"/>
                </a:lnTo>
                <a:lnTo>
                  <a:pt x="569817" y="399294"/>
                </a:lnTo>
                <a:lnTo>
                  <a:pt x="545275" y="435138"/>
                </a:lnTo>
                <a:lnTo>
                  <a:pt x="515112" y="467010"/>
                </a:lnTo>
                <a:lnTo>
                  <a:pt x="479950" y="494349"/>
                </a:lnTo>
                <a:lnTo>
                  <a:pt x="440411" y="516591"/>
                </a:lnTo>
                <a:lnTo>
                  <a:pt x="397117" y="533174"/>
                </a:lnTo>
                <a:lnTo>
                  <a:pt x="350690" y="543536"/>
                </a:lnTo>
                <a:lnTo>
                  <a:pt x="301752" y="547116"/>
                </a:lnTo>
                <a:lnTo>
                  <a:pt x="252813" y="543536"/>
                </a:lnTo>
                <a:lnTo>
                  <a:pt x="206386" y="533174"/>
                </a:lnTo>
                <a:lnTo>
                  <a:pt x="163092" y="516591"/>
                </a:lnTo>
                <a:lnTo>
                  <a:pt x="123553" y="494349"/>
                </a:lnTo>
                <a:lnTo>
                  <a:pt x="88392" y="467010"/>
                </a:lnTo>
                <a:lnTo>
                  <a:pt x="58228" y="435138"/>
                </a:lnTo>
                <a:lnTo>
                  <a:pt x="33686" y="399294"/>
                </a:lnTo>
                <a:lnTo>
                  <a:pt x="15386" y="360041"/>
                </a:lnTo>
                <a:lnTo>
                  <a:pt x="3950" y="317942"/>
                </a:lnTo>
                <a:lnTo>
                  <a:pt x="0" y="27355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33166" y="5182361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207263"/>
                </a:moveTo>
                <a:lnTo>
                  <a:pt x="6038" y="159753"/>
                </a:lnTo>
                <a:lnTo>
                  <a:pt x="23237" y="116132"/>
                </a:lnTo>
                <a:lnTo>
                  <a:pt x="50225" y="77648"/>
                </a:lnTo>
                <a:lnTo>
                  <a:pt x="85628" y="45546"/>
                </a:lnTo>
                <a:lnTo>
                  <a:pt x="128073" y="21073"/>
                </a:lnTo>
                <a:lnTo>
                  <a:pt x="176188" y="5476"/>
                </a:lnTo>
                <a:lnTo>
                  <a:pt x="228599" y="0"/>
                </a:lnTo>
                <a:lnTo>
                  <a:pt x="281011" y="5476"/>
                </a:lnTo>
                <a:lnTo>
                  <a:pt x="329126" y="21073"/>
                </a:lnTo>
                <a:lnTo>
                  <a:pt x="371571" y="45546"/>
                </a:lnTo>
                <a:lnTo>
                  <a:pt x="406974" y="77648"/>
                </a:lnTo>
                <a:lnTo>
                  <a:pt x="433962" y="116132"/>
                </a:lnTo>
                <a:lnTo>
                  <a:pt x="451161" y="159753"/>
                </a:lnTo>
                <a:lnTo>
                  <a:pt x="457199" y="207263"/>
                </a:lnTo>
                <a:lnTo>
                  <a:pt x="451161" y="254774"/>
                </a:lnTo>
                <a:lnTo>
                  <a:pt x="433962" y="298395"/>
                </a:lnTo>
                <a:lnTo>
                  <a:pt x="406974" y="336879"/>
                </a:lnTo>
                <a:lnTo>
                  <a:pt x="371571" y="368981"/>
                </a:lnTo>
                <a:lnTo>
                  <a:pt x="329126" y="393454"/>
                </a:lnTo>
                <a:lnTo>
                  <a:pt x="281011" y="409051"/>
                </a:lnTo>
                <a:lnTo>
                  <a:pt x="228599" y="414528"/>
                </a:lnTo>
                <a:lnTo>
                  <a:pt x="176188" y="409051"/>
                </a:lnTo>
                <a:lnTo>
                  <a:pt x="128073" y="393454"/>
                </a:lnTo>
                <a:lnTo>
                  <a:pt x="85628" y="368981"/>
                </a:lnTo>
                <a:lnTo>
                  <a:pt x="50225" y="336879"/>
                </a:lnTo>
                <a:lnTo>
                  <a:pt x="23237" y="298395"/>
                </a:lnTo>
                <a:lnTo>
                  <a:pt x="6038" y="254774"/>
                </a:lnTo>
                <a:lnTo>
                  <a:pt x="0" y="20726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94964" y="5170170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26429" y="4464558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207264"/>
                </a:moveTo>
                <a:lnTo>
                  <a:pt x="6038" y="159753"/>
                </a:lnTo>
                <a:lnTo>
                  <a:pt x="23237" y="116132"/>
                </a:lnTo>
                <a:lnTo>
                  <a:pt x="50225" y="77648"/>
                </a:lnTo>
                <a:lnTo>
                  <a:pt x="85628" y="45546"/>
                </a:lnTo>
                <a:lnTo>
                  <a:pt x="128073" y="21073"/>
                </a:lnTo>
                <a:lnTo>
                  <a:pt x="176188" y="5476"/>
                </a:lnTo>
                <a:lnTo>
                  <a:pt x="228600" y="0"/>
                </a:lnTo>
                <a:lnTo>
                  <a:pt x="281011" y="5476"/>
                </a:lnTo>
                <a:lnTo>
                  <a:pt x="329126" y="21073"/>
                </a:lnTo>
                <a:lnTo>
                  <a:pt x="371571" y="45546"/>
                </a:lnTo>
                <a:lnTo>
                  <a:pt x="406974" y="77648"/>
                </a:lnTo>
                <a:lnTo>
                  <a:pt x="433962" y="116132"/>
                </a:lnTo>
                <a:lnTo>
                  <a:pt x="451161" y="159753"/>
                </a:lnTo>
                <a:lnTo>
                  <a:pt x="457200" y="207264"/>
                </a:lnTo>
                <a:lnTo>
                  <a:pt x="451161" y="254774"/>
                </a:lnTo>
                <a:lnTo>
                  <a:pt x="433962" y="298395"/>
                </a:lnTo>
                <a:lnTo>
                  <a:pt x="406974" y="336879"/>
                </a:lnTo>
                <a:lnTo>
                  <a:pt x="371571" y="368981"/>
                </a:lnTo>
                <a:lnTo>
                  <a:pt x="329126" y="393454"/>
                </a:lnTo>
                <a:lnTo>
                  <a:pt x="281011" y="409051"/>
                </a:lnTo>
                <a:lnTo>
                  <a:pt x="228600" y="414528"/>
                </a:lnTo>
                <a:lnTo>
                  <a:pt x="176188" y="409051"/>
                </a:lnTo>
                <a:lnTo>
                  <a:pt x="128073" y="393454"/>
                </a:lnTo>
                <a:lnTo>
                  <a:pt x="85628" y="368981"/>
                </a:lnTo>
                <a:lnTo>
                  <a:pt x="50225" y="336879"/>
                </a:lnTo>
                <a:lnTo>
                  <a:pt x="23237" y="298395"/>
                </a:lnTo>
                <a:lnTo>
                  <a:pt x="6038" y="254774"/>
                </a:lnTo>
                <a:lnTo>
                  <a:pt x="0" y="20726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889497" y="4466082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26429" y="5229605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207264"/>
                </a:moveTo>
                <a:lnTo>
                  <a:pt x="6038" y="159753"/>
                </a:lnTo>
                <a:lnTo>
                  <a:pt x="23237" y="116132"/>
                </a:lnTo>
                <a:lnTo>
                  <a:pt x="50225" y="77648"/>
                </a:lnTo>
                <a:lnTo>
                  <a:pt x="85628" y="45546"/>
                </a:lnTo>
                <a:lnTo>
                  <a:pt x="128073" y="21073"/>
                </a:lnTo>
                <a:lnTo>
                  <a:pt x="176188" y="5476"/>
                </a:lnTo>
                <a:lnTo>
                  <a:pt x="228600" y="0"/>
                </a:lnTo>
                <a:lnTo>
                  <a:pt x="281011" y="5476"/>
                </a:lnTo>
                <a:lnTo>
                  <a:pt x="329126" y="21073"/>
                </a:lnTo>
                <a:lnTo>
                  <a:pt x="371571" y="45546"/>
                </a:lnTo>
                <a:lnTo>
                  <a:pt x="406974" y="77648"/>
                </a:lnTo>
                <a:lnTo>
                  <a:pt x="433962" y="116132"/>
                </a:lnTo>
                <a:lnTo>
                  <a:pt x="451161" y="159753"/>
                </a:lnTo>
                <a:lnTo>
                  <a:pt x="457200" y="207264"/>
                </a:lnTo>
                <a:lnTo>
                  <a:pt x="451161" y="254774"/>
                </a:lnTo>
                <a:lnTo>
                  <a:pt x="433962" y="298395"/>
                </a:lnTo>
                <a:lnTo>
                  <a:pt x="406974" y="336879"/>
                </a:lnTo>
                <a:lnTo>
                  <a:pt x="371571" y="368981"/>
                </a:lnTo>
                <a:lnTo>
                  <a:pt x="329126" y="393454"/>
                </a:lnTo>
                <a:lnTo>
                  <a:pt x="281011" y="409051"/>
                </a:lnTo>
                <a:lnTo>
                  <a:pt x="228600" y="414528"/>
                </a:lnTo>
                <a:lnTo>
                  <a:pt x="176188" y="409051"/>
                </a:lnTo>
                <a:lnTo>
                  <a:pt x="128073" y="393454"/>
                </a:lnTo>
                <a:lnTo>
                  <a:pt x="85628" y="368981"/>
                </a:lnTo>
                <a:lnTo>
                  <a:pt x="50225" y="336879"/>
                </a:lnTo>
                <a:lnTo>
                  <a:pt x="23237" y="298395"/>
                </a:lnTo>
                <a:lnTo>
                  <a:pt x="6038" y="254774"/>
                </a:lnTo>
                <a:lnTo>
                  <a:pt x="0" y="20726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854446" y="526795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26429" y="6118097"/>
            <a:ext cx="457200" cy="413384"/>
          </a:xfrm>
          <a:custGeom>
            <a:avLst/>
            <a:gdLst/>
            <a:ahLst/>
            <a:cxnLst/>
            <a:rect l="l" t="t" r="r" b="b"/>
            <a:pathLst>
              <a:path w="457200" h="413384">
                <a:moveTo>
                  <a:pt x="0" y="206501"/>
                </a:moveTo>
                <a:lnTo>
                  <a:pt x="6038" y="159153"/>
                </a:lnTo>
                <a:lnTo>
                  <a:pt x="23237" y="115688"/>
                </a:lnTo>
                <a:lnTo>
                  <a:pt x="50225" y="77346"/>
                </a:lnTo>
                <a:lnTo>
                  <a:pt x="85628" y="45366"/>
                </a:lnTo>
                <a:lnTo>
                  <a:pt x="128073" y="20989"/>
                </a:lnTo>
                <a:lnTo>
                  <a:pt x="176188" y="5453"/>
                </a:lnTo>
                <a:lnTo>
                  <a:pt x="228600" y="0"/>
                </a:lnTo>
                <a:lnTo>
                  <a:pt x="281011" y="5453"/>
                </a:lnTo>
                <a:lnTo>
                  <a:pt x="329126" y="20989"/>
                </a:lnTo>
                <a:lnTo>
                  <a:pt x="371571" y="45366"/>
                </a:lnTo>
                <a:lnTo>
                  <a:pt x="406974" y="77346"/>
                </a:lnTo>
                <a:lnTo>
                  <a:pt x="433962" y="115688"/>
                </a:lnTo>
                <a:lnTo>
                  <a:pt x="451161" y="159153"/>
                </a:lnTo>
                <a:lnTo>
                  <a:pt x="457200" y="206501"/>
                </a:lnTo>
                <a:lnTo>
                  <a:pt x="451161" y="253850"/>
                </a:lnTo>
                <a:lnTo>
                  <a:pt x="433962" y="297315"/>
                </a:lnTo>
                <a:lnTo>
                  <a:pt x="406974" y="335657"/>
                </a:lnTo>
                <a:lnTo>
                  <a:pt x="371571" y="367637"/>
                </a:lnTo>
                <a:lnTo>
                  <a:pt x="329126" y="392014"/>
                </a:lnTo>
                <a:lnTo>
                  <a:pt x="281011" y="407550"/>
                </a:lnTo>
                <a:lnTo>
                  <a:pt x="228600" y="413003"/>
                </a:lnTo>
                <a:lnTo>
                  <a:pt x="176188" y="407550"/>
                </a:lnTo>
                <a:lnTo>
                  <a:pt x="128073" y="392014"/>
                </a:lnTo>
                <a:lnTo>
                  <a:pt x="85628" y="367637"/>
                </a:lnTo>
                <a:lnTo>
                  <a:pt x="50225" y="335657"/>
                </a:lnTo>
                <a:lnTo>
                  <a:pt x="23237" y="297315"/>
                </a:lnTo>
                <a:lnTo>
                  <a:pt x="6038" y="253850"/>
                </a:lnTo>
                <a:lnTo>
                  <a:pt x="0" y="20650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889497" y="6136640"/>
            <a:ext cx="11048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85413" y="4798821"/>
            <a:ext cx="2003425" cy="563880"/>
          </a:xfrm>
          <a:custGeom>
            <a:avLst/>
            <a:gdLst/>
            <a:ahLst/>
            <a:cxnLst/>
            <a:rect l="l" t="t" r="r" b="b"/>
            <a:pathLst>
              <a:path w="2003425" h="563879">
                <a:moveTo>
                  <a:pt x="1887602" y="18419"/>
                </a:moveTo>
                <a:lnTo>
                  <a:pt x="0" y="526668"/>
                </a:lnTo>
                <a:lnTo>
                  <a:pt x="9906" y="563498"/>
                </a:lnTo>
                <a:lnTo>
                  <a:pt x="1897508" y="55249"/>
                </a:lnTo>
                <a:lnTo>
                  <a:pt x="1887602" y="18419"/>
                </a:lnTo>
                <a:close/>
              </a:path>
              <a:path w="2003425" h="563879">
                <a:moveTo>
                  <a:pt x="1993331" y="13461"/>
                </a:moveTo>
                <a:lnTo>
                  <a:pt x="1906015" y="13461"/>
                </a:lnTo>
                <a:lnTo>
                  <a:pt x="1915922" y="50291"/>
                </a:lnTo>
                <a:lnTo>
                  <a:pt x="1897508" y="55249"/>
                </a:lnTo>
                <a:lnTo>
                  <a:pt x="1902460" y="73659"/>
                </a:lnTo>
                <a:lnTo>
                  <a:pt x="1993331" y="13461"/>
                </a:lnTo>
                <a:close/>
              </a:path>
              <a:path w="2003425" h="563879">
                <a:moveTo>
                  <a:pt x="1906015" y="13461"/>
                </a:moveTo>
                <a:lnTo>
                  <a:pt x="1887602" y="18419"/>
                </a:lnTo>
                <a:lnTo>
                  <a:pt x="1897508" y="55249"/>
                </a:lnTo>
                <a:lnTo>
                  <a:pt x="1915922" y="50291"/>
                </a:lnTo>
                <a:lnTo>
                  <a:pt x="1906015" y="13461"/>
                </a:lnTo>
                <a:close/>
              </a:path>
              <a:path w="2003425" h="563879">
                <a:moveTo>
                  <a:pt x="1882648" y="0"/>
                </a:moveTo>
                <a:lnTo>
                  <a:pt x="1887602" y="18419"/>
                </a:lnTo>
                <a:lnTo>
                  <a:pt x="1906015" y="13461"/>
                </a:lnTo>
                <a:lnTo>
                  <a:pt x="1993331" y="13461"/>
                </a:lnTo>
                <a:lnTo>
                  <a:pt x="2002916" y="7111"/>
                </a:lnTo>
                <a:lnTo>
                  <a:pt x="188264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70553" y="5417058"/>
            <a:ext cx="1999614" cy="76200"/>
          </a:xfrm>
          <a:custGeom>
            <a:avLst/>
            <a:gdLst/>
            <a:ahLst/>
            <a:cxnLst/>
            <a:rect l="l" t="t" r="r" b="b"/>
            <a:pathLst>
              <a:path w="1999614" h="76200">
                <a:moveTo>
                  <a:pt x="1885188" y="0"/>
                </a:moveTo>
                <a:lnTo>
                  <a:pt x="1885188" y="76199"/>
                </a:lnTo>
                <a:lnTo>
                  <a:pt x="1942338" y="57149"/>
                </a:lnTo>
                <a:lnTo>
                  <a:pt x="1904238" y="57149"/>
                </a:lnTo>
                <a:lnTo>
                  <a:pt x="1904238" y="19049"/>
                </a:lnTo>
                <a:lnTo>
                  <a:pt x="1942338" y="19049"/>
                </a:lnTo>
                <a:lnTo>
                  <a:pt x="1885188" y="0"/>
                </a:lnTo>
                <a:close/>
              </a:path>
              <a:path w="1999614" h="76200">
                <a:moveTo>
                  <a:pt x="1885188" y="19049"/>
                </a:moveTo>
                <a:lnTo>
                  <a:pt x="0" y="19049"/>
                </a:lnTo>
                <a:lnTo>
                  <a:pt x="0" y="57149"/>
                </a:lnTo>
                <a:lnTo>
                  <a:pt x="1885188" y="57149"/>
                </a:lnTo>
                <a:lnTo>
                  <a:pt x="1885188" y="19049"/>
                </a:lnTo>
                <a:close/>
              </a:path>
              <a:path w="1999614" h="76200">
                <a:moveTo>
                  <a:pt x="1942338" y="19049"/>
                </a:moveTo>
                <a:lnTo>
                  <a:pt x="1904238" y="19049"/>
                </a:lnTo>
                <a:lnTo>
                  <a:pt x="1904238" y="57149"/>
                </a:lnTo>
                <a:lnTo>
                  <a:pt x="1942338" y="57149"/>
                </a:lnTo>
                <a:lnTo>
                  <a:pt x="1999488" y="38099"/>
                </a:lnTo>
                <a:lnTo>
                  <a:pt x="1942338" y="190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64077" y="5522595"/>
            <a:ext cx="2005964" cy="735965"/>
          </a:xfrm>
          <a:custGeom>
            <a:avLst/>
            <a:gdLst/>
            <a:ahLst/>
            <a:cxnLst/>
            <a:rect l="l" t="t" r="r" b="b"/>
            <a:pathLst>
              <a:path w="2005964" h="735964">
                <a:moveTo>
                  <a:pt x="1891969" y="715050"/>
                </a:moveTo>
                <a:lnTo>
                  <a:pt x="1885569" y="732942"/>
                </a:lnTo>
                <a:lnTo>
                  <a:pt x="2005964" y="735710"/>
                </a:lnTo>
                <a:lnTo>
                  <a:pt x="1987840" y="721461"/>
                </a:lnTo>
                <a:lnTo>
                  <a:pt x="1909826" y="721461"/>
                </a:lnTo>
                <a:lnTo>
                  <a:pt x="1891969" y="715050"/>
                </a:lnTo>
                <a:close/>
              </a:path>
              <a:path w="2005964" h="735964">
                <a:moveTo>
                  <a:pt x="1904812" y="679146"/>
                </a:moveTo>
                <a:lnTo>
                  <a:pt x="1891969" y="715050"/>
                </a:lnTo>
                <a:lnTo>
                  <a:pt x="1909826" y="721461"/>
                </a:lnTo>
                <a:lnTo>
                  <a:pt x="1922780" y="685596"/>
                </a:lnTo>
                <a:lnTo>
                  <a:pt x="1904812" y="679146"/>
                </a:lnTo>
                <a:close/>
              </a:path>
              <a:path w="2005964" h="735964">
                <a:moveTo>
                  <a:pt x="1911223" y="661225"/>
                </a:moveTo>
                <a:lnTo>
                  <a:pt x="1904812" y="679146"/>
                </a:lnTo>
                <a:lnTo>
                  <a:pt x="1922780" y="685596"/>
                </a:lnTo>
                <a:lnTo>
                  <a:pt x="1909826" y="721461"/>
                </a:lnTo>
                <a:lnTo>
                  <a:pt x="1987840" y="721461"/>
                </a:lnTo>
                <a:lnTo>
                  <a:pt x="1911223" y="661225"/>
                </a:lnTo>
                <a:close/>
              </a:path>
              <a:path w="2005964" h="735964">
                <a:moveTo>
                  <a:pt x="12953" y="0"/>
                </a:moveTo>
                <a:lnTo>
                  <a:pt x="0" y="35813"/>
                </a:lnTo>
                <a:lnTo>
                  <a:pt x="1891969" y="715050"/>
                </a:lnTo>
                <a:lnTo>
                  <a:pt x="1904812" y="679146"/>
                </a:lnTo>
                <a:lnTo>
                  <a:pt x="1295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55570" y="5286755"/>
            <a:ext cx="577850" cy="114300"/>
          </a:xfrm>
          <a:custGeom>
            <a:avLst/>
            <a:gdLst/>
            <a:ahLst/>
            <a:cxnLst/>
            <a:rect l="l" t="t" r="r" b="b"/>
            <a:pathLst>
              <a:path w="577850" h="114300">
                <a:moveTo>
                  <a:pt x="463296" y="0"/>
                </a:moveTo>
                <a:lnTo>
                  <a:pt x="463296" y="114300"/>
                </a:lnTo>
                <a:lnTo>
                  <a:pt x="539496" y="76200"/>
                </a:lnTo>
                <a:lnTo>
                  <a:pt x="482346" y="76200"/>
                </a:lnTo>
                <a:lnTo>
                  <a:pt x="482346" y="38100"/>
                </a:lnTo>
                <a:lnTo>
                  <a:pt x="539496" y="38100"/>
                </a:lnTo>
                <a:lnTo>
                  <a:pt x="463296" y="0"/>
                </a:lnTo>
                <a:close/>
              </a:path>
              <a:path w="577850" h="114300">
                <a:moveTo>
                  <a:pt x="4632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63296" y="76200"/>
                </a:lnTo>
                <a:lnTo>
                  <a:pt x="463296" y="38100"/>
                </a:lnTo>
                <a:close/>
              </a:path>
              <a:path w="577850" h="114300">
                <a:moveTo>
                  <a:pt x="539496" y="38100"/>
                </a:moveTo>
                <a:lnTo>
                  <a:pt x="482346" y="38100"/>
                </a:lnTo>
                <a:lnTo>
                  <a:pt x="482346" y="76200"/>
                </a:lnTo>
                <a:lnTo>
                  <a:pt x="539496" y="76200"/>
                </a:lnTo>
                <a:lnTo>
                  <a:pt x="577596" y="57150"/>
                </a:lnTo>
                <a:lnTo>
                  <a:pt x="5394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9013" y="26923"/>
            <a:ext cx="82670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6337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7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9140" y="419100"/>
            <a:ext cx="8053070" cy="4282440"/>
          </a:xfrm>
          <a:custGeom>
            <a:avLst/>
            <a:gdLst/>
            <a:ahLst/>
            <a:cxnLst/>
            <a:rect l="l" t="t" r="r" b="b"/>
            <a:pathLst>
              <a:path w="8053070" h="4282440">
                <a:moveTo>
                  <a:pt x="0" y="4282440"/>
                </a:moveTo>
                <a:lnTo>
                  <a:pt x="8052816" y="4282440"/>
                </a:lnTo>
                <a:lnTo>
                  <a:pt x="8052816" y="0"/>
                </a:lnTo>
                <a:lnTo>
                  <a:pt x="0" y="0"/>
                </a:lnTo>
                <a:lnTo>
                  <a:pt x="0" y="4282440"/>
                </a:lnTo>
                <a:close/>
              </a:path>
            </a:pathLst>
          </a:custGeom>
          <a:ln w="57150">
            <a:solidFill>
              <a:srgbClr val="CC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18794" y="345693"/>
            <a:ext cx="3239770" cy="1182370"/>
          </a:xfrm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char</a:t>
            </a:r>
            <a:r>
              <a:rPr dirty="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char1;</a:t>
            </a:r>
          </a:p>
          <a:p>
            <a:pPr marL="697865" marR="5080" indent="-533400">
              <a:lnSpc>
                <a:spcPct val="103800"/>
              </a:lnSpc>
              <a:spcBef>
                <a:spcPts val="70"/>
              </a:spcBef>
              <a:tabLst>
                <a:tab pos="1036319" algn="l"/>
                <a:tab pos="3022600" algn="l"/>
              </a:tabLst>
            </a:pPr>
            <a:r>
              <a:rPr dirty="0" spc="-10">
                <a:solidFill>
                  <a:srgbClr val="FFFFFF"/>
                </a:solidFill>
                <a:latin typeface="宋体"/>
                <a:cs typeface="宋体"/>
              </a:rPr>
              <a:t>｛</a:t>
            </a:r>
            <a:r>
              <a:rPr dirty="0" spc="-6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char1=</a:t>
            </a:r>
            <a:r>
              <a:rPr dirty="0">
                <a:solidFill>
                  <a:srgbClr val="FFFF00"/>
                </a:solidFill>
                <a:latin typeface="Times New Roman"/>
                <a:cs typeface="Times New Roman"/>
              </a:rPr>
              <a:t>nextchar(	)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;  if	(state=i</a:t>
            </a:r>
            <a:r>
              <a:rPr dirty="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3169" y="1497189"/>
            <a:ext cx="1957705" cy="80391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28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switch</a:t>
            </a:r>
            <a:r>
              <a:rPr dirty="0" sz="2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(char1)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4169" y="2289175"/>
            <a:ext cx="5439410" cy="77533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8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 ‘a’…‘z’: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J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(chartype,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char1);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case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‘0’…‘9’: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K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(chartype, char1);</a:t>
            </a:r>
            <a:r>
              <a:rPr dirty="0" sz="24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440" y="3062096"/>
            <a:ext cx="7963534" cy="3458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23975" marR="1264285" indent="76200">
              <a:lnSpc>
                <a:spcPts val="2990"/>
              </a:lnSpc>
              <a:spcBef>
                <a:spcPts val="105"/>
              </a:spcBef>
              <a:tabLst>
                <a:tab pos="296227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‘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／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’	: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(chartype, char1);</a:t>
            </a:r>
            <a:r>
              <a:rPr dirty="0" sz="2400" spc="-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default: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error;</a:t>
            </a:r>
            <a:endParaRPr sz="2400">
              <a:latin typeface="Times New Roman"/>
              <a:cs typeface="Times New Roman"/>
            </a:endParaRPr>
          </a:p>
          <a:p>
            <a:pPr marL="1095375">
              <a:lnSpc>
                <a:spcPct val="100000"/>
              </a:lnSpc>
              <a:spcBef>
                <a:spcPts val="6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endParaRPr sz="2400">
              <a:latin typeface="宋体"/>
              <a:cs typeface="宋体"/>
            </a:endParaRPr>
          </a:p>
          <a:p>
            <a:pPr marL="485775">
              <a:lnSpc>
                <a:spcPct val="100000"/>
              </a:lnSpc>
              <a:spcBef>
                <a:spcPts val="145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｝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50">
              <a:latin typeface="宋体"/>
              <a:cs typeface="宋体"/>
            </a:endParaRPr>
          </a:p>
          <a:p>
            <a:pPr marL="12700">
              <a:lnSpc>
                <a:spcPts val="2820"/>
              </a:lnSpc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其中：</a:t>
            </a:r>
            <a:endParaRPr sz="2400">
              <a:latin typeface="宋体"/>
              <a:cs typeface="宋体"/>
            </a:endParaRPr>
          </a:p>
          <a:p>
            <a:pPr marL="628650">
              <a:lnSpc>
                <a:spcPts val="2820"/>
              </a:lnSpc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J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为状态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所对应的函</a:t>
            </a:r>
            <a:r>
              <a:rPr dirty="0" sz="2400" spc="58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698500">
              <a:lnSpc>
                <a:spcPct val="100000"/>
              </a:lnSpc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nextchar(</a:t>
            </a:r>
            <a:r>
              <a:rPr dirty="0" sz="2400" spc="-3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为一函数，功能是从当前扫描的源程序读取</a:t>
            </a:r>
            <a:endParaRPr sz="2400">
              <a:latin typeface="宋体"/>
              <a:cs typeface="宋体"/>
            </a:endParaRPr>
          </a:p>
          <a:p>
            <a:pPr marL="2169795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下一个字符；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2944" y="640841"/>
            <a:ext cx="908050" cy="151701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a..z</a:t>
            </a:r>
            <a:endParaRPr sz="2400">
              <a:latin typeface="Times New Roman"/>
              <a:cs typeface="Times New Roman"/>
            </a:endParaRPr>
          </a:p>
          <a:p>
            <a:pPr marL="438150">
              <a:lnSpc>
                <a:spcPct val="100000"/>
              </a:lnSpc>
              <a:spcBef>
                <a:spcPts val="85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0..9</a:t>
            </a:r>
            <a:endParaRPr sz="2400">
              <a:latin typeface="Times New Roman"/>
              <a:cs typeface="Times New Roman"/>
            </a:endParaRPr>
          </a:p>
          <a:p>
            <a:pPr marL="696595">
              <a:lnSpc>
                <a:spcPct val="100000"/>
              </a:lnSpc>
              <a:spcBef>
                <a:spcPts val="140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87818" y="2181605"/>
            <a:ext cx="603885" cy="547370"/>
          </a:xfrm>
          <a:custGeom>
            <a:avLst/>
            <a:gdLst/>
            <a:ahLst/>
            <a:cxnLst/>
            <a:rect l="l" t="t" r="r" b="b"/>
            <a:pathLst>
              <a:path w="603884" h="547369">
                <a:moveTo>
                  <a:pt x="0" y="273558"/>
                </a:moveTo>
                <a:lnTo>
                  <a:pt x="3950" y="229173"/>
                </a:lnTo>
                <a:lnTo>
                  <a:pt x="15386" y="187074"/>
                </a:lnTo>
                <a:lnTo>
                  <a:pt x="33686" y="147821"/>
                </a:lnTo>
                <a:lnTo>
                  <a:pt x="58228" y="111977"/>
                </a:lnTo>
                <a:lnTo>
                  <a:pt x="88392" y="80105"/>
                </a:lnTo>
                <a:lnTo>
                  <a:pt x="123553" y="52766"/>
                </a:lnTo>
                <a:lnTo>
                  <a:pt x="163092" y="30524"/>
                </a:lnTo>
                <a:lnTo>
                  <a:pt x="206386" y="13941"/>
                </a:lnTo>
                <a:lnTo>
                  <a:pt x="252813" y="3579"/>
                </a:lnTo>
                <a:lnTo>
                  <a:pt x="301751" y="0"/>
                </a:lnTo>
                <a:lnTo>
                  <a:pt x="350690" y="3579"/>
                </a:lnTo>
                <a:lnTo>
                  <a:pt x="397117" y="13941"/>
                </a:lnTo>
                <a:lnTo>
                  <a:pt x="440411" y="30524"/>
                </a:lnTo>
                <a:lnTo>
                  <a:pt x="479950" y="52766"/>
                </a:lnTo>
                <a:lnTo>
                  <a:pt x="515111" y="80105"/>
                </a:lnTo>
                <a:lnTo>
                  <a:pt x="545275" y="111977"/>
                </a:lnTo>
                <a:lnTo>
                  <a:pt x="569817" y="147821"/>
                </a:lnTo>
                <a:lnTo>
                  <a:pt x="588117" y="187074"/>
                </a:lnTo>
                <a:lnTo>
                  <a:pt x="599553" y="229173"/>
                </a:lnTo>
                <a:lnTo>
                  <a:pt x="603503" y="273558"/>
                </a:lnTo>
                <a:lnTo>
                  <a:pt x="599553" y="317942"/>
                </a:lnTo>
                <a:lnTo>
                  <a:pt x="588117" y="360041"/>
                </a:lnTo>
                <a:lnTo>
                  <a:pt x="569817" y="399294"/>
                </a:lnTo>
                <a:lnTo>
                  <a:pt x="545275" y="435138"/>
                </a:lnTo>
                <a:lnTo>
                  <a:pt x="515111" y="467010"/>
                </a:lnTo>
                <a:lnTo>
                  <a:pt x="479950" y="494349"/>
                </a:lnTo>
                <a:lnTo>
                  <a:pt x="440411" y="516591"/>
                </a:lnTo>
                <a:lnTo>
                  <a:pt x="397117" y="533174"/>
                </a:lnTo>
                <a:lnTo>
                  <a:pt x="350690" y="543536"/>
                </a:lnTo>
                <a:lnTo>
                  <a:pt x="301751" y="547116"/>
                </a:lnTo>
                <a:lnTo>
                  <a:pt x="252813" y="543536"/>
                </a:lnTo>
                <a:lnTo>
                  <a:pt x="206386" y="533174"/>
                </a:lnTo>
                <a:lnTo>
                  <a:pt x="163092" y="516591"/>
                </a:lnTo>
                <a:lnTo>
                  <a:pt x="123553" y="494349"/>
                </a:lnTo>
                <a:lnTo>
                  <a:pt x="88392" y="467010"/>
                </a:lnTo>
                <a:lnTo>
                  <a:pt x="58228" y="435138"/>
                </a:lnTo>
                <a:lnTo>
                  <a:pt x="33686" y="399294"/>
                </a:lnTo>
                <a:lnTo>
                  <a:pt x="15386" y="360041"/>
                </a:lnTo>
                <a:lnTo>
                  <a:pt x="3950" y="317942"/>
                </a:lnTo>
                <a:lnTo>
                  <a:pt x="0" y="27355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87818" y="1285494"/>
            <a:ext cx="603885" cy="546100"/>
          </a:xfrm>
          <a:custGeom>
            <a:avLst/>
            <a:gdLst/>
            <a:ahLst/>
            <a:cxnLst/>
            <a:rect l="l" t="t" r="r" b="b"/>
            <a:pathLst>
              <a:path w="603884" h="546100">
                <a:moveTo>
                  <a:pt x="0" y="272795"/>
                </a:moveTo>
                <a:lnTo>
                  <a:pt x="3950" y="228556"/>
                </a:lnTo>
                <a:lnTo>
                  <a:pt x="15386" y="186586"/>
                </a:lnTo>
                <a:lnTo>
                  <a:pt x="33686" y="147447"/>
                </a:lnTo>
                <a:lnTo>
                  <a:pt x="58228" y="111703"/>
                </a:lnTo>
                <a:lnTo>
                  <a:pt x="88392" y="79914"/>
                </a:lnTo>
                <a:lnTo>
                  <a:pt x="123553" y="52645"/>
                </a:lnTo>
                <a:lnTo>
                  <a:pt x="163092" y="30456"/>
                </a:lnTo>
                <a:lnTo>
                  <a:pt x="206386" y="13911"/>
                </a:lnTo>
                <a:lnTo>
                  <a:pt x="252813" y="3571"/>
                </a:lnTo>
                <a:lnTo>
                  <a:pt x="301751" y="0"/>
                </a:lnTo>
                <a:lnTo>
                  <a:pt x="350690" y="3571"/>
                </a:lnTo>
                <a:lnTo>
                  <a:pt x="397117" y="13911"/>
                </a:lnTo>
                <a:lnTo>
                  <a:pt x="440411" y="30456"/>
                </a:lnTo>
                <a:lnTo>
                  <a:pt x="479950" y="52645"/>
                </a:lnTo>
                <a:lnTo>
                  <a:pt x="515111" y="79914"/>
                </a:lnTo>
                <a:lnTo>
                  <a:pt x="545275" y="111703"/>
                </a:lnTo>
                <a:lnTo>
                  <a:pt x="569817" y="147447"/>
                </a:lnTo>
                <a:lnTo>
                  <a:pt x="588117" y="186586"/>
                </a:lnTo>
                <a:lnTo>
                  <a:pt x="599553" y="228556"/>
                </a:lnTo>
                <a:lnTo>
                  <a:pt x="603503" y="272795"/>
                </a:lnTo>
                <a:lnTo>
                  <a:pt x="599553" y="317035"/>
                </a:lnTo>
                <a:lnTo>
                  <a:pt x="588117" y="359005"/>
                </a:lnTo>
                <a:lnTo>
                  <a:pt x="569817" y="398144"/>
                </a:lnTo>
                <a:lnTo>
                  <a:pt x="545275" y="433888"/>
                </a:lnTo>
                <a:lnTo>
                  <a:pt x="515111" y="465677"/>
                </a:lnTo>
                <a:lnTo>
                  <a:pt x="479950" y="492946"/>
                </a:lnTo>
                <a:lnTo>
                  <a:pt x="440411" y="515135"/>
                </a:lnTo>
                <a:lnTo>
                  <a:pt x="397117" y="531680"/>
                </a:lnTo>
                <a:lnTo>
                  <a:pt x="350690" y="542020"/>
                </a:lnTo>
                <a:lnTo>
                  <a:pt x="301751" y="545591"/>
                </a:lnTo>
                <a:lnTo>
                  <a:pt x="252813" y="542020"/>
                </a:lnTo>
                <a:lnTo>
                  <a:pt x="206386" y="531680"/>
                </a:lnTo>
                <a:lnTo>
                  <a:pt x="163092" y="515135"/>
                </a:lnTo>
                <a:lnTo>
                  <a:pt x="123553" y="492946"/>
                </a:lnTo>
                <a:lnTo>
                  <a:pt x="88392" y="465677"/>
                </a:lnTo>
                <a:lnTo>
                  <a:pt x="58228" y="433888"/>
                </a:lnTo>
                <a:lnTo>
                  <a:pt x="33686" y="398144"/>
                </a:lnTo>
                <a:lnTo>
                  <a:pt x="15386" y="359005"/>
                </a:lnTo>
                <a:lnTo>
                  <a:pt x="3950" y="317035"/>
                </a:lnTo>
                <a:lnTo>
                  <a:pt x="0" y="27279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87818" y="523494"/>
            <a:ext cx="603885" cy="546100"/>
          </a:xfrm>
          <a:custGeom>
            <a:avLst/>
            <a:gdLst/>
            <a:ahLst/>
            <a:cxnLst/>
            <a:rect l="l" t="t" r="r" b="b"/>
            <a:pathLst>
              <a:path w="603884" h="546100">
                <a:moveTo>
                  <a:pt x="0" y="272795"/>
                </a:moveTo>
                <a:lnTo>
                  <a:pt x="3950" y="228556"/>
                </a:lnTo>
                <a:lnTo>
                  <a:pt x="15386" y="186586"/>
                </a:lnTo>
                <a:lnTo>
                  <a:pt x="33686" y="147447"/>
                </a:lnTo>
                <a:lnTo>
                  <a:pt x="58228" y="111703"/>
                </a:lnTo>
                <a:lnTo>
                  <a:pt x="88392" y="79914"/>
                </a:lnTo>
                <a:lnTo>
                  <a:pt x="123553" y="52645"/>
                </a:lnTo>
                <a:lnTo>
                  <a:pt x="163092" y="30456"/>
                </a:lnTo>
                <a:lnTo>
                  <a:pt x="206386" y="13911"/>
                </a:lnTo>
                <a:lnTo>
                  <a:pt x="252813" y="3571"/>
                </a:lnTo>
                <a:lnTo>
                  <a:pt x="301751" y="0"/>
                </a:lnTo>
                <a:lnTo>
                  <a:pt x="350690" y="3571"/>
                </a:lnTo>
                <a:lnTo>
                  <a:pt x="397117" y="13911"/>
                </a:lnTo>
                <a:lnTo>
                  <a:pt x="440411" y="30456"/>
                </a:lnTo>
                <a:lnTo>
                  <a:pt x="479950" y="52645"/>
                </a:lnTo>
                <a:lnTo>
                  <a:pt x="515111" y="79914"/>
                </a:lnTo>
                <a:lnTo>
                  <a:pt x="545275" y="111703"/>
                </a:lnTo>
                <a:lnTo>
                  <a:pt x="569817" y="147447"/>
                </a:lnTo>
                <a:lnTo>
                  <a:pt x="588117" y="186586"/>
                </a:lnTo>
                <a:lnTo>
                  <a:pt x="599553" y="228556"/>
                </a:lnTo>
                <a:lnTo>
                  <a:pt x="603503" y="272795"/>
                </a:lnTo>
                <a:lnTo>
                  <a:pt x="599553" y="317035"/>
                </a:lnTo>
                <a:lnTo>
                  <a:pt x="588117" y="359005"/>
                </a:lnTo>
                <a:lnTo>
                  <a:pt x="569817" y="398144"/>
                </a:lnTo>
                <a:lnTo>
                  <a:pt x="545275" y="433888"/>
                </a:lnTo>
                <a:lnTo>
                  <a:pt x="515111" y="465677"/>
                </a:lnTo>
                <a:lnTo>
                  <a:pt x="479950" y="492946"/>
                </a:lnTo>
                <a:lnTo>
                  <a:pt x="440411" y="515135"/>
                </a:lnTo>
                <a:lnTo>
                  <a:pt x="397117" y="531680"/>
                </a:lnTo>
                <a:lnTo>
                  <a:pt x="350690" y="542020"/>
                </a:lnTo>
                <a:lnTo>
                  <a:pt x="301751" y="545591"/>
                </a:lnTo>
                <a:lnTo>
                  <a:pt x="252813" y="542020"/>
                </a:lnTo>
                <a:lnTo>
                  <a:pt x="206386" y="531680"/>
                </a:lnTo>
                <a:lnTo>
                  <a:pt x="163092" y="515135"/>
                </a:lnTo>
                <a:lnTo>
                  <a:pt x="123553" y="492946"/>
                </a:lnTo>
                <a:lnTo>
                  <a:pt x="88392" y="465677"/>
                </a:lnTo>
                <a:lnTo>
                  <a:pt x="58228" y="433888"/>
                </a:lnTo>
                <a:lnTo>
                  <a:pt x="33686" y="398144"/>
                </a:lnTo>
                <a:lnTo>
                  <a:pt x="15386" y="359005"/>
                </a:lnTo>
                <a:lnTo>
                  <a:pt x="3950" y="317035"/>
                </a:lnTo>
                <a:lnTo>
                  <a:pt x="0" y="27279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69229" y="1309877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5">
                <a:moveTo>
                  <a:pt x="0" y="207263"/>
                </a:moveTo>
                <a:lnTo>
                  <a:pt x="6038" y="159753"/>
                </a:lnTo>
                <a:lnTo>
                  <a:pt x="23237" y="116132"/>
                </a:lnTo>
                <a:lnTo>
                  <a:pt x="50225" y="77648"/>
                </a:lnTo>
                <a:lnTo>
                  <a:pt x="85628" y="45546"/>
                </a:lnTo>
                <a:lnTo>
                  <a:pt x="128073" y="21073"/>
                </a:lnTo>
                <a:lnTo>
                  <a:pt x="176188" y="5476"/>
                </a:lnTo>
                <a:lnTo>
                  <a:pt x="228600" y="0"/>
                </a:lnTo>
                <a:lnTo>
                  <a:pt x="281011" y="5476"/>
                </a:lnTo>
                <a:lnTo>
                  <a:pt x="329126" y="21073"/>
                </a:lnTo>
                <a:lnTo>
                  <a:pt x="371571" y="45546"/>
                </a:lnTo>
                <a:lnTo>
                  <a:pt x="406974" y="77648"/>
                </a:lnTo>
                <a:lnTo>
                  <a:pt x="433962" y="116132"/>
                </a:lnTo>
                <a:lnTo>
                  <a:pt x="451161" y="159753"/>
                </a:lnTo>
                <a:lnTo>
                  <a:pt x="457200" y="207263"/>
                </a:lnTo>
                <a:lnTo>
                  <a:pt x="451161" y="254774"/>
                </a:lnTo>
                <a:lnTo>
                  <a:pt x="433962" y="298395"/>
                </a:lnTo>
                <a:lnTo>
                  <a:pt x="406974" y="336879"/>
                </a:lnTo>
                <a:lnTo>
                  <a:pt x="371571" y="368981"/>
                </a:lnTo>
                <a:lnTo>
                  <a:pt x="329126" y="393454"/>
                </a:lnTo>
                <a:lnTo>
                  <a:pt x="281011" y="409051"/>
                </a:lnTo>
                <a:lnTo>
                  <a:pt x="228600" y="414527"/>
                </a:lnTo>
                <a:lnTo>
                  <a:pt x="176188" y="409051"/>
                </a:lnTo>
                <a:lnTo>
                  <a:pt x="128073" y="393454"/>
                </a:lnTo>
                <a:lnTo>
                  <a:pt x="85628" y="368981"/>
                </a:lnTo>
                <a:lnTo>
                  <a:pt x="50225" y="336879"/>
                </a:lnTo>
                <a:lnTo>
                  <a:pt x="23237" y="298395"/>
                </a:lnTo>
                <a:lnTo>
                  <a:pt x="6038" y="254774"/>
                </a:lnTo>
                <a:lnTo>
                  <a:pt x="0" y="20726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431916" y="1297304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64018" y="593598"/>
            <a:ext cx="457200" cy="413384"/>
          </a:xfrm>
          <a:custGeom>
            <a:avLst/>
            <a:gdLst/>
            <a:ahLst/>
            <a:cxnLst/>
            <a:rect l="l" t="t" r="r" b="b"/>
            <a:pathLst>
              <a:path w="457200" h="413384">
                <a:moveTo>
                  <a:pt x="0" y="206501"/>
                </a:moveTo>
                <a:lnTo>
                  <a:pt x="6038" y="159153"/>
                </a:lnTo>
                <a:lnTo>
                  <a:pt x="23237" y="115688"/>
                </a:lnTo>
                <a:lnTo>
                  <a:pt x="50225" y="77346"/>
                </a:lnTo>
                <a:lnTo>
                  <a:pt x="85628" y="45366"/>
                </a:lnTo>
                <a:lnTo>
                  <a:pt x="128073" y="20989"/>
                </a:lnTo>
                <a:lnTo>
                  <a:pt x="176188" y="5453"/>
                </a:lnTo>
                <a:lnTo>
                  <a:pt x="228600" y="0"/>
                </a:lnTo>
                <a:lnTo>
                  <a:pt x="281011" y="5453"/>
                </a:lnTo>
                <a:lnTo>
                  <a:pt x="329126" y="20989"/>
                </a:lnTo>
                <a:lnTo>
                  <a:pt x="371571" y="45366"/>
                </a:lnTo>
                <a:lnTo>
                  <a:pt x="406974" y="77346"/>
                </a:lnTo>
                <a:lnTo>
                  <a:pt x="433962" y="115688"/>
                </a:lnTo>
                <a:lnTo>
                  <a:pt x="451161" y="159153"/>
                </a:lnTo>
                <a:lnTo>
                  <a:pt x="457200" y="206501"/>
                </a:lnTo>
                <a:lnTo>
                  <a:pt x="451161" y="253850"/>
                </a:lnTo>
                <a:lnTo>
                  <a:pt x="433962" y="297315"/>
                </a:lnTo>
                <a:lnTo>
                  <a:pt x="406974" y="335657"/>
                </a:lnTo>
                <a:lnTo>
                  <a:pt x="371571" y="367637"/>
                </a:lnTo>
                <a:lnTo>
                  <a:pt x="329126" y="392014"/>
                </a:lnTo>
                <a:lnTo>
                  <a:pt x="281011" y="407550"/>
                </a:lnTo>
                <a:lnTo>
                  <a:pt x="228600" y="413003"/>
                </a:lnTo>
                <a:lnTo>
                  <a:pt x="176188" y="407550"/>
                </a:lnTo>
                <a:lnTo>
                  <a:pt x="128073" y="392014"/>
                </a:lnTo>
                <a:lnTo>
                  <a:pt x="85628" y="367637"/>
                </a:lnTo>
                <a:lnTo>
                  <a:pt x="50225" y="335657"/>
                </a:lnTo>
                <a:lnTo>
                  <a:pt x="23237" y="297315"/>
                </a:lnTo>
                <a:lnTo>
                  <a:pt x="6038" y="253850"/>
                </a:lnTo>
                <a:lnTo>
                  <a:pt x="0" y="20650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926451" y="593216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64018" y="1358646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5">
                <a:moveTo>
                  <a:pt x="0" y="207263"/>
                </a:moveTo>
                <a:lnTo>
                  <a:pt x="6038" y="159753"/>
                </a:lnTo>
                <a:lnTo>
                  <a:pt x="23237" y="116132"/>
                </a:lnTo>
                <a:lnTo>
                  <a:pt x="50225" y="77648"/>
                </a:lnTo>
                <a:lnTo>
                  <a:pt x="85628" y="45546"/>
                </a:lnTo>
                <a:lnTo>
                  <a:pt x="128073" y="21073"/>
                </a:lnTo>
                <a:lnTo>
                  <a:pt x="176188" y="5476"/>
                </a:lnTo>
                <a:lnTo>
                  <a:pt x="228600" y="0"/>
                </a:lnTo>
                <a:lnTo>
                  <a:pt x="281011" y="5476"/>
                </a:lnTo>
                <a:lnTo>
                  <a:pt x="329126" y="21073"/>
                </a:lnTo>
                <a:lnTo>
                  <a:pt x="371571" y="45546"/>
                </a:lnTo>
                <a:lnTo>
                  <a:pt x="406974" y="77648"/>
                </a:lnTo>
                <a:lnTo>
                  <a:pt x="433962" y="116132"/>
                </a:lnTo>
                <a:lnTo>
                  <a:pt x="451161" y="159753"/>
                </a:lnTo>
                <a:lnTo>
                  <a:pt x="457200" y="207263"/>
                </a:lnTo>
                <a:lnTo>
                  <a:pt x="451161" y="254774"/>
                </a:lnTo>
                <a:lnTo>
                  <a:pt x="433962" y="298395"/>
                </a:lnTo>
                <a:lnTo>
                  <a:pt x="406974" y="336879"/>
                </a:lnTo>
                <a:lnTo>
                  <a:pt x="371571" y="368981"/>
                </a:lnTo>
                <a:lnTo>
                  <a:pt x="329126" y="393454"/>
                </a:lnTo>
                <a:lnTo>
                  <a:pt x="281011" y="409051"/>
                </a:lnTo>
                <a:lnTo>
                  <a:pt x="228600" y="414527"/>
                </a:lnTo>
                <a:lnTo>
                  <a:pt x="176188" y="409051"/>
                </a:lnTo>
                <a:lnTo>
                  <a:pt x="128073" y="393454"/>
                </a:lnTo>
                <a:lnTo>
                  <a:pt x="85628" y="368981"/>
                </a:lnTo>
                <a:lnTo>
                  <a:pt x="50225" y="336879"/>
                </a:lnTo>
                <a:lnTo>
                  <a:pt x="23237" y="298395"/>
                </a:lnTo>
                <a:lnTo>
                  <a:pt x="6038" y="254774"/>
                </a:lnTo>
                <a:lnTo>
                  <a:pt x="0" y="20726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891653" y="139522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64018" y="2245614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5">
                <a:moveTo>
                  <a:pt x="0" y="207263"/>
                </a:moveTo>
                <a:lnTo>
                  <a:pt x="6038" y="159753"/>
                </a:lnTo>
                <a:lnTo>
                  <a:pt x="23237" y="116132"/>
                </a:lnTo>
                <a:lnTo>
                  <a:pt x="50225" y="77648"/>
                </a:lnTo>
                <a:lnTo>
                  <a:pt x="85628" y="45546"/>
                </a:lnTo>
                <a:lnTo>
                  <a:pt x="128073" y="21073"/>
                </a:lnTo>
                <a:lnTo>
                  <a:pt x="176188" y="5476"/>
                </a:lnTo>
                <a:lnTo>
                  <a:pt x="228600" y="0"/>
                </a:lnTo>
                <a:lnTo>
                  <a:pt x="281011" y="5476"/>
                </a:lnTo>
                <a:lnTo>
                  <a:pt x="329126" y="21073"/>
                </a:lnTo>
                <a:lnTo>
                  <a:pt x="371571" y="45546"/>
                </a:lnTo>
                <a:lnTo>
                  <a:pt x="406974" y="77648"/>
                </a:lnTo>
                <a:lnTo>
                  <a:pt x="433962" y="116132"/>
                </a:lnTo>
                <a:lnTo>
                  <a:pt x="451161" y="159753"/>
                </a:lnTo>
                <a:lnTo>
                  <a:pt x="457200" y="207263"/>
                </a:lnTo>
                <a:lnTo>
                  <a:pt x="451161" y="254774"/>
                </a:lnTo>
                <a:lnTo>
                  <a:pt x="433962" y="298395"/>
                </a:lnTo>
                <a:lnTo>
                  <a:pt x="406974" y="336879"/>
                </a:lnTo>
                <a:lnTo>
                  <a:pt x="371571" y="368981"/>
                </a:lnTo>
                <a:lnTo>
                  <a:pt x="329126" y="393454"/>
                </a:lnTo>
                <a:lnTo>
                  <a:pt x="281011" y="409051"/>
                </a:lnTo>
                <a:lnTo>
                  <a:pt x="228600" y="414527"/>
                </a:lnTo>
                <a:lnTo>
                  <a:pt x="176188" y="409051"/>
                </a:lnTo>
                <a:lnTo>
                  <a:pt x="128073" y="393454"/>
                </a:lnTo>
                <a:lnTo>
                  <a:pt x="85628" y="368981"/>
                </a:lnTo>
                <a:lnTo>
                  <a:pt x="50225" y="336879"/>
                </a:lnTo>
                <a:lnTo>
                  <a:pt x="23237" y="298395"/>
                </a:lnTo>
                <a:lnTo>
                  <a:pt x="6038" y="254774"/>
                </a:lnTo>
                <a:lnTo>
                  <a:pt x="0" y="20726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926451" y="2263851"/>
            <a:ext cx="11048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21477" y="927861"/>
            <a:ext cx="2004695" cy="563880"/>
          </a:xfrm>
          <a:custGeom>
            <a:avLst/>
            <a:gdLst/>
            <a:ahLst/>
            <a:cxnLst/>
            <a:rect l="l" t="t" r="r" b="b"/>
            <a:pathLst>
              <a:path w="2004695" h="563880">
                <a:moveTo>
                  <a:pt x="1889125" y="18416"/>
                </a:moveTo>
                <a:lnTo>
                  <a:pt x="0" y="526668"/>
                </a:lnTo>
                <a:lnTo>
                  <a:pt x="9906" y="563499"/>
                </a:lnTo>
                <a:lnTo>
                  <a:pt x="1899031" y="55246"/>
                </a:lnTo>
                <a:lnTo>
                  <a:pt x="1889125" y="18416"/>
                </a:lnTo>
                <a:close/>
              </a:path>
              <a:path w="2004695" h="563880">
                <a:moveTo>
                  <a:pt x="1994855" y="13462"/>
                </a:moveTo>
                <a:lnTo>
                  <a:pt x="1907540" y="13462"/>
                </a:lnTo>
                <a:lnTo>
                  <a:pt x="1917446" y="50291"/>
                </a:lnTo>
                <a:lnTo>
                  <a:pt x="1899031" y="55246"/>
                </a:lnTo>
                <a:lnTo>
                  <a:pt x="1903983" y="73660"/>
                </a:lnTo>
                <a:lnTo>
                  <a:pt x="1994855" y="13462"/>
                </a:lnTo>
                <a:close/>
              </a:path>
              <a:path w="2004695" h="563880">
                <a:moveTo>
                  <a:pt x="1907540" y="13462"/>
                </a:moveTo>
                <a:lnTo>
                  <a:pt x="1889125" y="18416"/>
                </a:lnTo>
                <a:lnTo>
                  <a:pt x="1899031" y="55246"/>
                </a:lnTo>
                <a:lnTo>
                  <a:pt x="1917446" y="50291"/>
                </a:lnTo>
                <a:lnTo>
                  <a:pt x="1907540" y="13462"/>
                </a:lnTo>
                <a:close/>
              </a:path>
              <a:path w="2004695" h="563880">
                <a:moveTo>
                  <a:pt x="1884172" y="0"/>
                </a:moveTo>
                <a:lnTo>
                  <a:pt x="1889125" y="18416"/>
                </a:lnTo>
                <a:lnTo>
                  <a:pt x="1907540" y="13462"/>
                </a:lnTo>
                <a:lnTo>
                  <a:pt x="1994855" y="13462"/>
                </a:lnTo>
                <a:lnTo>
                  <a:pt x="2004441" y="7112"/>
                </a:lnTo>
                <a:lnTo>
                  <a:pt x="188417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08141" y="1546097"/>
            <a:ext cx="1998345" cy="76200"/>
          </a:xfrm>
          <a:custGeom>
            <a:avLst/>
            <a:gdLst/>
            <a:ahLst/>
            <a:cxnLst/>
            <a:rect l="l" t="t" r="r" b="b"/>
            <a:pathLst>
              <a:path w="1998345" h="76200">
                <a:moveTo>
                  <a:pt x="1883664" y="0"/>
                </a:moveTo>
                <a:lnTo>
                  <a:pt x="1883664" y="76200"/>
                </a:lnTo>
                <a:lnTo>
                  <a:pt x="1940814" y="57150"/>
                </a:lnTo>
                <a:lnTo>
                  <a:pt x="1902714" y="57150"/>
                </a:lnTo>
                <a:lnTo>
                  <a:pt x="1902714" y="19050"/>
                </a:lnTo>
                <a:lnTo>
                  <a:pt x="1940814" y="19050"/>
                </a:lnTo>
                <a:lnTo>
                  <a:pt x="1883664" y="0"/>
                </a:lnTo>
                <a:close/>
              </a:path>
              <a:path w="1998345" h="76200">
                <a:moveTo>
                  <a:pt x="1883664" y="19050"/>
                </a:moveTo>
                <a:lnTo>
                  <a:pt x="0" y="19050"/>
                </a:lnTo>
                <a:lnTo>
                  <a:pt x="0" y="57150"/>
                </a:lnTo>
                <a:lnTo>
                  <a:pt x="1883664" y="57150"/>
                </a:lnTo>
                <a:lnTo>
                  <a:pt x="1883664" y="19050"/>
                </a:lnTo>
                <a:close/>
              </a:path>
              <a:path w="1998345" h="76200">
                <a:moveTo>
                  <a:pt x="1940814" y="19050"/>
                </a:moveTo>
                <a:lnTo>
                  <a:pt x="1902714" y="19050"/>
                </a:lnTo>
                <a:lnTo>
                  <a:pt x="1902714" y="57150"/>
                </a:lnTo>
                <a:lnTo>
                  <a:pt x="1940814" y="57150"/>
                </a:lnTo>
                <a:lnTo>
                  <a:pt x="1997964" y="38100"/>
                </a:lnTo>
                <a:lnTo>
                  <a:pt x="1940814" y="190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01665" y="1651635"/>
            <a:ext cx="2004695" cy="735965"/>
          </a:xfrm>
          <a:custGeom>
            <a:avLst/>
            <a:gdLst/>
            <a:ahLst/>
            <a:cxnLst/>
            <a:rect l="l" t="t" r="r" b="b"/>
            <a:pathLst>
              <a:path w="2004695" h="735964">
                <a:moveTo>
                  <a:pt x="1890427" y="715064"/>
                </a:moveTo>
                <a:lnTo>
                  <a:pt x="1884044" y="732916"/>
                </a:lnTo>
                <a:lnTo>
                  <a:pt x="2004440" y="735711"/>
                </a:lnTo>
                <a:lnTo>
                  <a:pt x="1986364" y="721487"/>
                </a:lnTo>
                <a:lnTo>
                  <a:pt x="1908302" y="721487"/>
                </a:lnTo>
                <a:lnTo>
                  <a:pt x="1890427" y="715064"/>
                </a:lnTo>
                <a:close/>
              </a:path>
              <a:path w="2004695" h="735964">
                <a:moveTo>
                  <a:pt x="1903288" y="679091"/>
                </a:moveTo>
                <a:lnTo>
                  <a:pt x="1890427" y="715064"/>
                </a:lnTo>
                <a:lnTo>
                  <a:pt x="1908302" y="721487"/>
                </a:lnTo>
                <a:lnTo>
                  <a:pt x="1921256" y="685545"/>
                </a:lnTo>
                <a:lnTo>
                  <a:pt x="1903288" y="679091"/>
                </a:lnTo>
                <a:close/>
              </a:path>
              <a:path w="2004695" h="735964">
                <a:moveTo>
                  <a:pt x="1909699" y="661162"/>
                </a:moveTo>
                <a:lnTo>
                  <a:pt x="1903288" y="679091"/>
                </a:lnTo>
                <a:lnTo>
                  <a:pt x="1921256" y="685545"/>
                </a:lnTo>
                <a:lnTo>
                  <a:pt x="1908302" y="721487"/>
                </a:lnTo>
                <a:lnTo>
                  <a:pt x="1986364" y="721487"/>
                </a:lnTo>
                <a:lnTo>
                  <a:pt x="1909699" y="661162"/>
                </a:lnTo>
                <a:close/>
              </a:path>
              <a:path w="2004695" h="735964">
                <a:moveTo>
                  <a:pt x="12954" y="0"/>
                </a:moveTo>
                <a:lnTo>
                  <a:pt x="0" y="35813"/>
                </a:lnTo>
                <a:lnTo>
                  <a:pt x="1890427" y="715064"/>
                </a:lnTo>
                <a:lnTo>
                  <a:pt x="1903288" y="679091"/>
                </a:lnTo>
                <a:lnTo>
                  <a:pt x="1295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751070" y="1415796"/>
            <a:ext cx="518159" cy="114300"/>
          </a:xfrm>
          <a:custGeom>
            <a:avLst/>
            <a:gdLst/>
            <a:ahLst/>
            <a:cxnLst/>
            <a:rect l="l" t="t" r="r" b="b"/>
            <a:pathLst>
              <a:path w="518160" h="114300">
                <a:moveTo>
                  <a:pt x="403859" y="0"/>
                </a:moveTo>
                <a:lnTo>
                  <a:pt x="403859" y="114300"/>
                </a:lnTo>
                <a:lnTo>
                  <a:pt x="480059" y="76200"/>
                </a:lnTo>
                <a:lnTo>
                  <a:pt x="422909" y="76200"/>
                </a:lnTo>
                <a:lnTo>
                  <a:pt x="422909" y="38100"/>
                </a:lnTo>
                <a:lnTo>
                  <a:pt x="480059" y="38100"/>
                </a:lnTo>
                <a:lnTo>
                  <a:pt x="403859" y="0"/>
                </a:lnTo>
                <a:close/>
              </a:path>
              <a:path w="518160" h="114300">
                <a:moveTo>
                  <a:pt x="4038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03859" y="76200"/>
                </a:lnTo>
                <a:lnTo>
                  <a:pt x="403859" y="38100"/>
                </a:lnTo>
                <a:close/>
              </a:path>
              <a:path w="518160" h="114300">
                <a:moveTo>
                  <a:pt x="480059" y="38100"/>
                </a:moveTo>
                <a:lnTo>
                  <a:pt x="422909" y="38100"/>
                </a:lnTo>
                <a:lnTo>
                  <a:pt x="422909" y="76200"/>
                </a:lnTo>
                <a:lnTo>
                  <a:pt x="480059" y="76200"/>
                </a:lnTo>
                <a:lnTo>
                  <a:pt x="518159" y="57150"/>
                </a:lnTo>
                <a:lnTo>
                  <a:pt x="48005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36827" y="3741080"/>
          <a:ext cx="4492625" cy="236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605"/>
                <a:gridCol w="1419859"/>
                <a:gridCol w="2423160"/>
              </a:tblGrid>
              <a:tr h="333363">
                <a:tc>
                  <a:txBody>
                    <a:bodyPr/>
                    <a:lstStyle/>
                    <a:p>
                      <a:pPr algn="ctr" marR="36830">
                        <a:lnSpc>
                          <a:spcPts val="2525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case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525"/>
                        </a:lnSpc>
                        <a:tabLst>
                          <a:tab pos="1233805" algn="l"/>
                        </a:tabLst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'a'…'z'	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525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1;</a:t>
                      </a:r>
                      <a:r>
                        <a:rPr dirty="0" sz="24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break;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3363">
                <a:tc>
                  <a:txBody>
                    <a:bodyPr/>
                    <a:lstStyle/>
                    <a:p>
                      <a:pPr algn="ctr" marR="36830">
                        <a:lnSpc>
                          <a:spcPts val="2525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case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525"/>
                        </a:lnSpc>
                        <a:tabLst>
                          <a:tab pos="125031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'0'…'9'	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2525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3;</a:t>
                      </a:r>
                      <a:r>
                        <a:rPr dirty="0" sz="2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break;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25164">
                <a:tc>
                  <a:txBody>
                    <a:bodyPr/>
                    <a:lstStyle/>
                    <a:p>
                      <a:pPr algn="ctr" marR="36195">
                        <a:lnSpc>
                          <a:spcPts val="25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case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530"/>
                        </a:lnSpc>
                        <a:tabLst>
                          <a:tab pos="949960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'='	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53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 =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5;</a:t>
                      </a:r>
                      <a:r>
                        <a:rPr dirty="0" sz="2400" spc="-6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break;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6136">
                <a:tc>
                  <a:txBody>
                    <a:bodyPr/>
                    <a:lstStyle/>
                    <a:p>
                      <a:pPr algn="ctr" marR="36830">
                        <a:lnSpc>
                          <a:spcPts val="2545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case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545"/>
                        </a:lnSpc>
                        <a:tabLst>
                          <a:tab pos="93027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'*'	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545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6;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break;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45211">
                <a:tc>
                  <a:txBody>
                    <a:bodyPr/>
                    <a:lstStyle/>
                    <a:p>
                      <a:pPr algn="ctr" marR="36830">
                        <a:lnSpc>
                          <a:spcPts val="2620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case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620"/>
                        </a:lnSpc>
                        <a:tabLst>
                          <a:tab pos="949960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'+'	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620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7;</a:t>
                      </a:r>
                      <a:r>
                        <a:rPr dirty="0" sz="2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break;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47361">
                <a:tc>
                  <a:txBody>
                    <a:bodyPr/>
                    <a:lstStyle/>
                    <a:p>
                      <a:pPr algn="ctr" marR="36830">
                        <a:lnSpc>
                          <a:spcPts val="2635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case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635"/>
                        </a:lnSpc>
                        <a:tabLst>
                          <a:tab pos="97472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'{ '	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0640">
                        <a:lnSpc>
                          <a:spcPts val="2635"/>
                        </a:lnSpc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sz="2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11;</a:t>
                      </a:r>
                      <a:r>
                        <a:rPr dirty="0" sz="2400" spc="-5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break;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42708">
                <a:tc>
                  <a:txBody>
                    <a:bodyPr/>
                    <a:lstStyle/>
                    <a:p>
                      <a:pPr algn="ctr" marR="36195">
                        <a:lnSpc>
                          <a:spcPts val="260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case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600"/>
                        </a:lnSpc>
                        <a:tabLst>
                          <a:tab pos="97472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'} '	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0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 =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12;</a:t>
                      </a:r>
                      <a:r>
                        <a:rPr dirty="0" sz="2400" spc="-8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break;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856357" y="6068669"/>
            <a:ext cx="1851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50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:	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state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=13;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3477" y="6068669"/>
            <a:ext cx="1245235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ts val="281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default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10"/>
              </a:lnSpc>
              <a:tabLst>
                <a:tab pos="28511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9077" y="0"/>
            <a:ext cx="5520690" cy="378904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560"/>
              </a:spcBef>
              <a:tabLst>
                <a:tab pos="843280" algn="l"/>
                <a:tab pos="224536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ts val="2735"/>
              </a:lnSpc>
              <a:spcBef>
                <a:spcPts val="55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int state =</a:t>
            </a:r>
            <a:r>
              <a:rPr dirty="0" sz="24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95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enum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lettet</a:t>
            </a:r>
            <a:r>
              <a:rPr dirty="0" sz="2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('a'..'z');</a:t>
            </a:r>
            <a:endParaRPr sz="2400">
              <a:latin typeface="Times New Roman"/>
              <a:cs typeface="Times New Roman"/>
            </a:endParaRPr>
          </a:p>
          <a:p>
            <a:pPr marL="12700" marR="2486660">
              <a:lnSpc>
                <a:spcPts val="2590"/>
              </a:lnSpc>
              <a:spcBef>
                <a:spcPts val="18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enum number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('0'..'9');  char char1;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241300" marR="2361565" indent="-152400">
              <a:lnSpc>
                <a:spcPts val="2590"/>
              </a:lnSpc>
              <a:spcBef>
                <a:spcPts val="5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｛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char1 = nextchar(</a:t>
            </a:r>
            <a:r>
              <a:rPr dirty="0" sz="2400" spc="-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);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switch(state)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ts val="2410"/>
              </a:lnSpc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｛</a:t>
            </a:r>
            <a:endParaRPr sz="2400">
              <a:latin typeface="宋体"/>
              <a:cs typeface="宋体"/>
            </a:endParaRPr>
          </a:p>
          <a:p>
            <a:pPr marL="546100">
              <a:lnSpc>
                <a:spcPts val="2595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case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0: switch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(char1)</a:t>
            </a:r>
            <a:endParaRPr sz="2400">
              <a:latin typeface="Times New Roman"/>
              <a:cs typeface="Times New Roman"/>
            </a:endParaRPr>
          </a:p>
          <a:p>
            <a:pPr marL="698500">
              <a:lnSpc>
                <a:spcPts val="2735"/>
              </a:lnSpc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0440" y="26923"/>
            <a:ext cx="2645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37909" y="1415033"/>
            <a:ext cx="419100" cy="464820"/>
          </a:xfrm>
          <a:custGeom>
            <a:avLst/>
            <a:gdLst/>
            <a:ahLst/>
            <a:cxnLst/>
            <a:rect l="l" t="t" r="r" b="b"/>
            <a:pathLst>
              <a:path w="419100" h="464819">
                <a:moveTo>
                  <a:pt x="0" y="232410"/>
                </a:moveTo>
                <a:lnTo>
                  <a:pt x="4258" y="185559"/>
                </a:lnTo>
                <a:lnTo>
                  <a:pt x="16472" y="141928"/>
                </a:lnTo>
                <a:lnTo>
                  <a:pt x="35796" y="102449"/>
                </a:lnTo>
                <a:lnTo>
                  <a:pt x="61388" y="68056"/>
                </a:lnTo>
                <a:lnTo>
                  <a:pt x="92403" y="39681"/>
                </a:lnTo>
                <a:lnTo>
                  <a:pt x="127998" y="18258"/>
                </a:lnTo>
                <a:lnTo>
                  <a:pt x="167328" y="4720"/>
                </a:lnTo>
                <a:lnTo>
                  <a:pt x="209550" y="0"/>
                </a:lnTo>
                <a:lnTo>
                  <a:pt x="251771" y="4720"/>
                </a:lnTo>
                <a:lnTo>
                  <a:pt x="291101" y="18258"/>
                </a:lnTo>
                <a:lnTo>
                  <a:pt x="326696" y="39681"/>
                </a:lnTo>
                <a:lnTo>
                  <a:pt x="357711" y="68056"/>
                </a:lnTo>
                <a:lnTo>
                  <a:pt x="383303" y="102449"/>
                </a:lnTo>
                <a:lnTo>
                  <a:pt x="402627" y="141928"/>
                </a:lnTo>
                <a:lnTo>
                  <a:pt x="414841" y="185559"/>
                </a:lnTo>
                <a:lnTo>
                  <a:pt x="419099" y="232410"/>
                </a:lnTo>
                <a:lnTo>
                  <a:pt x="414841" y="279260"/>
                </a:lnTo>
                <a:lnTo>
                  <a:pt x="402627" y="322891"/>
                </a:lnTo>
                <a:lnTo>
                  <a:pt x="383303" y="362370"/>
                </a:lnTo>
                <a:lnTo>
                  <a:pt x="357711" y="396763"/>
                </a:lnTo>
                <a:lnTo>
                  <a:pt x="326696" y="425138"/>
                </a:lnTo>
                <a:lnTo>
                  <a:pt x="291101" y="446561"/>
                </a:lnTo>
                <a:lnTo>
                  <a:pt x="251771" y="460099"/>
                </a:lnTo>
                <a:lnTo>
                  <a:pt x="209550" y="464819"/>
                </a:lnTo>
                <a:lnTo>
                  <a:pt x="167328" y="460099"/>
                </a:lnTo>
                <a:lnTo>
                  <a:pt x="127998" y="446561"/>
                </a:lnTo>
                <a:lnTo>
                  <a:pt x="92403" y="425138"/>
                </a:lnTo>
                <a:lnTo>
                  <a:pt x="61388" y="396763"/>
                </a:lnTo>
                <a:lnTo>
                  <a:pt x="35796" y="362370"/>
                </a:lnTo>
                <a:lnTo>
                  <a:pt x="16472" y="322891"/>
                </a:lnTo>
                <a:lnTo>
                  <a:pt x="4258" y="279260"/>
                </a:lnTo>
                <a:lnTo>
                  <a:pt x="0" y="23241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63106" y="1577339"/>
            <a:ext cx="889000" cy="114300"/>
          </a:xfrm>
          <a:custGeom>
            <a:avLst/>
            <a:gdLst/>
            <a:ahLst/>
            <a:cxnLst/>
            <a:rect l="l" t="t" r="r" b="b"/>
            <a:pathLst>
              <a:path w="889000" h="114300">
                <a:moveTo>
                  <a:pt x="774192" y="0"/>
                </a:moveTo>
                <a:lnTo>
                  <a:pt x="774192" y="114300"/>
                </a:lnTo>
                <a:lnTo>
                  <a:pt x="850392" y="76200"/>
                </a:lnTo>
                <a:lnTo>
                  <a:pt x="793242" y="76200"/>
                </a:lnTo>
                <a:lnTo>
                  <a:pt x="793242" y="38100"/>
                </a:lnTo>
                <a:lnTo>
                  <a:pt x="850392" y="38100"/>
                </a:lnTo>
                <a:lnTo>
                  <a:pt x="774192" y="0"/>
                </a:lnTo>
                <a:close/>
              </a:path>
              <a:path w="889000" h="114300">
                <a:moveTo>
                  <a:pt x="77419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74192" y="76200"/>
                </a:lnTo>
                <a:lnTo>
                  <a:pt x="774192" y="38100"/>
                </a:lnTo>
                <a:close/>
              </a:path>
              <a:path w="889000" h="114300">
                <a:moveTo>
                  <a:pt x="850392" y="38100"/>
                </a:moveTo>
                <a:lnTo>
                  <a:pt x="793242" y="38100"/>
                </a:lnTo>
                <a:lnTo>
                  <a:pt x="793242" y="76200"/>
                </a:lnTo>
                <a:lnTo>
                  <a:pt x="850392" y="76200"/>
                </a:lnTo>
                <a:lnTo>
                  <a:pt x="888492" y="57150"/>
                </a:lnTo>
                <a:lnTo>
                  <a:pt x="85039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49361" y="1577339"/>
            <a:ext cx="896619" cy="114300"/>
          </a:xfrm>
          <a:custGeom>
            <a:avLst/>
            <a:gdLst/>
            <a:ahLst/>
            <a:cxnLst/>
            <a:rect l="l" t="t" r="r" b="b"/>
            <a:pathLst>
              <a:path w="896620" h="114300">
                <a:moveTo>
                  <a:pt x="781812" y="0"/>
                </a:moveTo>
                <a:lnTo>
                  <a:pt x="781812" y="114300"/>
                </a:lnTo>
                <a:lnTo>
                  <a:pt x="858012" y="76200"/>
                </a:lnTo>
                <a:lnTo>
                  <a:pt x="800862" y="76200"/>
                </a:lnTo>
                <a:lnTo>
                  <a:pt x="800862" y="38100"/>
                </a:lnTo>
                <a:lnTo>
                  <a:pt x="858012" y="38100"/>
                </a:lnTo>
                <a:lnTo>
                  <a:pt x="781812" y="0"/>
                </a:lnTo>
                <a:close/>
              </a:path>
              <a:path w="896620" h="114300">
                <a:moveTo>
                  <a:pt x="7818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1812" y="76200"/>
                </a:lnTo>
                <a:lnTo>
                  <a:pt x="781812" y="38100"/>
                </a:lnTo>
                <a:close/>
              </a:path>
              <a:path w="896620" h="114300">
                <a:moveTo>
                  <a:pt x="858012" y="38100"/>
                </a:moveTo>
                <a:lnTo>
                  <a:pt x="800862" y="38100"/>
                </a:lnTo>
                <a:lnTo>
                  <a:pt x="800862" y="76200"/>
                </a:lnTo>
                <a:lnTo>
                  <a:pt x="858012" y="76200"/>
                </a:lnTo>
                <a:lnTo>
                  <a:pt x="896112" y="57150"/>
                </a:lnTo>
                <a:lnTo>
                  <a:pt x="8580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797802" y="1355547"/>
            <a:ext cx="48640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1314" y="523115"/>
            <a:ext cx="2878455" cy="79756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状态转换图的实现</a:t>
            </a:r>
            <a:endParaRPr sz="2800">
              <a:latin typeface="宋体"/>
              <a:cs typeface="宋体"/>
            </a:endParaRPr>
          </a:p>
          <a:p>
            <a:pPr marL="1783714">
              <a:lnSpc>
                <a:spcPct val="100000"/>
              </a:lnSpc>
              <a:spcBef>
                <a:spcPts val="220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47735" y="1346149"/>
            <a:ext cx="5378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447026" y="1415033"/>
            <a:ext cx="419100" cy="464820"/>
          </a:xfrm>
          <a:custGeom>
            <a:avLst/>
            <a:gdLst/>
            <a:ahLst/>
            <a:cxnLst/>
            <a:rect l="l" t="t" r="r" b="b"/>
            <a:pathLst>
              <a:path w="419100" h="464819">
                <a:moveTo>
                  <a:pt x="0" y="232410"/>
                </a:moveTo>
                <a:lnTo>
                  <a:pt x="4258" y="185559"/>
                </a:lnTo>
                <a:lnTo>
                  <a:pt x="16472" y="141928"/>
                </a:lnTo>
                <a:lnTo>
                  <a:pt x="35796" y="102449"/>
                </a:lnTo>
                <a:lnTo>
                  <a:pt x="61388" y="68056"/>
                </a:lnTo>
                <a:lnTo>
                  <a:pt x="92403" y="39681"/>
                </a:lnTo>
                <a:lnTo>
                  <a:pt x="127998" y="18258"/>
                </a:lnTo>
                <a:lnTo>
                  <a:pt x="167328" y="4720"/>
                </a:lnTo>
                <a:lnTo>
                  <a:pt x="209550" y="0"/>
                </a:lnTo>
                <a:lnTo>
                  <a:pt x="251771" y="4720"/>
                </a:lnTo>
                <a:lnTo>
                  <a:pt x="291101" y="18258"/>
                </a:lnTo>
                <a:lnTo>
                  <a:pt x="326696" y="39681"/>
                </a:lnTo>
                <a:lnTo>
                  <a:pt x="357711" y="68056"/>
                </a:lnTo>
                <a:lnTo>
                  <a:pt x="383303" y="102449"/>
                </a:lnTo>
                <a:lnTo>
                  <a:pt x="402627" y="141928"/>
                </a:lnTo>
                <a:lnTo>
                  <a:pt x="414841" y="185559"/>
                </a:lnTo>
                <a:lnTo>
                  <a:pt x="419100" y="232410"/>
                </a:lnTo>
                <a:lnTo>
                  <a:pt x="414841" y="279260"/>
                </a:lnTo>
                <a:lnTo>
                  <a:pt x="402627" y="322891"/>
                </a:lnTo>
                <a:lnTo>
                  <a:pt x="383303" y="362370"/>
                </a:lnTo>
                <a:lnTo>
                  <a:pt x="357711" y="396763"/>
                </a:lnTo>
                <a:lnTo>
                  <a:pt x="326696" y="425138"/>
                </a:lnTo>
                <a:lnTo>
                  <a:pt x="291101" y="446561"/>
                </a:lnTo>
                <a:lnTo>
                  <a:pt x="251771" y="460099"/>
                </a:lnTo>
                <a:lnTo>
                  <a:pt x="209550" y="464819"/>
                </a:lnTo>
                <a:lnTo>
                  <a:pt x="167328" y="460099"/>
                </a:lnTo>
                <a:lnTo>
                  <a:pt x="127998" y="446561"/>
                </a:lnTo>
                <a:lnTo>
                  <a:pt x="92403" y="425138"/>
                </a:lnTo>
                <a:lnTo>
                  <a:pt x="61388" y="396763"/>
                </a:lnTo>
                <a:lnTo>
                  <a:pt x="35796" y="362370"/>
                </a:lnTo>
                <a:lnTo>
                  <a:pt x="16472" y="322891"/>
                </a:lnTo>
                <a:lnTo>
                  <a:pt x="4258" y="279260"/>
                </a:lnTo>
                <a:lnTo>
                  <a:pt x="0" y="232410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271005" y="1473200"/>
            <a:ext cx="14630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22705" algn="l"/>
              </a:tabLst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00261" y="1339341"/>
            <a:ext cx="443865" cy="553720"/>
          </a:xfrm>
          <a:custGeom>
            <a:avLst/>
            <a:gdLst/>
            <a:ahLst/>
            <a:cxnLst/>
            <a:rect l="l" t="t" r="r" b="b"/>
            <a:pathLst>
              <a:path w="443865" h="553719">
                <a:moveTo>
                  <a:pt x="252857" y="0"/>
                </a:moveTo>
                <a:lnTo>
                  <a:pt x="213233" y="3810"/>
                </a:lnTo>
                <a:lnTo>
                  <a:pt x="199644" y="7620"/>
                </a:lnTo>
                <a:lnTo>
                  <a:pt x="175006" y="13970"/>
                </a:lnTo>
                <a:lnTo>
                  <a:pt x="129286" y="36830"/>
                </a:lnTo>
                <a:lnTo>
                  <a:pt x="89154" y="67310"/>
                </a:lnTo>
                <a:lnTo>
                  <a:pt x="55372" y="105410"/>
                </a:lnTo>
                <a:lnTo>
                  <a:pt x="29083" y="148590"/>
                </a:lnTo>
                <a:lnTo>
                  <a:pt x="10541" y="198120"/>
                </a:lnTo>
                <a:lnTo>
                  <a:pt x="1143" y="251460"/>
                </a:lnTo>
                <a:lnTo>
                  <a:pt x="0" y="279400"/>
                </a:lnTo>
                <a:lnTo>
                  <a:pt x="1397" y="307340"/>
                </a:lnTo>
                <a:lnTo>
                  <a:pt x="11684" y="360680"/>
                </a:lnTo>
                <a:lnTo>
                  <a:pt x="30734" y="410210"/>
                </a:lnTo>
                <a:lnTo>
                  <a:pt x="57912" y="453390"/>
                </a:lnTo>
                <a:lnTo>
                  <a:pt x="92329" y="491490"/>
                </a:lnTo>
                <a:lnTo>
                  <a:pt x="133350" y="520700"/>
                </a:lnTo>
                <a:lnTo>
                  <a:pt x="179578" y="542290"/>
                </a:lnTo>
                <a:lnTo>
                  <a:pt x="242062" y="553720"/>
                </a:lnTo>
                <a:lnTo>
                  <a:pt x="268732" y="553720"/>
                </a:lnTo>
                <a:lnTo>
                  <a:pt x="294767" y="551180"/>
                </a:lnTo>
                <a:lnTo>
                  <a:pt x="308356" y="547370"/>
                </a:lnTo>
                <a:lnTo>
                  <a:pt x="332994" y="541020"/>
                </a:lnTo>
                <a:lnTo>
                  <a:pt x="356362" y="530860"/>
                </a:lnTo>
                <a:lnTo>
                  <a:pt x="367601" y="524510"/>
                </a:lnTo>
                <a:lnTo>
                  <a:pt x="242824" y="524510"/>
                </a:lnTo>
                <a:lnTo>
                  <a:pt x="220091" y="521970"/>
                </a:lnTo>
                <a:lnTo>
                  <a:pt x="166878" y="505460"/>
                </a:lnTo>
                <a:lnTo>
                  <a:pt x="128524" y="482600"/>
                </a:lnTo>
                <a:lnTo>
                  <a:pt x="95250" y="452120"/>
                </a:lnTo>
                <a:lnTo>
                  <a:pt x="67945" y="415290"/>
                </a:lnTo>
                <a:lnTo>
                  <a:pt x="47371" y="373380"/>
                </a:lnTo>
                <a:lnTo>
                  <a:pt x="34163" y="327660"/>
                </a:lnTo>
                <a:lnTo>
                  <a:pt x="29654" y="279400"/>
                </a:lnTo>
                <a:lnTo>
                  <a:pt x="29705" y="275590"/>
                </a:lnTo>
                <a:lnTo>
                  <a:pt x="34036" y="228600"/>
                </a:lnTo>
                <a:lnTo>
                  <a:pt x="46863" y="182880"/>
                </a:lnTo>
                <a:lnTo>
                  <a:pt x="67310" y="140970"/>
                </a:lnTo>
                <a:lnTo>
                  <a:pt x="94361" y="104140"/>
                </a:lnTo>
                <a:lnTo>
                  <a:pt x="127381" y="73660"/>
                </a:lnTo>
                <a:lnTo>
                  <a:pt x="165481" y="50800"/>
                </a:lnTo>
                <a:lnTo>
                  <a:pt x="207772" y="35560"/>
                </a:lnTo>
                <a:lnTo>
                  <a:pt x="241935" y="30480"/>
                </a:lnTo>
                <a:lnTo>
                  <a:pt x="367368" y="30480"/>
                </a:lnTo>
                <a:lnTo>
                  <a:pt x="352298" y="22860"/>
                </a:lnTo>
                <a:lnTo>
                  <a:pt x="328422" y="12700"/>
                </a:lnTo>
                <a:lnTo>
                  <a:pt x="305054" y="6350"/>
                </a:lnTo>
                <a:lnTo>
                  <a:pt x="291973" y="3810"/>
                </a:lnTo>
                <a:lnTo>
                  <a:pt x="252857" y="0"/>
                </a:lnTo>
                <a:close/>
              </a:path>
              <a:path w="443865" h="553719">
                <a:moveTo>
                  <a:pt x="443737" y="408940"/>
                </a:moveTo>
                <a:lnTo>
                  <a:pt x="413639" y="450850"/>
                </a:lnTo>
                <a:lnTo>
                  <a:pt x="380619" y="481330"/>
                </a:lnTo>
                <a:lnTo>
                  <a:pt x="342519" y="504190"/>
                </a:lnTo>
                <a:lnTo>
                  <a:pt x="300228" y="519430"/>
                </a:lnTo>
                <a:lnTo>
                  <a:pt x="266065" y="524510"/>
                </a:lnTo>
                <a:lnTo>
                  <a:pt x="367601" y="524510"/>
                </a:lnTo>
                <a:lnTo>
                  <a:pt x="418719" y="488950"/>
                </a:lnTo>
                <a:lnTo>
                  <a:pt x="443737" y="461010"/>
                </a:lnTo>
                <a:lnTo>
                  <a:pt x="443737" y="408940"/>
                </a:lnTo>
                <a:close/>
              </a:path>
              <a:path w="443865" h="553719">
                <a:moveTo>
                  <a:pt x="264414" y="59690"/>
                </a:moveTo>
                <a:lnTo>
                  <a:pt x="244602" y="59690"/>
                </a:lnTo>
                <a:lnTo>
                  <a:pt x="215900" y="63500"/>
                </a:lnTo>
                <a:lnTo>
                  <a:pt x="179451" y="76200"/>
                </a:lnTo>
                <a:lnTo>
                  <a:pt x="146304" y="96520"/>
                </a:lnTo>
                <a:lnTo>
                  <a:pt x="117221" y="121920"/>
                </a:lnTo>
                <a:lnTo>
                  <a:pt x="93218" y="154940"/>
                </a:lnTo>
                <a:lnTo>
                  <a:pt x="75057" y="191770"/>
                </a:lnTo>
                <a:lnTo>
                  <a:pt x="63373" y="232410"/>
                </a:lnTo>
                <a:lnTo>
                  <a:pt x="59365" y="275590"/>
                </a:lnTo>
                <a:lnTo>
                  <a:pt x="59407" y="279400"/>
                </a:lnTo>
                <a:lnTo>
                  <a:pt x="63119" y="321310"/>
                </a:lnTo>
                <a:lnTo>
                  <a:pt x="74549" y="361950"/>
                </a:lnTo>
                <a:lnTo>
                  <a:pt x="92583" y="398780"/>
                </a:lnTo>
                <a:lnTo>
                  <a:pt x="116332" y="431800"/>
                </a:lnTo>
                <a:lnTo>
                  <a:pt x="145161" y="458470"/>
                </a:lnTo>
                <a:lnTo>
                  <a:pt x="195707" y="485140"/>
                </a:lnTo>
                <a:lnTo>
                  <a:pt x="243586" y="495300"/>
                </a:lnTo>
                <a:lnTo>
                  <a:pt x="263398" y="495300"/>
                </a:lnTo>
                <a:lnTo>
                  <a:pt x="310769" y="485140"/>
                </a:lnTo>
                <a:lnTo>
                  <a:pt x="352735" y="464820"/>
                </a:lnTo>
                <a:lnTo>
                  <a:pt x="236474" y="464820"/>
                </a:lnTo>
                <a:lnTo>
                  <a:pt x="228092" y="463550"/>
                </a:lnTo>
                <a:lnTo>
                  <a:pt x="220726" y="461010"/>
                </a:lnTo>
                <a:lnTo>
                  <a:pt x="203835" y="457200"/>
                </a:lnTo>
                <a:lnTo>
                  <a:pt x="189230" y="450850"/>
                </a:lnTo>
                <a:lnTo>
                  <a:pt x="149098" y="422910"/>
                </a:lnTo>
                <a:lnTo>
                  <a:pt x="117221" y="382270"/>
                </a:lnTo>
                <a:lnTo>
                  <a:pt x="96139" y="332740"/>
                </a:lnTo>
                <a:lnTo>
                  <a:pt x="88900" y="275590"/>
                </a:lnTo>
                <a:lnTo>
                  <a:pt x="89916" y="255270"/>
                </a:lnTo>
                <a:lnTo>
                  <a:pt x="103124" y="200660"/>
                </a:lnTo>
                <a:lnTo>
                  <a:pt x="129159" y="154940"/>
                </a:lnTo>
                <a:lnTo>
                  <a:pt x="165227" y="119380"/>
                </a:lnTo>
                <a:lnTo>
                  <a:pt x="208407" y="96520"/>
                </a:lnTo>
                <a:lnTo>
                  <a:pt x="238633" y="90170"/>
                </a:lnTo>
                <a:lnTo>
                  <a:pt x="247142" y="90170"/>
                </a:lnTo>
                <a:lnTo>
                  <a:pt x="255143" y="88900"/>
                </a:lnTo>
                <a:lnTo>
                  <a:pt x="350932" y="88900"/>
                </a:lnTo>
                <a:lnTo>
                  <a:pt x="346964" y="86360"/>
                </a:lnTo>
                <a:lnTo>
                  <a:pt x="329946" y="77470"/>
                </a:lnTo>
                <a:lnTo>
                  <a:pt x="312293" y="69850"/>
                </a:lnTo>
                <a:lnTo>
                  <a:pt x="283845" y="62230"/>
                </a:lnTo>
                <a:lnTo>
                  <a:pt x="264414" y="59690"/>
                </a:lnTo>
                <a:close/>
              </a:path>
              <a:path w="443865" h="553719">
                <a:moveTo>
                  <a:pt x="350932" y="88900"/>
                </a:moveTo>
                <a:lnTo>
                  <a:pt x="255143" y="88900"/>
                </a:lnTo>
                <a:lnTo>
                  <a:pt x="263525" y="90170"/>
                </a:lnTo>
                <a:lnTo>
                  <a:pt x="271526" y="90170"/>
                </a:lnTo>
                <a:lnTo>
                  <a:pt x="279908" y="91440"/>
                </a:lnTo>
                <a:lnTo>
                  <a:pt x="318770" y="104140"/>
                </a:lnTo>
                <a:lnTo>
                  <a:pt x="358902" y="132080"/>
                </a:lnTo>
                <a:lnTo>
                  <a:pt x="390779" y="172720"/>
                </a:lnTo>
                <a:lnTo>
                  <a:pt x="411861" y="222250"/>
                </a:lnTo>
                <a:lnTo>
                  <a:pt x="418338" y="260350"/>
                </a:lnTo>
                <a:lnTo>
                  <a:pt x="419100" y="279400"/>
                </a:lnTo>
                <a:lnTo>
                  <a:pt x="418084" y="299720"/>
                </a:lnTo>
                <a:lnTo>
                  <a:pt x="404876" y="354330"/>
                </a:lnTo>
                <a:lnTo>
                  <a:pt x="378841" y="400050"/>
                </a:lnTo>
                <a:lnTo>
                  <a:pt x="342773" y="435610"/>
                </a:lnTo>
                <a:lnTo>
                  <a:pt x="299593" y="458470"/>
                </a:lnTo>
                <a:lnTo>
                  <a:pt x="269367" y="464820"/>
                </a:lnTo>
                <a:lnTo>
                  <a:pt x="352735" y="464820"/>
                </a:lnTo>
                <a:lnTo>
                  <a:pt x="390779" y="433070"/>
                </a:lnTo>
                <a:lnTo>
                  <a:pt x="414782" y="400050"/>
                </a:lnTo>
                <a:lnTo>
                  <a:pt x="432943" y="363220"/>
                </a:lnTo>
                <a:lnTo>
                  <a:pt x="443737" y="326390"/>
                </a:lnTo>
                <a:lnTo>
                  <a:pt x="443737" y="228600"/>
                </a:lnTo>
                <a:lnTo>
                  <a:pt x="425196" y="173990"/>
                </a:lnTo>
                <a:lnTo>
                  <a:pt x="404241" y="139700"/>
                </a:lnTo>
                <a:lnTo>
                  <a:pt x="377825" y="109220"/>
                </a:lnTo>
                <a:lnTo>
                  <a:pt x="362839" y="96520"/>
                </a:lnTo>
                <a:lnTo>
                  <a:pt x="350932" y="88900"/>
                </a:lnTo>
                <a:close/>
              </a:path>
              <a:path w="443865" h="553719">
                <a:moveTo>
                  <a:pt x="367368" y="30480"/>
                </a:moveTo>
                <a:lnTo>
                  <a:pt x="265176" y="30480"/>
                </a:lnTo>
                <a:lnTo>
                  <a:pt x="287909" y="33020"/>
                </a:lnTo>
                <a:lnTo>
                  <a:pt x="299212" y="35560"/>
                </a:lnTo>
                <a:lnTo>
                  <a:pt x="341122" y="49530"/>
                </a:lnTo>
                <a:lnTo>
                  <a:pt x="379476" y="72390"/>
                </a:lnTo>
                <a:lnTo>
                  <a:pt x="412750" y="102870"/>
                </a:lnTo>
                <a:lnTo>
                  <a:pt x="440055" y="139700"/>
                </a:lnTo>
                <a:lnTo>
                  <a:pt x="443737" y="146050"/>
                </a:lnTo>
                <a:lnTo>
                  <a:pt x="443737" y="93980"/>
                </a:lnTo>
                <a:lnTo>
                  <a:pt x="433705" y="82550"/>
                </a:lnTo>
                <a:lnTo>
                  <a:pt x="415671" y="63500"/>
                </a:lnTo>
                <a:lnTo>
                  <a:pt x="395986" y="48260"/>
                </a:lnTo>
                <a:lnTo>
                  <a:pt x="374904" y="34290"/>
                </a:lnTo>
                <a:lnTo>
                  <a:pt x="367368" y="3048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878316" y="1441780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48804" y="1142619"/>
            <a:ext cx="411480" cy="396240"/>
          </a:xfrm>
          <a:custGeom>
            <a:avLst/>
            <a:gdLst/>
            <a:ahLst/>
            <a:cxnLst/>
            <a:rect l="l" t="t" r="r" b="b"/>
            <a:pathLst>
              <a:path w="411479" h="396240">
                <a:moveTo>
                  <a:pt x="338999" y="293272"/>
                </a:moveTo>
                <a:lnTo>
                  <a:pt x="302895" y="305180"/>
                </a:lnTo>
                <a:lnTo>
                  <a:pt x="392938" y="395858"/>
                </a:lnTo>
                <a:lnTo>
                  <a:pt x="405317" y="311403"/>
                </a:lnTo>
                <a:lnTo>
                  <a:pt x="345059" y="311403"/>
                </a:lnTo>
                <a:lnTo>
                  <a:pt x="338999" y="293272"/>
                </a:lnTo>
                <a:close/>
              </a:path>
              <a:path w="411479" h="396240">
                <a:moveTo>
                  <a:pt x="210185" y="0"/>
                </a:moveTo>
                <a:lnTo>
                  <a:pt x="207645" y="0"/>
                </a:lnTo>
                <a:lnTo>
                  <a:pt x="201802" y="507"/>
                </a:lnTo>
                <a:lnTo>
                  <a:pt x="166877" y="17398"/>
                </a:lnTo>
                <a:lnTo>
                  <a:pt x="140207" y="47497"/>
                </a:lnTo>
                <a:lnTo>
                  <a:pt x="115189" y="88645"/>
                </a:lnTo>
                <a:lnTo>
                  <a:pt x="96647" y="126110"/>
                </a:lnTo>
                <a:lnTo>
                  <a:pt x="72263" y="183006"/>
                </a:lnTo>
                <a:lnTo>
                  <a:pt x="48132" y="246125"/>
                </a:lnTo>
                <a:lnTo>
                  <a:pt x="23875" y="313563"/>
                </a:lnTo>
                <a:lnTo>
                  <a:pt x="0" y="383031"/>
                </a:lnTo>
                <a:lnTo>
                  <a:pt x="36068" y="395350"/>
                </a:lnTo>
                <a:lnTo>
                  <a:pt x="59944" y="326008"/>
                </a:lnTo>
                <a:lnTo>
                  <a:pt x="71881" y="292100"/>
                </a:lnTo>
                <a:lnTo>
                  <a:pt x="95885" y="227329"/>
                </a:lnTo>
                <a:lnTo>
                  <a:pt x="119634" y="168275"/>
                </a:lnTo>
                <a:lnTo>
                  <a:pt x="137287" y="129285"/>
                </a:lnTo>
                <a:lnTo>
                  <a:pt x="160527" y="86105"/>
                </a:lnTo>
                <a:lnTo>
                  <a:pt x="187578" y="50164"/>
                </a:lnTo>
                <a:lnTo>
                  <a:pt x="202480" y="39496"/>
                </a:lnTo>
                <a:lnTo>
                  <a:pt x="202056" y="39496"/>
                </a:lnTo>
                <a:lnTo>
                  <a:pt x="205104" y="38480"/>
                </a:lnTo>
                <a:lnTo>
                  <a:pt x="204850" y="38480"/>
                </a:lnTo>
                <a:lnTo>
                  <a:pt x="207548" y="38031"/>
                </a:lnTo>
                <a:lnTo>
                  <a:pt x="207010" y="37972"/>
                </a:lnTo>
                <a:lnTo>
                  <a:pt x="268916" y="37972"/>
                </a:lnTo>
                <a:lnTo>
                  <a:pt x="264160" y="32003"/>
                </a:lnTo>
                <a:lnTo>
                  <a:pt x="234696" y="6730"/>
                </a:lnTo>
                <a:lnTo>
                  <a:pt x="226187" y="3175"/>
                </a:lnTo>
                <a:lnTo>
                  <a:pt x="220345" y="1396"/>
                </a:lnTo>
                <a:lnTo>
                  <a:pt x="219328" y="1142"/>
                </a:lnTo>
                <a:lnTo>
                  <a:pt x="218186" y="888"/>
                </a:lnTo>
                <a:lnTo>
                  <a:pt x="217170" y="761"/>
                </a:lnTo>
                <a:lnTo>
                  <a:pt x="210185" y="0"/>
                </a:lnTo>
                <a:close/>
              </a:path>
              <a:path w="411479" h="396240">
                <a:moveTo>
                  <a:pt x="375203" y="281331"/>
                </a:moveTo>
                <a:lnTo>
                  <a:pt x="338999" y="293272"/>
                </a:lnTo>
                <a:lnTo>
                  <a:pt x="345059" y="311403"/>
                </a:lnTo>
                <a:lnTo>
                  <a:pt x="381253" y="299338"/>
                </a:lnTo>
                <a:lnTo>
                  <a:pt x="375203" y="281331"/>
                </a:lnTo>
                <a:close/>
              </a:path>
              <a:path w="411479" h="396240">
                <a:moveTo>
                  <a:pt x="411479" y="269366"/>
                </a:moveTo>
                <a:lnTo>
                  <a:pt x="375203" y="281331"/>
                </a:lnTo>
                <a:lnTo>
                  <a:pt x="381253" y="299338"/>
                </a:lnTo>
                <a:lnTo>
                  <a:pt x="345059" y="311403"/>
                </a:lnTo>
                <a:lnTo>
                  <a:pt x="405317" y="311403"/>
                </a:lnTo>
                <a:lnTo>
                  <a:pt x="411479" y="269366"/>
                </a:lnTo>
                <a:close/>
              </a:path>
              <a:path w="411479" h="396240">
                <a:moveTo>
                  <a:pt x="214375" y="39372"/>
                </a:moveTo>
                <a:lnTo>
                  <a:pt x="245745" y="70992"/>
                </a:lnTo>
                <a:lnTo>
                  <a:pt x="267462" y="108838"/>
                </a:lnTo>
                <a:lnTo>
                  <a:pt x="284099" y="144906"/>
                </a:lnTo>
                <a:lnTo>
                  <a:pt x="306577" y="201040"/>
                </a:lnTo>
                <a:lnTo>
                  <a:pt x="329184" y="263905"/>
                </a:lnTo>
                <a:lnTo>
                  <a:pt x="338999" y="293272"/>
                </a:lnTo>
                <a:lnTo>
                  <a:pt x="375203" y="281331"/>
                </a:lnTo>
                <a:lnTo>
                  <a:pt x="353695" y="218566"/>
                </a:lnTo>
                <a:lnTo>
                  <a:pt x="330453" y="157352"/>
                </a:lnTo>
                <a:lnTo>
                  <a:pt x="313054" y="116331"/>
                </a:lnTo>
                <a:lnTo>
                  <a:pt x="295275" y="79882"/>
                </a:lnTo>
                <a:lnTo>
                  <a:pt x="270535" y="40004"/>
                </a:lnTo>
                <a:lnTo>
                  <a:pt x="270333" y="39750"/>
                </a:lnTo>
                <a:lnTo>
                  <a:pt x="215646" y="39750"/>
                </a:lnTo>
                <a:lnTo>
                  <a:pt x="214375" y="39372"/>
                </a:lnTo>
                <a:close/>
              </a:path>
              <a:path w="411479" h="396240">
                <a:moveTo>
                  <a:pt x="212978" y="38734"/>
                </a:moveTo>
                <a:lnTo>
                  <a:pt x="214375" y="39372"/>
                </a:lnTo>
                <a:lnTo>
                  <a:pt x="215646" y="39750"/>
                </a:lnTo>
                <a:lnTo>
                  <a:pt x="212978" y="38734"/>
                </a:lnTo>
                <a:close/>
              </a:path>
              <a:path w="411479" h="396240">
                <a:moveTo>
                  <a:pt x="269523" y="38734"/>
                </a:moveTo>
                <a:lnTo>
                  <a:pt x="212978" y="38734"/>
                </a:lnTo>
                <a:lnTo>
                  <a:pt x="215646" y="39750"/>
                </a:lnTo>
                <a:lnTo>
                  <a:pt x="270333" y="39750"/>
                </a:lnTo>
                <a:lnTo>
                  <a:pt x="269523" y="38734"/>
                </a:lnTo>
                <a:close/>
              </a:path>
              <a:path w="411479" h="396240">
                <a:moveTo>
                  <a:pt x="205104" y="38480"/>
                </a:moveTo>
                <a:lnTo>
                  <a:pt x="202056" y="39496"/>
                </a:lnTo>
                <a:lnTo>
                  <a:pt x="203355" y="39158"/>
                </a:lnTo>
                <a:lnTo>
                  <a:pt x="205104" y="38480"/>
                </a:lnTo>
                <a:close/>
              </a:path>
              <a:path w="411479" h="396240">
                <a:moveTo>
                  <a:pt x="203355" y="39158"/>
                </a:moveTo>
                <a:lnTo>
                  <a:pt x="202056" y="39496"/>
                </a:lnTo>
                <a:lnTo>
                  <a:pt x="202480" y="39496"/>
                </a:lnTo>
                <a:lnTo>
                  <a:pt x="203355" y="39158"/>
                </a:lnTo>
                <a:close/>
              </a:path>
              <a:path w="411479" h="396240">
                <a:moveTo>
                  <a:pt x="211209" y="38429"/>
                </a:moveTo>
                <a:lnTo>
                  <a:pt x="214375" y="39372"/>
                </a:lnTo>
                <a:lnTo>
                  <a:pt x="212978" y="38734"/>
                </a:lnTo>
                <a:lnTo>
                  <a:pt x="269523" y="38734"/>
                </a:lnTo>
                <a:lnTo>
                  <a:pt x="212851" y="38607"/>
                </a:lnTo>
                <a:lnTo>
                  <a:pt x="211209" y="38429"/>
                </a:lnTo>
                <a:close/>
              </a:path>
              <a:path w="411479" h="396240">
                <a:moveTo>
                  <a:pt x="206318" y="38385"/>
                </a:moveTo>
                <a:lnTo>
                  <a:pt x="204850" y="38480"/>
                </a:lnTo>
                <a:lnTo>
                  <a:pt x="205104" y="38480"/>
                </a:lnTo>
                <a:lnTo>
                  <a:pt x="203355" y="39158"/>
                </a:lnTo>
                <a:lnTo>
                  <a:pt x="206318" y="38385"/>
                </a:lnTo>
                <a:close/>
              </a:path>
              <a:path w="411479" h="396240">
                <a:moveTo>
                  <a:pt x="210405" y="38118"/>
                </a:moveTo>
                <a:lnTo>
                  <a:pt x="210209" y="38131"/>
                </a:lnTo>
                <a:lnTo>
                  <a:pt x="211209" y="38429"/>
                </a:lnTo>
                <a:lnTo>
                  <a:pt x="212851" y="38607"/>
                </a:lnTo>
                <a:lnTo>
                  <a:pt x="210405" y="38118"/>
                </a:lnTo>
                <a:close/>
              </a:path>
              <a:path w="411479" h="396240">
                <a:moveTo>
                  <a:pt x="268916" y="37972"/>
                </a:moveTo>
                <a:lnTo>
                  <a:pt x="209676" y="37972"/>
                </a:lnTo>
                <a:lnTo>
                  <a:pt x="210232" y="38084"/>
                </a:lnTo>
                <a:lnTo>
                  <a:pt x="210693" y="38100"/>
                </a:lnTo>
                <a:lnTo>
                  <a:pt x="210405" y="38118"/>
                </a:lnTo>
                <a:lnTo>
                  <a:pt x="212851" y="38607"/>
                </a:lnTo>
                <a:lnTo>
                  <a:pt x="269422" y="38607"/>
                </a:lnTo>
                <a:lnTo>
                  <a:pt x="268916" y="37972"/>
                </a:lnTo>
                <a:close/>
              </a:path>
              <a:path w="411479" h="396240">
                <a:moveTo>
                  <a:pt x="207548" y="38031"/>
                </a:moveTo>
                <a:lnTo>
                  <a:pt x="204850" y="38480"/>
                </a:lnTo>
                <a:lnTo>
                  <a:pt x="206318" y="38385"/>
                </a:lnTo>
                <a:lnTo>
                  <a:pt x="207500" y="38077"/>
                </a:lnTo>
                <a:close/>
              </a:path>
              <a:path w="411479" h="396240">
                <a:moveTo>
                  <a:pt x="210209" y="38131"/>
                </a:moveTo>
                <a:lnTo>
                  <a:pt x="209121" y="38202"/>
                </a:lnTo>
                <a:lnTo>
                  <a:pt x="211209" y="38429"/>
                </a:lnTo>
                <a:lnTo>
                  <a:pt x="210209" y="38131"/>
                </a:lnTo>
                <a:close/>
              </a:path>
              <a:path w="411479" h="396240">
                <a:moveTo>
                  <a:pt x="207637" y="38041"/>
                </a:moveTo>
                <a:lnTo>
                  <a:pt x="206318" y="38385"/>
                </a:lnTo>
                <a:lnTo>
                  <a:pt x="209121" y="38202"/>
                </a:lnTo>
                <a:lnTo>
                  <a:pt x="207637" y="38041"/>
                </a:lnTo>
                <a:close/>
              </a:path>
              <a:path w="411479" h="396240">
                <a:moveTo>
                  <a:pt x="207795" y="38000"/>
                </a:moveTo>
                <a:lnTo>
                  <a:pt x="207637" y="38041"/>
                </a:lnTo>
                <a:lnTo>
                  <a:pt x="209121" y="38202"/>
                </a:lnTo>
                <a:lnTo>
                  <a:pt x="210209" y="38131"/>
                </a:lnTo>
                <a:lnTo>
                  <a:pt x="210026" y="38077"/>
                </a:lnTo>
                <a:lnTo>
                  <a:pt x="207795" y="38000"/>
                </a:lnTo>
                <a:close/>
              </a:path>
              <a:path w="411479" h="396240">
                <a:moveTo>
                  <a:pt x="210026" y="38077"/>
                </a:moveTo>
                <a:lnTo>
                  <a:pt x="210209" y="38131"/>
                </a:lnTo>
                <a:lnTo>
                  <a:pt x="210026" y="38077"/>
                </a:lnTo>
                <a:close/>
              </a:path>
              <a:path w="411479" h="396240">
                <a:moveTo>
                  <a:pt x="210232" y="38084"/>
                </a:moveTo>
                <a:lnTo>
                  <a:pt x="210405" y="38118"/>
                </a:lnTo>
                <a:lnTo>
                  <a:pt x="210693" y="38100"/>
                </a:lnTo>
                <a:lnTo>
                  <a:pt x="210232" y="38084"/>
                </a:lnTo>
                <a:close/>
              </a:path>
              <a:path w="411479" h="396240">
                <a:moveTo>
                  <a:pt x="209676" y="37972"/>
                </a:moveTo>
                <a:lnTo>
                  <a:pt x="210026" y="38077"/>
                </a:lnTo>
                <a:lnTo>
                  <a:pt x="210232" y="38084"/>
                </a:lnTo>
                <a:lnTo>
                  <a:pt x="209676" y="37972"/>
                </a:lnTo>
                <a:close/>
              </a:path>
              <a:path w="411479" h="396240">
                <a:moveTo>
                  <a:pt x="209676" y="37972"/>
                </a:moveTo>
                <a:lnTo>
                  <a:pt x="207899" y="37972"/>
                </a:lnTo>
                <a:lnTo>
                  <a:pt x="210026" y="38077"/>
                </a:lnTo>
                <a:lnTo>
                  <a:pt x="209676" y="37972"/>
                </a:lnTo>
                <a:close/>
              </a:path>
              <a:path w="411479" h="396240">
                <a:moveTo>
                  <a:pt x="207010" y="37972"/>
                </a:moveTo>
                <a:lnTo>
                  <a:pt x="207548" y="38031"/>
                </a:lnTo>
                <a:lnTo>
                  <a:pt x="207746" y="37998"/>
                </a:lnTo>
                <a:lnTo>
                  <a:pt x="207010" y="37972"/>
                </a:lnTo>
                <a:close/>
              </a:path>
              <a:path w="411479" h="396240">
                <a:moveTo>
                  <a:pt x="207899" y="37972"/>
                </a:moveTo>
                <a:lnTo>
                  <a:pt x="207010" y="37972"/>
                </a:lnTo>
                <a:lnTo>
                  <a:pt x="207746" y="37998"/>
                </a:lnTo>
                <a:lnTo>
                  <a:pt x="207899" y="37972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30261" y="2077973"/>
            <a:ext cx="419100" cy="464820"/>
          </a:xfrm>
          <a:custGeom>
            <a:avLst/>
            <a:gdLst/>
            <a:ahLst/>
            <a:cxnLst/>
            <a:rect l="l" t="t" r="r" b="b"/>
            <a:pathLst>
              <a:path w="419100" h="464819">
                <a:moveTo>
                  <a:pt x="0" y="232410"/>
                </a:moveTo>
                <a:lnTo>
                  <a:pt x="4258" y="185559"/>
                </a:lnTo>
                <a:lnTo>
                  <a:pt x="16472" y="141928"/>
                </a:lnTo>
                <a:lnTo>
                  <a:pt x="35796" y="102449"/>
                </a:lnTo>
                <a:lnTo>
                  <a:pt x="61388" y="68056"/>
                </a:lnTo>
                <a:lnTo>
                  <a:pt x="92403" y="39681"/>
                </a:lnTo>
                <a:lnTo>
                  <a:pt x="127998" y="18258"/>
                </a:lnTo>
                <a:lnTo>
                  <a:pt x="167328" y="4720"/>
                </a:lnTo>
                <a:lnTo>
                  <a:pt x="209550" y="0"/>
                </a:lnTo>
                <a:lnTo>
                  <a:pt x="251771" y="4720"/>
                </a:lnTo>
                <a:lnTo>
                  <a:pt x="291101" y="18258"/>
                </a:lnTo>
                <a:lnTo>
                  <a:pt x="326696" y="39681"/>
                </a:lnTo>
                <a:lnTo>
                  <a:pt x="357711" y="68056"/>
                </a:lnTo>
                <a:lnTo>
                  <a:pt x="383303" y="102449"/>
                </a:lnTo>
                <a:lnTo>
                  <a:pt x="402627" y="141928"/>
                </a:lnTo>
                <a:lnTo>
                  <a:pt x="414841" y="185559"/>
                </a:lnTo>
                <a:lnTo>
                  <a:pt x="419100" y="232410"/>
                </a:lnTo>
                <a:lnTo>
                  <a:pt x="414841" y="279260"/>
                </a:lnTo>
                <a:lnTo>
                  <a:pt x="402627" y="322891"/>
                </a:lnTo>
                <a:lnTo>
                  <a:pt x="383303" y="362370"/>
                </a:lnTo>
                <a:lnTo>
                  <a:pt x="357711" y="396763"/>
                </a:lnTo>
                <a:lnTo>
                  <a:pt x="326696" y="425138"/>
                </a:lnTo>
                <a:lnTo>
                  <a:pt x="291101" y="446561"/>
                </a:lnTo>
                <a:lnTo>
                  <a:pt x="251771" y="460099"/>
                </a:lnTo>
                <a:lnTo>
                  <a:pt x="209550" y="464820"/>
                </a:lnTo>
                <a:lnTo>
                  <a:pt x="167328" y="460099"/>
                </a:lnTo>
                <a:lnTo>
                  <a:pt x="127998" y="446561"/>
                </a:lnTo>
                <a:lnTo>
                  <a:pt x="92403" y="425138"/>
                </a:lnTo>
                <a:lnTo>
                  <a:pt x="61388" y="396763"/>
                </a:lnTo>
                <a:lnTo>
                  <a:pt x="35796" y="362370"/>
                </a:lnTo>
                <a:lnTo>
                  <a:pt x="16472" y="322891"/>
                </a:lnTo>
                <a:lnTo>
                  <a:pt x="4258" y="279260"/>
                </a:lnTo>
                <a:lnTo>
                  <a:pt x="0" y="23241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563739" y="2134946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700261" y="2032761"/>
            <a:ext cx="443865" cy="553720"/>
          </a:xfrm>
          <a:custGeom>
            <a:avLst/>
            <a:gdLst/>
            <a:ahLst/>
            <a:cxnLst/>
            <a:rect l="l" t="t" r="r" b="b"/>
            <a:pathLst>
              <a:path w="443865" h="553719">
                <a:moveTo>
                  <a:pt x="252857" y="0"/>
                </a:moveTo>
                <a:lnTo>
                  <a:pt x="213233" y="3810"/>
                </a:lnTo>
                <a:lnTo>
                  <a:pt x="199644" y="7620"/>
                </a:lnTo>
                <a:lnTo>
                  <a:pt x="175006" y="13970"/>
                </a:lnTo>
                <a:lnTo>
                  <a:pt x="129286" y="36830"/>
                </a:lnTo>
                <a:lnTo>
                  <a:pt x="89154" y="67310"/>
                </a:lnTo>
                <a:lnTo>
                  <a:pt x="55372" y="105410"/>
                </a:lnTo>
                <a:lnTo>
                  <a:pt x="29083" y="148590"/>
                </a:lnTo>
                <a:lnTo>
                  <a:pt x="10541" y="198120"/>
                </a:lnTo>
                <a:lnTo>
                  <a:pt x="1143" y="251460"/>
                </a:lnTo>
                <a:lnTo>
                  <a:pt x="0" y="279400"/>
                </a:lnTo>
                <a:lnTo>
                  <a:pt x="1397" y="307340"/>
                </a:lnTo>
                <a:lnTo>
                  <a:pt x="11684" y="360680"/>
                </a:lnTo>
                <a:lnTo>
                  <a:pt x="30734" y="410210"/>
                </a:lnTo>
                <a:lnTo>
                  <a:pt x="57912" y="453390"/>
                </a:lnTo>
                <a:lnTo>
                  <a:pt x="92329" y="491490"/>
                </a:lnTo>
                <a:lnTo>
                  <a:pt x="133350" y="520700"/>
                </a:lnTo>
                <a:lnTo>
                  <a:pt x="179578" y="542290"/>
                </a:lnTo>
                <a:lnTo>
                  <a:pt x="242062" y="553720"/>
                </a:lnTo>
                <a:lnTo>
                  <a:pt x="268732" y="553720"/>
                </a:lnTo>
                <a:lnTo>
                  <a:pt x="294767" y="551180"/>
                </a:lnTo>
                <a:lnTo>
                  <a:pt x="308356" y="547370"/>
                </a:lnTo>
                <a:lnTo>
                  <a:pt x="332994" y="541020"/>
                </a:lnTo>
                <a:lnTo>
                  <a:pt x="356362" y="530860"/>
                </a:lnTo>
                <a:lnTo>
                  <a:pt x="367601" y="524510"/>
                </a:lnTo>
                <a:lnTo>
                  <a:pt x="242824" y="524510"/>
                </a:lnTo>
                <a:lnTo>
                  <a:pt x="220091" y="521970"/>
                </a:lnTo>
                <a:lnTo>
                  <a:pt x="166878" y="505460"/>
                </a:lnTo>
                <a:lnTo>
                  <a:pt x="128524" y="482600"/>
                </a:lnTo>
                <a:lnTo>
                  <a:pt x="95250" y="452120"/>
                </a:lnTo>
                <a:lnTo>
                  <a:pt x="67945" y="415290"/>
                </a:lnTo>
                <a:lnTo>
                  <a:pt x="47371" y="373380"/>
                </a:lnTo>
                <a:lnTo>
                  <a:pt x="34163" y="327660"/>
                </a:lnTo>
                <a:lnTo>
                  <a:pt x="29654" y="279400"/>
                </a:lnTo>
                <a:lnTo>
                  <a:pt x="29705" y="275590"/>
                </a:lnTo>
                <a:lnTo>
                  <a:pt x="34036" y="228600"/>
                </a:lnTo>
                <a:lnTo>
                  <a:pt x="46863" y="182880"/>
                </a:lnTo>
                <a:lnTo>
                  <a:pt x="67310" y="140970"/>
                </a:lnTo>
                <a:lnTo>
                  <a:pt x="94361" y="104140"/>
                </a:lnTo>
                <a:lnTo>
                  <a:pt x="127381" y="73660"/>
                </a:lnTo>
                <a:lnTo>
                  <a:pt x="165481" y="50800"/>
                </a:lnTo>
                <a:lnTo>
                  <a:pt x="207772" y="35560"/>
                </a:lnTo>
                <a:lnTo>
                  <a:pt x="241935" y="30480"/>
                </a:lnTo>
                <a:lnTo>
                  <a:pt x="368122" y="30480"/>
                </a:lnTo>
                <a:lnTo>
                  <a:pt x="352298" y="21590"/>
                </a:lnTo>
                <a:lnTo>
                  <a:pt x="328422" y="12700"/>
                </a:lnTo>
                <a:lnTo>
                  <a:pt x="305054" y="6350"/>
                </a:lnTo>
                <a:lnTo>
                  <a:pt x="291973" y="3810"/>
                </a:lnTo>
                <a:lnTo>
                  <a:pt x="252857" y="0"/>
                </a:lnTo>
                <a:close/>
              </a:path>
              <a:path w="443865" h="553719">
                <a:moveTo>
                  <a:pt x="443737" y="408940"/>
                </a:moveTo>
                <a:lnTo>
                  <a:pt x="413639" y="450850"/>
                </a:lnTo>
                <a:lnTo>
                  <a:pt x="380619" y="481330"/>
                </a:lnTo>
                <a:lnTo>
                  <a:pt x="342519" y="504190"/>
                </a:lnTo>
                <a:lnTo>
                  <a:pt x="300228" y="519430"/>
                </a:lnTo>
                <a:lnTo>
                  <a:pt x="266065" y="524510"/>
                </a:lnTo>
                <a:lnTo>
                  <a:pt x="367601" y="524510"/>
                </a:lnTo>
                <a:lnTo>
                  <a:pt x="418719" y="487680"/>
                </a:lnTo>
                <a:lnTo>
                  <a:pt x="443737" y="461010"/>
                </a:lnTo>
                <a:lnTo>
                  <a:pt x="443737" y="408940"/>
                </a:lnTo>
                <a:close/>
              </a:path>
              <a:path w="443865" h="553719">
                <a:moveTo>
                  <a:pt x="264414" y="59690"/>
                </a:moveTo>
                <a:lnTo>
                  <a:pt x="244602" y="59690"/>
                </a:lnTo>
                <a:lnTo>
                  <a:pt x="215900" y="63500"/>
                </a:lnTo>
                <a:lnTo>
                  <a:pt x="179451" y="76200"/>
                </a:lnTo>
                <a:lnTo>
                  <a:pt x="146304" y="96520"/>
                </a:lnTo>
                <a:lnTo>
                  <a:pt x="117221" y="121920"/>
                </a:lnTo>
                <a:lnTo>
                  <a:pt x="93218" y="154940"/>
                </a:lnTo>
                <a:lnTo>
                  <a:pt x="75057" y="191770"/>
                </a:lnTo>
                <a:lnTo>
                  <a:pt x="63373" y="232410"/>
                </a:lnTo>
                <a:lnTo>
                  <a:pt x="59365" y="275590"/>
                </a:lnTo>
                <a:lnTo>
                  <a:pt x="59407" y="279400"/>
                </a:lnTo>
                <a:lnTo>
                  <a:pt x="63119" y="321310"/>
                </a:lnTo>
                <a:lnTo>
                  <a:pt x="74549" y="361950"/>
                </a:lnTo>
                <a:lnTo>
                  <a:pt x="92583" y="398780"/>
                </a:lnTo>
                <a:lnTo>
                  <a:pt x="116332" y="431800"/>
                </a:lnTo>
                <a:lnTo>
                  <a:pt x="145161" y="458470"/>
                </a:lnTo>
                <a:lnTo>
                  <a:pt x="195707" y="485140"/>
                </a:lnTo>
                <a:lnTo>
                  <a:pt x="243586" y="495300"/>
                </a:lnTo>
                <a:lnTo>
                  <a:pt x="263398" y="495300"/>
                </a:lnTo>
                <a:lnTo>
                  <a:pt x="310769" y="485140"/>
                </a:lnTo>
                <a:lnTo>
                  <a:pt x="352735" y="464820"/>
                </a:lnTo>
                <a:lnTo>
                  <a:pt x="236474" y="464820"/>
                </a:lnTo>
                <a:lnTo>
                  <a:pt x="228092" y="463550"/>
                </a:lnTo>
                <a:lnTo>
                  <a:pt x="220726" y="461010"/>
                </a:lnTo>
                <a:lnTo>
                  <a:pt x="203835" y="457200"/>
                </a:lnTo>
                <a:lnTo>
                  <a:pt x="189230" y="450850"/>
                </a:lnTo>
                <a:lnTo>
                  <a:pt x="149098" y="422910"/>
                </a:lnTo>
                <a:lnTo>
                  <a:pt x="117221" y="382270"/>
                </a:lnTo>
                <a:lnTo>
                  <a:pt x="96139" y="332740"/>
                </a:lnTo>
                <a:lnTo>
                  <a:pt x="89535" y="294640"/>
                </a:lnTo>
                <a:lnTo>
                  <a:pt x="88900" y="275590"/>
                </a:lnTo>
                <a:lnTo>
                  <a:pt x="89916" y="255270"/>
                </a:lnTo>
                <a:lnTo>
                  <a:pt x="103124" y="200660"/>
                </a:lnTo>
                <a:lnTo>
                  <a:pt x="129159" y="154940"/>
                </a:lnTo>
                <a:lnTo>
                  <a:pt x="165227" y="119380"/>
                </a:lnTo>
                <a:lnTo>
                  <a:pt x="208407" y="96520"/>
                </a:lnTo>
                <a:lnTo>
                  <a:pt x="238633" y="90170"/>
                </a:lnTo>
                <a:lnTo>
                  <a:pt x="247142" y="90170"/>
                </a:lnTo>
                <a:lnTo>
                  <a:pt x="255143" y="88900"/>
                </a:lnTo>
                <a:lnTo>
                  <a:pt x="350932" y="88900"/>
                </a:lnTo>
                <a:lnTo>
                  <a:pt x="346964" y="86360"/>
                </a:lnTo>
                <a:lnTo>
                  <a:pt x="329946" y="77470"/>
                </a:lnTo>
                <a:lnTo>
                  <a:pt x="312293" y="69850"/>
                </a:lnTo>
                <a:lnTo>
                  <a:pt x="283845" y="62230"/>
                </a:lnTo>
                <a:lnTo>
                  <a:pt x="264414" y="59690"/>
                </a:lnTo>
                <a:close/>
              </a:path>
              <a:path w="443865" h="553719">
                <a:moveTo>
                  <a:pt x="350932" y="88900"/>
                </a:moveTo>
                <a:lnTo>
                  <a:pt x="255143" y="88900"/>
                </a:lnTo>
                <a:lnTo>
                  <a:pt x="263525" y="90170"/>
                </a:lnTo>
                <a:lnTo>
                  <a:pt x="271526" y="90170"/>
                </a:lnTo>
                <a:lnTo>
                  <a:pt x="279908" y="91440"/>
                </a:lnTo>
                <a:lnTo>
                  <a:pt x="318770" y="104140"/>
                </a:lnTo>
                <a:lnTo>
                  <a:pt x="358902" y="132080"/>
                </a:lnTo>
                <a:lnTo>
                  <a:pt x="390779" y="172720"/>
                </a:lnTo>
                <a:lnTo>
                  <a:pt x="411861" y="222250"/>
                </a:lnTo>
                <a:lnTo>
                  <a:pt x="419100" y="279400"/>
                </a:lnTo>
                <a:lnTo>
                  <a:pt x="418084" y="299720"/>
                </a:lnTo>
                <a:lnTo>
                  <a:pt x="404876" y="354330"/>
                </a:lnTo>
                <a:lnTo>
                  <a:pt x="378841" y="400050"/>
                </a:lnTo>
                <a:lnTo>
                  <a:pt x="342773" y="435610"/>
                </a:lnTo>
                <a:lnTo>
                  <a:pt x="299593" y="458470"/>
                </a:lnTo>
                <a:lnTo>
                  <a:pt x="269367" y="464820"/>
                </a:lnTo>
                <a:lnTo>
                  <a:pt x="352735" y="464820"/>
                </a:lnTo>
                <a:lnTo>
                  <a:pt x="390779" y="433070"/>
                </a:lnTo>
                <a:lnTo>
                  <a:pt x="414782" y="400050"/>
                </a:lnTo>
                <a:lnTo>
                  <a:pt x="432943" y="363220"/>
                </a:lnTo>
                <a:lnTo>
                  <a:pt x="443737" y="326390"/>
                </a:lnTo>
                <a:lnTo>
                  <a:pt x="443737" y="228600"/>
                </a:lnTo>
                <a:lnTo>
                  <a:pt x="425196" y="173990"/>
                </a:lnTo>
                <a:lnTo>
                  <a:pt x="404241" y="138430"/>
                </a:lnTo>
                <a:lnTo>
                  <a:pt x="377825" y="109220"/>
                </a:lnTo>
                <a:lnTo>
                  <a:pt x="362839" y="96520"/>
                </a:lnTo>
                <a:lnTo>
                  <a:pt x="350932" y="88900"/>
                </a:lnTo>
                <a:close/>
              </a:path>
              <a:path w="443865" h="553719">
                <a:moveTo>
                  <a:pt x="368122" y="30480"/>
                </a:moveTo>
                <a:lnTo>
                  <a:pt x="265176" y="30480"/>
                </a:lnTo>
                <a:lnTo>
                  <a:pt x="287909" y="33020"/>
                </a:lnTo>
                <a:lnTo>
                  <a:pt x="299212" y="35560"/>
                </a:lnTo>
                <a:lnTo>
                  <a:pt x="341122" y="49530"/>
                </a:lnTo>
                <a:lnTo>
                  <a:pt x="379476" y="72390"/>
                </a:lnTo>
                <a:lnTo>
                  <a:pt x="412750" y="102870"/>
                </a:lnTo>
                <a:lnTo>
                  <a:pt x="440055" y="139700"/>
                </a:lnTo>
                <a:lnTo>
                  <a:pt x="443737" y="146050"/>
                </a:lnTo>
                <a:lnTo>
                  <a:pt x="443737" y="93980"/>
                </a:lnTo>
                <a:lnTo>
                  <a:pt x="433705" y="81280"/>
                </a:lnTo>
                <a:lnTo>
                  <a:pt x="415671" y="63500"/>
                </a:lnTo>
                <a:lnTo>
                  <a:pt x="395986" y="48260"/>
                </a:lnTo>
                <a:lnTo>
                  <a:pt x="374904" y="34290"/>
                </a:lnTo>
                <a:lnTo>
                  <a:pt x="368122" y="3048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8878316" y="2134946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378954" y="2702814"/>
            <a:ext cx="506730" cy="551180"/>
          </a:xfrm>
          <a:custGeom>
            <a:avLst/>
            <a:gdLst/>
            <a:ahLst/>
            <a:cxnLst/>
            <a:rect l="l" t="t" r="r" b="b"/>
            <a:pathLst>
              <a:path w="506729" h="551179">
                <a:moveTo>
                  <a:pt x="265175" y="0"/>
                </a:moveTo>
                <a:lnTo>
                  <a:pt x="238505" y="0"/>
                </a:lnTo>
                <a:lnTo>
                  <a:pt x="212978" y="2539"/>
                </a:lnTo>
                <a:lnTo>
                  <a:pt x="198881" y="6350"/>
                </a:lnTo>
                <a:lnTo>
                  <a:pt x="174371" y="12700"/>
                </a:lnTo>
                <a:lnTo>
                  <a:pt x="128904" y="35559"/>
                </a:lnTo>
                <a:lnTo>
                  <a:pt x="88900" y="66039"/>
                </a:lnTo>
                <a:lnTo>
                  <a:pt x="55245" y="102869"/>
                </a:lnTo>
                <a:lnTo>
                  <a:pt x="28955" y="147319"/>
                </a:lnTo>
                <a:lnTo>
                  <a:pt x="10541" y="196850"/>
                </a:lnTo>
                <a:lnTo>
                  <a:pt x="1143" y="250189"/>
                </a:lnTo>
                <a:lnTo>
                  <a:pt x="0" y="278129"/>
                </a:lnTo>
                <a:lnTo>
                  <a:pt x="1524" y="306069"/>
                </a:lnTo>
                <a:lnTo>
                  <a:pt x="11684" y="358139"/>
                </a:lnTo>
                <a:lnTo>
                  <a:pt x="30734" y="407669"/>
                </a:lnTo>
                <a:lnTo>
                  <a:pt x="57657" y="450850"/>
                </a:lnTo>
                <a:lnTo>
                  <a:pt x="92075" y="488950"/>
                </a:lnTo>
                <a:lnTo>
                  <a:pt x="132842" y="518159"/>
                </a:lnTo>
                <a:lnTo>
                  <a:pt x="178943" y="539750"/>
                </a:lnTo>
                <a:lnTo>
                  <a:pt x="241300" y="551179"/>
                </a:lnTo>
                <a:lnTo>
                  <a:pt x="267970" y="551179"/>
                </a:lnTo>
                <a:lnTo>
                  <a:pt x="293497" y="548639"/>
                </a:lnTo>
                <a:lnTo>
                  <a:pt x="307594" y="544829"/>
                </a:lnTo>
                <a:lnTo>
                  <a:pt x="332104" y="538479"/>
                </a:lnTo>
                <a:lnTo>
                  <a:pt x="355346" y="528319"/>
                </a:lnTo>
                <a:lnTo>
                  <a:pt x="366458" y="521969"/>
                </a:lnTo>
                <a:lnTo>
                  <a:pt x="242062" y="521969"/>
                </a:lnTo>
                <a:lnTo>
                  <a:pt x="219455" y="519429"/>
                </a:lnTo>
                <a:lnTo>
                  <a:pt x="166370" y="502919"/>
                </a:lnTo>
                <a:lnTo>
                  <a:pt x="128270" y="480059"/>
                </a:lnTo>
                <a:lnTo>
                  <a:pt x="95123" y="449579"/>
                </a:lnTo>
                <a:lnTo>
                  <a:pt x="67818" y="414019"/>
                </a:lnTo>
                <a:lnTo>
                  <a:pt x="47244" y="372109"/>
                </a:lnTo>
                <a:lnTo>
                  <a:pt x="34290" y="325119"/>
                </a:lnTo>
                <a:lnTo>
                  <a:pt x="29657" y="278129"/>
                </a:lnTo>
                <a:lnTo>
                  <a:pt x="29762" y="273050"/>
                </a:lnTo>
                <a:lnTo>
                  <a:pt x="34036" y="227329"/>
                </a:lnTo>
                <a:lnTo>
                  <a:pt x="46736" y="180339"/>
                </a:lnTo>
                <a:lnTo>
                  <a:pt x="67182" y="138429"/>
                </a:lnTo>
                <a:lnTo>
                  <a:pt x="94106" y="102869"/>
                </a:lnTo>
                <a:lnTo>
                  <a:pt x="127126" y="72389"/>
                </a:lnTo>
                <a:lnTo>
                  <a:pt x="164973" y="49529"/>
                </a:lnTo>
                <a:lnTo>
                  <a:pt x="207010" y="34289"/>
                </a:lnTo>
                <a:lnTo>
                  <a:pt x="241173" y="29209"/>
                </a:lnTo>
                <a:lnTo>
                  <a:pt x="366268" y="29209"/>
                </a:lnTo>
                <a:lnTo>
                  <a:pt x="351281" y="21589"/>
                </a:lnTo>
                <a:lnTo>
                  <a:pt x="327532" y="11429"/>
                </a:lnTo>
                <a:lnTo>
                  <a:pt x="303784" y="5079"/>
                </a:lnTo>
                <a:lnTo>
                  <a:pt x="291084" y="2539"/>
                </a:lnTo>
                <a:lnTo>
                  <a:pt x="265175" y="0"/>
                </a:lnTo>
                <a:close/>
              </a:path>
              <a:path w="506729" h="551179">
                <a:moveTo>
                  <a:pt x="366268" y="29209"/>
                </a:moveTo>
                <a:lnTo>
                  <a:pt x="264414" y="29209"/>
                </a:lnTo>
                <a:lnTo>
                  <a:pt x="287020" y="31750"/>
                </a:lnTo>
                <a:lnTo>
                  <a:pt x="298196" y="34289"/>
                </a:lnTo>
                <a:lnTo>
                  <a:pt x="340105" y="48259"/>
                </a:lnTo>
                <a:lnTo>
                  <a:pt x="378205" y="71119"/>
                </a:lnTo>
                <a:lnTo>
                  <a:pt x="411352" y="101600"/>
                </a:lnTo>
                <a:lnTo>
                  <a:pt x="438657" y="138429"/>
                </a:lnTo>
                <a:lnTo>
                  <a:pt x="459231" y="179069"/>
                </a:lnTo>
                <a:lnTo>
                  <a:pt x="472186" y="226059"/>
                </a:lnTo>
                <a:lnTo>
                  <a:pt x="476818" y="273050"/>
                </a:lnTo>
                <a:lnTo>
                  <a:pt x="476827" y="275589"/>
                </a:lnTo>
                <a:lnTo>
                  <a:pt x="475742" y="299719"/>
                </a:lnTo>
                <a:lnTo>
                  <a:pt x="466978" y="347979"/>
                </a:lnTo>
                <a:lnTo>
                  <a:pt x="450469" y="392429"/>
                </a:lnTo>
                <a:lnTo>
                  <a:pt x="426720" y="431800"/>
                </a:lnTo>
                <a:lnTo>
                  <a:pt x="396494" y="464819"/>
                </a:lnTo>
                <a:lnTo>
                  <a:pt x="361061" y="491489"/>
                </a:lnTo>
                <a:lnTo>
                  <a:pt x="320928" y="510539"/>
                </a:lnTo>
                <a:lnTo>
                  <a:pt x="265302" y="521969"/>
                </a:lnTo>
                <a:lnTo>
                  <a:pt x="366458" y="521969"/>
                </a:lnTo>
                <a:lnTo>
                  <a:pt x="417575" y="485139"/>
                </a:lnTo>
                <a:lnTo>
                  <a:pt x="451230" y="448309"/>
                </a:lnTo>
                <a:lnTo>
                  <a:pt x="477647" y="403859"/>
                </a:lnTo>
                <a:lnTo>
                  <a:pt x="495935" y="354329"/>
                </a:lnTo>
                <a:lnTo>
                  <a:pt x="505332" y="300989"/>
                </a:lnTo>
                <a:lnTo>
                  <a:pt x="506475" y="273050"/>
                </a:lnTo>
                <a:lnTo>
                  <a:pt x="504951" y="246379"/>
                </a:lnTo>
                <a:lnTo>
                  <a:pt x="494919" y="193039"/>
                </a:lnTo>
                <a:lnTo>
                  <a:pt x="475869" y="143509"/>
                </a:lnTo>
                <a:lnTo>
                  <a:pt x="448818" y="100329"/>
                </a:lnTo>
                <a:lnTo>
                  <a:pt x="414527" y="62229"/>
                </a:lnTo>
                <a:lnTo>
                  <a:pt x="373761" y="33019"/>
                </a:lnTo>
                <a:lnTo>
                  <a:pt x="366268" y="29209"/>
                </a:lnTo>
                <a:close/>
              </a:path>
              <a:path w="506729" h="551179">
                <a:moveTo>
                  <a:pt x="253619" y="58419"/>
                </a:moveTo>
                <a:lnTo>
                  <a:pt x="243840" y="58419"/>
                </a:lnTo>
                <a:lnTo>
                  <a:pt x="224281" y="60959"/>
                </a:lnTo>
                <a:lnTo>
                  <a:pt x="178943" y="74929"/>
                </a:lnTo>
                <a:lnTo>
                  <a:pt x="146050" y="95250"/>
                </a:lnTo>
                <a:lnTo>
                  <a:pt x="117094" y="120650"/>
                </a:lnTo>
                <a:lnTo>
                  <a:pt x="93218" y="153669"/>
                </a:lnTo>
                <a:lnTo>
                  <a:pt x="74929" y="190500"/>
                </a:lnTo>
                <a:lnTo>
                  <a:pt x="63373" y="231139"/>
                </a:lnTo>
                <a:lnTo>
                  <a:pt x="59421" y="273050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631" y="414019"/>
                </a:lnTo>
                <a:lnTo>
                  <a:pt x="129921" y="443229"/>
                </a:lnTo>
                <a:lnTo>
                  <a:pt x="160654" y="466089"/>
                </a:lnTo>
                <a:lnTo>
                  <a:pt x="195199" y="482600"/>
                </a:lnTo>
                <a:lnTo>
                  <a:pt x="242824" y="492759"/>
                </a:lnTo>
                <a:lnTo>
                  <a:pt x="262636" y="492759"/>
                </a:lnTo>
                <a:lnTo>
                  <a:pt x="309752" y="482600"/>
                </a:lnTo>
                <a:lnTo>
                  <a:pt x="351662" y="462279"/>
                </a:lnTo>
                <a:lnTo>
                  <a:pt x="235839" y="462279"/>
                </a:lnTo>
                <a:lnTo>
                  <a:pt x="227456" y="461009"/>
                </a:lnTo>
                <a:lnTo>
                  <a:pt x="219582" y="458469"/>
                </a:lnTo>
                <a:lnTo>
                  <a:pt x="203326" y="454659"/>
                </a:lnTo>
                <a:lnTo>
                  <a:pt x="188722" y="448309"/>
                </a:lnTo>
                <a:lnTo>
                  <a:pt x="148844" y="420369"/>
                </a:lnTo>
                <a:lnTo>
                  <a:pt x="117094" y="379729"/>
                </a:lnTo>
                <a:lnTo>
                  <a:pt x="96139" y="330200"/>
                </a:lnTo>
                <a:lnTo>
                  <a:pt x="89026" y="278129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89"/>
                </a:lnTo>
                <a:lnTo>
                  <a:pt x="129031" y="153669"/>
                </a:lnTo>
                <a:lnTo>
                  <a:pt x="164973" y="118109"/>
                </a:lnTo>
                <a:lnTo>
                  <a:pt x="207899" y="95250"/>
                </a:lnTo>
                <a:lnTo>
                  <a:pt x="237871" y="88900"/>
                </a:lnTo>
                <a:lnTo>
                  <a:pt x="351821" y="88900"/>
                </a:lnTo>
                <a:lnTo>
                  <a:pt x="345821" y="85089"/>
                </a:lnTo>
                <a:lnTo>
                  <a:pt x="328929" y="76200"/>
                </a:lnTo>
                <a:lnTo>
                  <a:pt x="311276" y="68579"/>
                </a:lnTo>
                <a:lnTo>
                  <a:pt x="283082" y="60959"/>
                </a:lnTo>
                <a:lnTo>
                  <a:pt x="273303" y="59689"/>
                </a:lnTo>
                <a:lnTo>
                  <a:pt x="263651" y="59689"/>
                </a:lnTo>
                <a:lnTo>
                  <a:pt x="253619" y="58419"/>
                </a:lnTo>
                <a:close/>
              </a:path>
              <a:path w="506729" h="551179">
                <a:moveTo>
                  <a:pt x="351821" y="88900"/>
                </a:moveTo>
                <a:lnTo>
                  <a:pt x="270637" y="88900"/>
                </a:lnTo>
                <a:lnTo>
                  <a:pt x="279019" y="90169"/>
                </a:lnTo>
                <a:lnTo>
                  <a:pt x="286893" y="92709"/>
                </a:lnTo>
                <a:lnTo>
                  <a:pt x="331724" y="111759"/>
                </a:lnTo>
                <a:lnTo>
                  <a:pt x="369316" y="143509"/>
                </a:lnTo>
                <a:lnTo>
                  <a:pt x="397764" y="186689"/>
                </a:lnTo>
                <a:lnTo>
                  <a:pt x="414400" y="238759"/>
                </a:lnTo>
                <a:lnTo>
                  <a:pt x="417575" y="278129"/>
                </a:lnTo>
                <a:lnTo>
                  <a:pt x="416560" y="297179"/>
                </a:lnTo>
                <a:lnTo>
                  <a:pt x="403351" y="351789"/>
                </a:lnTo>
                <a:lnTo>
                  <a:pt x="377571" y="398779"/>
                </a:lnTo>
                <a:lnTo>
                  <a:pt x="341502" y="433069"/>
                </a:lnTo>
                <a:lnTo>
                  <a:pt x="298576" y="455929"/>
                </a:lnTo>
                <a:lnTo>
                  <a:pt x="268604" y="462279"/>
                </a:lnTo>
                <a:lnTo>
                  <a:pt x="351662" y="462279"/>
                </a:lnTo>
                <a:lnTo>
                  <a:pt x="389381" y="430529"/>
                </a:lnTo>
                <a:lnTo>
                  <a:pt x="413385" y="397509"/>
                </a:lnTo>
                <a:lnTo>
                  <a:pt x="431546" y="360679"/>
                </a:lnTo>
                <a:lnTo>
                  <a:pt x="443102" y="320039"/>
                </a:lnTo>
                <a:lnTo>
                  <a:pt x="447107" y="278129"/>
                </a:lnTo>
                <a:lnTo>
                  <a:pt x="446997" y="273050"/>
                </a:lnTo>
                <a:lnTo>
                  <a:pt x="443356" y="232409"/>
                </a:lnTo>
                <a:lnTo>
                  <a:pt x="432053" y="191769"/>
                </a:lnTo>
                <a:lnTo>
                  <a:pt x="414147" y="154939"/>
                </a:lnTo>
                <a:lnTo>
                  <a:pt x="390398" y="121919"/>
                </a:lnTo>
                <a:lnTo>
                  <a:pt x="361823" y="95250"/>
                </a:lnTo>
                <a:lnTo>
                  <a:pt x="351821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557261" y="280454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85050" y="3368802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39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413" y="35560"/>
                </a:lnTo>
                <a:lnTo>
                  <a:pt x="89280" y="66039"/>
                </a:lnTo>
                <a:lnTo>
                  <a:pt x="55372" y="104139"/>
                </a:lnTo>
                <a:lnTo>
                  <a:pt x="29082" y="147320"/>
                </a:lnTo>
                <a:lnTo>
                  <a:pt x="10541" y="196850"/>
                </a:lnTo>
                <a:lnTo>
                  <a:pt x="1143" y="250190"/>
                </a:lnTo>
                <a:lnTo>
                  <a:pt x="0" y="278130"/>
                </a:lnTo>
                <a:lnTo>
                  <a:pt x="1397" y="304800"/>
                </a:lnTo>
                <a:lnTo>
                  <a:pt x="11683" y="358140"/>
                </a:lnTo>
                <a:lnTo>
                  <a:pt x="30860" y="407669"/>
                </a:lnTo>
                <a:lnTo>
                  <a:pt x="57911" y="450850"/>
                </a:lnTo>
                <a:lnTo>
                  <a:pt x="92328" y="488950"/>
                </a:lnTo>
                <a:lnTo>
                  <a:pt x="133350" y="519430"/>
                </a:lnTo>
                <a:lnTo>
                  <a:pt x="179577" y="539750"/>
                </a:lnTo>
                <a:lnTo>
                  <a:pt x="242061" y="551180"/>
                </a:lnTo>
                <a:lnTo>
                  <a:pt x="268731" y="551180"/>
                </a:lnTo>
                <a:lnTo>
                  <a:pt x="294385" y="548640"/>
                </a:lnTo>
                <a:lnTo>
                  <a:pt x="308355" y="544830"/>
                </a:lnTo>
                <a:lnTo>
                  <a:pt x="332994" y="538480"/>
                </a:lnTo>
                <a:lnTo>
                  <a:pt x="356361" y="528319"/>
                </a:lnTo>
                <a:lnTo>
                  <a:pt x="368779" y="521969"/>
                </a:lnTo>
                <a:lnTo>
                  <a:pt x="242824" y="521969"/>
                </a:lnTo>
                <a:lnTo>
                  <a:pt x="220091" y="519430"/>
                </a:lnTo>
                <a:lnTo>
                  <a:pt x="166877" y="502919"/>
                </a:lnTo>
                <a:lnTo>
                  <a:pt x="128524" y="480060"/>
                </a:lnTo>
                <a:lnTo>
                  <a:pt x="95250" y="449580"/>
                </a:lnTo>
                <a:lnTo>
                  <a:pt x="67945" y="414019"/>
                </a:lnTo>
                <a:lnTo>
                  <a:pt x="47371" y="372110"/>
                </a:lnTo>
                <a:lnTo>
                  <a:pt x="34163" y="326390"/>
                </a:lnTo>
                <a:lnTo>
                  <a:pt x="29657" y="278130"/>
                </a:lnTo>
                <a:lnTo>
                  <a:pt x="29762" y="273050"/>
                </a:lnTo>
                <a:lnTo>
                  <a:pt x="34035" y="227329"/>
                </a:lnTo>
                <a:lnTo>
                  <a:pt x="46863" y="180339"/>
                </a:lnTo>
                <a:lnTo>
                  <a:pt x="67309" y="139700"/>
                </a:lnTo>
                <a:lnTo>
                  <a:pt x="94360" y="102870"/>
                </a:lnTo>
                <a:lnTo>
                  <a:pt x="127380" y="72389"/>
                </a:lnTo>
                <a:lnTo>
                  <a:pt x="165480" y="49529"/>
                </a:lnTo>
                <a:lnTo>
                  <a:pt x="207772" y="34289"/>
                </a:lnTo>
                <a:lnTo>
                  <a:pt x="241934" y="29210"/>
                </a:lnTo>
                <a:lnTo>
                  <a:pt x="367368" y="29210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10"/>
                </a:moveTo>
                <a:lnTo>
                  <a:pt x="265175" y="29210"/>
                </a:lnTo>
                <a:lnTo>
                  <a:pt x="287908" y="31750"/>
                </a:lnTo>
                <a:lnTo>
                  <a:pt x="299084" y="34289"/>
                </a:lnTo>
                <a:lnTo>
                  <a:pt x="341122" y="48260"/>
                </a:lnTo>
                <a:lnTo>
                  <a:pt x="379349" y="71120"/>
                </a:lnTo>
                <a:lnTo>
                  <a:pt x="412623" y="101600"/>
                </a:lnTo>
                <a:lnTo>
                  <a:pt x="440054" y="138429"/>
                </a:lnTo>
                <a:lnTo>
                  <a:pt x="460628" y="179070"/>
                </a:lnTo>
                <a:lnTo>
                  <a:pt x="473709" y="226060"/>
                </a:lnTo>
                <a:lnTo>
                  <a:pt x="478281" y="273050"/>
                </a:lnTo>
                <a:lnTo>
                  <a:pt x="478288" y="278130"/>
                </a:lnTo>
                <a:lnTo>
                  <a:pt x="477266" y="299719"/>
                </a:lnTo>
                <a:lnTo>
                  <a:pt x="468502" y="347980"/>
                </a:lnTo>
                <a:lnTo>
                  <a:pt x="451739" y="392430"/>
                </a:lnTo>
                <a:lnTo>
                  <a:pt x="427990" y="431800"/>
                </a:lnTo>
                <a:lnTo>
                  <a:pt x="397764" y="464819"/>
                </a:lnTo>
                <a:lnTo>
                  <a:pt x="362203" y="491490"/>
                </a:lnTo>
                <a:lnTo>
                  <a:pt x="321818" y="510540"/>
                </a:lnTo>
                <a:lnTo>
                  <a:pt x="266065" y="521969"/>
                </a:lnTo>
                <a:lnTo>
                  <a:pt x="368779" y="521969"/>
                </a:lnTo>
                <a:lnTo>
                  <a:pt x="418719" y="486410"/>
                </a:lnTo>
                <a:lnTo>
                  <a:pt x="452627" y="448310"/>
                </a:lnTo>
                <a:lnTo>
                  <a:pt x="478917" y="403860"/>
                </a:lnTo>
                <a:lnTo>
                  <a:pt x="497458" y="354330"/>
                </a:lnTo>
                <a:lnTo>
                  <a:pt x="506856" y="300990"/>
                </a:lnTo>
                <a:lnTo>
                  <a:pt x="508000" y="273050"/>
                </a:lnTo>
                <a:lnTo>
                  <a:pt x="506475" y="246380"/>
                </a:lnTo>
                <a:lnTo>
                  <a:pt x="496316" y="193039"/>
                </a:lnTo>
                <a:lnTo>
                  <a:pt x="477266" y="143510"/>
                </a:lnTo>
                <a:lnTo>
                  <a:pt x="450088" y="100329"/>
                </a:lnTo>
                <a:lnTo>
                  <a:pt x="415671" y="62229"/>
                </a:lnTo>
                <a:lnTo>
                  <a:pt x="374903" y="33020"/>
                </a:lnTo>
                <a:lnTo>
                  <a:pt x="367368" y="29210"/>
                </a:lnTo>
                <a:close/>
              </a:path>
              <a:path w="508000" h="551179">
                <a:moveTo>
                  <a:pt x="274066" y="59689"/>
                </a:moveTo>
                <a:lnTo>
                  <a:pt x="234569" y="59689"/>
                </a:lnTo>
                <a:lnTo>
                  <a:pt x="224917" y="60960"/>
                </a:lnTo>
                <a:lnTo>
                  <a:pt x="179450" y="74929"/>
                </a:lnTo>
                <a:lnTo>
                  <a:pt x="146303" y="95250"/>
                </a:lnTo>
                <a:lnTo>
                  <a:pt x="117221" y="120650"/>
                </a:lnTo>
                <a:lnTo>
                  <a:pt x="93218" y="153670"/>
                </a:lnTo>
                <a:lnTo>
                  <a:pt x="75056" y="190500"/>
                </a:lnTo>
                <a:lnTo>
                  <a:pt x="63373" y="231139"/>
                </a:lnTo>
                <a:lnTo>
                  <a:pt x="59421" y="273050"/>
                </a:lnTo>
                <a:lnTo>
                  <a:pt x="59413" y="278130"/>
                </a:lnTo>
                <a:lnTo>
                  <a:pt x="60198" y="297180"/>
                </a:lnTo>
                <a:lnTo>
                  <a:pt x="67945" y="340360"/>
                </a:lnTo>
                <a:lnTo>
                  <a:pt x="82676" y="378460"/>
                </a:lnTo>
                <a:lnTo>
                  <a:pt x="103758" y="414019"/>
                </a:lnTo>
                <a:lnTo>
                  <a:pt x="130175" y="443230"/>
                </a:lnTo>
                <a:lnTo>
                  <a:pt x="161035" y="466090"/>
                </a:lnTo>
                <a:lnTo>
                  <a:pt x="195706" y="482600"/>
                </a:lnTo>
                <a:lnTo>
                  <a:pt x="243585" y="492760"/>
                </a:lnTo>
                <a:lnTo>
                  <a:pt x="263398" y="492760"/>
                </a:lnTo>
                <a:lnTo>
                  <a:pt x="310769" y="482600"/>
                </a:lnTo>
                <a:lnTo>
                  <a:pt x="345694" y="467360"/>
                </a:lnTo>
                <a:lnTo>
                  <a:pt x="352805" y="462280"/>
                </a:lnTo>
                <a:lnTo>
                  <a:pt x="236474" y="462280"/>
                </a:lnTo>
                <a:lnTo>
                  <a:pt x="228092" y="461010"/>
                </a:lnTo>
                <a:lnTo>
                  <a:pt x="189229" y="448310"/>
                </a:lnTo>
                <a:lnTo>
                  <a:pt x="149098" y="420369"/>
                </a:lnTo>
                <a:lnTo>
                  <a:pt x="117094" y="379730"/>
                </a:lnTo>
                <a:lnTo>
                  <a:pt x="96011" y="330200"/>
                </a:lnTo>
                <a:lnTo>
                  <a:pt x="89026" y="278130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89"/>
                </a:lnTo>
                <a:lnTo>
                  <a:pt x="129158" y="153670"/>
                </a:lnTo>
                <a:lnTo>
                  <a:pt x="165226" y="118110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964" y="88900"/>
                </a:lnTo>
                <a:lnTo>
                  <a:pt x="346964" y="85089"/>
                </a:lnTo>
                <a:lnTo>
                  <a:pt x="329946" y="76200"/>
                </a:lnTo>
                <a:lnTo>
                  <a:pt x="312293" y="68579"/>
                </a:lnTo>
                <a:lnTo>
                  <a:pt x="283845" y="60960"/>
                </a:lnTo>
                <a:lnTo>
                  <a:pt x="274066" y="59689"/>
                </a:lnTo>
                <a:close/>
              </a:path>
              <a:path w="508000" h="551179">
                <a:moveTo>
                  <a:pt x="352964" y="88900"/>
                </a:moveTo>
                <a:lnTo>
                  <a:pt x="271525" y="88900"/>
                </a:lnTo>
                <a:lnTo>
                  <a:pt x="279907" y="91439"/>
                </a:lnTo>
                <a:lnTo>
                  <a:pt x="287654" y="92710"/>
                </a:lnTo>
                <a:lnTo>
                  <a:pt x="304165" y="97789"/>
                </a:lnTo>
                <a:lnTo>
                  <a:pt x="346455" y="120650"/>
                </a:lnTo>
                <a:lnTo>
                  <a:pt x="381380" y="156210"/>
                </a:lnTo>
                <a:lnTo>
                  <a:pt x="406400" y="203200"/>
                </a:lnTo>
                <a:lnTo>
                  <a:pt x="418338" y="257810"/>
                </a:lnTo>
                <a:lnTo>
                  <a:pt x="419100" y="278130"/>
                </a:lnTo>
                <a:lnTo>
                  <a:pt x="418083" y="297180"/>
                </a:lnTo>
                <a:lnTo>
                  <a:pt x="410845" y="335280"/>
                </a:lnTo>
                <a:lnTo>
                  <a:pt x="388747" y="383540"/>
                </a:lnTo>
                <a:lnTo>
                  <a:pt x="355853" y="422910"/>
                </a:lnTo>
                <a:lnTo>
                  <a:pt x="314705" y="449580"/>
                </a:lnTo>
                <a:lnTo>
                  <a:pt x="277368" y="461010"/>
                </a:lnTo>
                <a:lnTo>
                  <a:pt x="269367" y="462280"/>
                </a:lnTo>
                <a:lnTo>
                  <a:pt x="352805" y="462280"/>
                </a:lnTo>
                <a:lnTo>
                  <a:pt x="390778" y="430530"/>
                </a:lnTo>
                <a:lnTo>
                  <a:pt x="414781" y="398780"/>
                </a:lnTo>
                <a:lnTo>
                  <a:pt x="433070" y="360680"/>
                </a:lnTo>
                <a:lnTo>
                  <a:pt x="444626" y="320040"/>
                </a:lnTo>
                <a:lnTo>
                  <a:pt x="448631" y="278130"/>
                </a:lnTo>
                <a:lnTo>
                  <a:pt x="448521" y="273050"/>
                </a:lnTo>
                <a:lnTo>
                  <a:pt x="444880" y="232410"/>
                </a:lnTo>
                <a:lnTo>
                  <a:pt x="433450" y="191770"/>
                </a:lnTo>
                <a:lnTo>
                  <a:pt x="415417" y="154939"/>
                </a:lnTo>
                <a:lnTo>
                  <a:pt x="391795" y="121920"/>
                </a:lnTo>
                <a:lnTo>
                  <a:pt x="362966" y="95250"/>
                </a:lnTo>
                <a:lnTo>
                  <a:pt x="352964" y="88900"/>
                </a:lnTo>
                <a:close/>
              </a:path>
              <a:path w="508000" h="551179">
                <a:moveTo>
                  <a:pt x="254380" y="58420"/>
                </a:moveTo>
                <a:lnTo>
                  <a:pt x="244601" y="59689"/>
                </a:lnTo>
                <a:lnTo>
                  <a:pt x="264414" y="59689"/>
                </a:lnTo>
                <a:lnTo>
                  <a:pt x="254380" y="5842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563739" y="3469894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7402" y="4069841"/>
            <a:ext cx="419100" cy="463550"/>
          </a:xfrm>
          <a:custGeom>
            <a:avLst/>
            <a:gdLst/>
            <a:ahLst/>
            <a:cxnLst/>
            <a:rect l="l" t="t" r="r" b="b"/>
            <a:pathLst>
              <a:path w="419100" h="463550">
                <a:moveTo>
                  <a:pt x="0" y="231647"/>
                </a:moveTo>
                <a:lnTo>
                  <a:pt x="4258" y="184976"/>
                </a:lnTo>
                <a:lnTo>
                  <a:pt x="16472" y="141499"/>
                </a:lnTo>
                <a:lnTo>
                  <a:pt x="35796" y="102151"/>
                </a:lnTo>
                <a:lnTo>
                  <a:pt x="61388" y="67865"/>
                </a:lnTo>
                <a:lnTo>
                  <a:pt x="92403" y="39574"/>
                </a:lnTo>
                <a:lnTo>
                  <a:pt x="127998" y="18210"/>
                </a:lnTo>
                <a:lnTo>
                  <a:pt x="167328" y="4708"/>
                </a:lnTo>
                <a:lnTo>
                  <a:pt x="209550" y="0"/>
                </a:lnTo>
                <a:lnTo>
                  <a:pt x="251771" y="4708"/>
                </a:lnTo>
                <a:lnTo>
                  <a:pt x="291101" y="18210"/>
                </a:lnTo>
                <a:lnTo>
                  <a:pt x="326696" y="39574"/>
                </a:lnTo>
                <a:lnTo>
                  <a:pt x="357711" y="67865"/>
                </a:lnTo>
                <a:lnTo>
                  <a:pt x="383303" y="102151"/>
                </a:lnTo>
                <a:lnTo>
                  <a:pt x="402627" y="141499"/>
                </a:lnTo>
                <a:lnTo>
                  <a:pt x="414841" y="184976"/>
                </a:lnTo>
                <a:lnTo>
                  <a:pt x="419100" y="231647"/>
                </a:lnTo>
                <a:lnTo>
                  <a:pt x="414841" y="278319"/>
                </a:lnTo>
                <a:lnTo>
                  <a:pt x="402627" y="321796"/>
                </a:lnTo>
                <a:lnTo>
                  <a:pt x="383303" y="361144"/>
                </a:lnTo>
                <a:lnTo>
                  <a:pt x="357711" y="395430"/>
                </a:lnTo>
                <a:lnTo>
                  <a:pt x="326696" y="423721"/>
                </a:lnTo>
                <a:lnTo>
                  <a:pt x="291101" y="445085"/>
                </a:lnTo>
                <a:lnTo>
                  <a:pt x="251771" y="458587"/>
                </a:lnTo>
                <a:lnTo>
                  <a:pt x="209550" y="463295"/>
                </a:lnTo>
                <a:lnTo>
                  <a:pt x="167328" y="458587"/>
                </a:lnTo>
                <a:lnTo>
                  <a:pt x="127998" y="445085"/>
                </a:lnTo>
                <a:lnTo>
                  <a:pt x="92403" y="423721"/>
                </a:lnTo>
                <a:lnTo>
                  <a:pt x="61388" y="395430"/>
                </a:lnTo>
                <a:lnTo>
                  <a:pt x="35796" y="361144"/>
                </a:lnTo>
                <a:lnTo>
                  <a:pt x="16472" y="321796"/>
                </a:lnTo>
                <a:lnTo>
                  <a:pt x="4258" y="278319"/>
                </a:lnTo>
                <a:lnTo>
                  <a:pt x="0" y="231647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541514" y="4127372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489950" y="4030217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39"/>
                </a:lnTo>
                <a:lnTo>
                  <a:pt x="199644" y="6349"/>
                </a:lnTo>
                <a:lnTo>
                  <a:pt x="175005" y="12699"/>
                </a:lnTo>
                <a:lnTo>
                  <a:pt x="129413" y="35559"/>
                </a:lnTo>
                <a:lnTo>
                  <a:pt x="89280" y="66039"/>
                </a:lnTo>
                <a:lnTo>
                  <a:pt x="55372" y="102869"/>
                </a:lnTo>
                <a:lnTo>
                  <a:pt x="29082" y="147319"/>
                </a:lnTo>
                <a:lnTo>
                  <a:pt x="10541" y="196849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4799"/>
                </a:lnTo>
                <a:lnTo>
                  <a:pt x="11683" y="358139"/>
                </a:lnTo>
                <a:lnTo>
                  <a:pt x="30860" y="407669"/>
                </a:lnTo>
                <a:lnTo>
                  <a:pt x="57911" y="450849"/>
                </a:lnTo>
                <a:lnTo>
                  <a:pt x="92328" y="488949"/>
                </a:lnTo>
                <a:lnTo>
                  <a:pt x="133350" y="518159"/>
                </a:lnTo>
                <a:lnTo>
                  <a:pt x="179577" y="539749"/>
                </a:lnTo>
                <a:lnTo>
                  <a:pt x="242061" y="551179"/>
                </a:lnTo>
                <a:lnTo>
                  <a:pt x="268731" y="551179"/>
                </a:lnTo>
                <a:lnTo>
                  <a:pt x="294385" y="548639"/>
                </a:lnTo>
                <a:lnTo>
                  <a:pt x="308355" y="544829"/>
                </a:lnTo>
                <a:lnTo>
                  <a:pt x="332994" y="538479"/>
                </a:lnTo>
                <a:lnTo>
                  <a:pt x="356361" y="528319"/>
                </a:lnTo>
                <a:lnTo>
                  <a:pt x="367538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250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3" y="325119"/>
                </a:lnTo>
                <a:lnTo>
                  <a:pt x="29657" y="278129"/>
                </a:lnTo>
                <a:lnTo>
                  <a:pt x="29762" y="273049"/>
                </a:lnTo>
                <a:lnTo>
                  <a:pt x="34035" y="227329"/>
                </a:lnTo>
                <a:lnTo>
                  <a:pt x="46863" y="180339"/>
                </a:lnTo>
                <a:lnTo>
                  <a:pt x="67309" y="138429"/>
                </a:lnTo>
                <a:lnTo>
                  <a:pt x="94360" y="102869"/>
                </a:lnTo>
                <a:lnTo>
                  <a:pt x="127380" y="72389"/>
                </a:lnTo>
                <a:lnTo>
                  <a:pt x="165480" y="49529"/>
                </a:lnTo>
                <a:lnTo>
                  <a:pt x="207772" y="34289"/>
                </a:lnTo>
                <a:lnTo>
                  <a:pt x="241934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09"/>
                </a:moveTo>
                <a:lnTo>
                  <a:pt x="265175" y="29209"/>
                </a:lnTo>
                <a:lnTo>
                  <a:pt x="287908" y="31749"/>
                </a:lnTo>
                <a:lnTo>
                  <a:pt x="299084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599"/>
                </a:lnTo>
                <a:lnTo>
                  <a:pt x="440054" y="138429"/>
                </a:lnTo>
                <a:lnTo>
                  <a:pt x="460628" y="179069"/>
                </a:lnTo>
                <a:lnTo>
                  <a:pt x="473709" y="226059"/>
                </a:lnTo>
                <a:lnTo>
                  <a:pt x="478342" y="273049"/>
                </a:lnTo>
                <a:lnTo>
                  <a:pt x="478351" y="275589"/>
                </a:lnTo>
                <a:lnTo>
                  <a:pt x="477266" y="299719"/>
                </a:lnTo>
                <a:lnTo>
                  <a:pt x="468502" y="347979"/>
                </a:lnTo>
                <a:lnTo>
                  <a:pt x="451739" y="392429"/>
                </a:lnTo>
                <a:lnTo>
                  <a:pt x="427990" y="431799"/>
                </a:lnTo>
                <a:lnTo>
                  <a:pt x="397764" y="464819"/>
                </a:lnTo>
                <a:lnTo>
                  <a:pt x="362203" y="491489"/>
                </a:lnTo>
                <a:lnTo>
                  <a:pt x="321818" y="510539"/>
                </a:lnTo>
                <a:lnTo>
                  <a:pt x="266065" y="521969"/>
                </a:lnTo>
                <a:lnTo>
                  <a:pt x="367538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8917" y="403859"/>
                </a:lnTo>
                <a:lnTo>
                  <a:pt x="497458" y="354329"/>
                </a:lnTo>
                <a:lnTo>
                  <a:pt x="506856" y="300989"/>
                </a:lnTo>
                <a:lnTo>
                  <a:pt x="508000" y="273049"/>
                </a:lnTo>
                <a:lnTo>
                  <a:pt x="506475" y="246379"/>
                </a:lnTo>
                <a:lnTo>
                  <a:pt x="496316" y="193039"/>
                </a:lnTo>
                <a:lnTo>
                  <a:pt x="477266" y="143509"/>
                </a:lnTo>
                <a:lnTo>
                  <a:pt x="450088" y="100329"/>
                </a:lnTo>
                <a:lnTo>
                  <a:pt x="415671" y="62229"/>
                </a:lnTo>
                <a:lnTo>
                  <a:pt x="374903" y="33019"/>
                </a:lnTo>
                <a:lnTo>
                  <a:pt x="367368" y="29209"/>
                </a:lnTo>
                <a:close/>
              </a:path>
              <a:path w="508000" h="551179">
                <a:moveTo>
                  <a:pt x="254380" y="58419"/>
                </a:moveTo>
                <a:lnTo>
                  <a:pt x="244601" y="5841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3" y="95249"/>
                </a:lnTo>
                <a:lnTo>
                  <a:pt x="117221" y="120649"/>
                </a:lnTo>
                <a:lnTo>
                  <a:pt x="93218" y="153669"/>
                </a:lnTo>
                <a:lnTo>
                  <a:pt x="75056" y="190499"/>
                </a:lnTo>
                <a:lnTo>
                  <a:pt x="63373" y="231139"/>
                </a:lnTo>
                <a:lnTo>
                  <a:pt x="59421" y="273049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758" y="414019"/>
                </a:lnTo>
                <a:lnTo>
                  <a:pt x="130175" y="443229"/>
                </a:lnTo>
                <a:lnTo>
                  <a:pt x="161035" y="466089"/>
                </a:lnTo>
                <a:lnTo>
                  <a:pt x="195706" y="482599"/>
                </a:lnTo>
                <a:lnTo>
                  <a:pt x="243585" y="492759"/>
                </a:lnTo>
                <a:lnTo>
                  <a:pt x="263398" y="492759"/>
                </a:lnTo>
                <a:lnTo>
                  <a:pt x="310769" y="482599"/>
                </a:lnTo>
                <a:lnTo>
                  <a:pt x="345694" y="467359"/>
                </a:lnTo>
                <a:lnTo>
                  <a:pt x="35280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220345" y="458469"/>
                </a:lnTo>
                <a:lnTo>
                  <a:pt x="203834" y="454659"/>
                </a:lnTo>
                <a:lnTo>
                  <a:pt x="189229" y="448309"/>
                </a:lnTo>
                <a:lnTo>
                  <a:pt x="149098" y="420369"/>
                </a:lnTo>
                <a:lnTo>
                  <a:pt x="117094" y="379729"/>
                </a:lnTo>
                <a:lnTo>
                  <a:pt x="96011" y="330199"/>
                </a:lnTo>
                <a:lnTo>
                  <a:pt x="89026" y="278129"/>
                </a:lnTo>
                <a:lnTo>
                  <a:pt x="88963" y="273049"/>
                </a:lnTo>
                <a:lnTo>
                  <a:pt x="89916" y="253999"/>
                </a:lnTo>
                <a:lnTo>
                  <a:pt x="103124" y="199389"/>
                </a:lnTo>
                <a:lnTo>
                  <a:pt x="129158" y="153669"/>
                </a:lnTo>
                <a:lnTo>
                  <a:pt x="165226" y="118109"/>
                </a:lnTo>
                <a:lnTo>
                  <a:pt x="208406" y="95249"/>
                </a:lnTo>
                <a:lnTo>
                  <a:pt x="238632" y="88899"/>
                </a:lnTo>
                <a:lnTo>
                  <a:pt x="352964" y="88899"/>
                </a:lnTo>
                <a:lnTo>
                  <a:pt x="346964" y="85089"/>
                </a:lnTo>
                <a:lnTo>
                  <a:pt x="329946" y="76199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lnTo>
                  <a:pt x="264414" y="59689"/>
                </a:lnTo>
                <a:lnTo>
                  <a:pt x="254380" y="58419"/>
                </a:lnTo>
                <a:close/>
              </a:path>
              <a:path w="508000" h="551179">
                <a:moveTo>
                  <a:pt x="352964" y="88899"/>
                </a:moveTo>
                <a:lnTo>
                  <a:pt x="271525" y="88899"/>
                </a:lnTo>
                <a:lnTo>
                  <a:pt x="279907" y="90169"/>
                </a:lnTo>
                <a:lnTo>
                  <a:pt x="287654" y="92709"/>
                </a:lnTo>
                <a:lnTo>
                  <a:pt x="332994" y="111759"/>
                </a:lnTo>
                <a:lnTo>
                  <a:pt x="370713" y="143509"/>
                </a:lnTo>
                <a:lnTo>
                  <a:pt x="399160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3" y="297179"/>
                </a:lnTo>
                <a:lnTo>
                  <a:pt x="404875" y="351789"/>
                </a:lnTo>
                <a:lnTo>
                  <a:pt x="378841" y="398779"/>
                </a:lnTo>
                <a:lnTo>
                  <a:pt x="342773" y="433069"/>
                </a:lnTo>
                <a:lnTo>
                  <a:pt x="299593" y="455929"/>
                </a:lnTo>
                <a:lnTo>
                  <a:pt x="269367" y="462279"/>
                </a:lnTo>
                <a:lnTo>
                  <a:pt x="352805" y="462279"/>
                </a:lnTo>
                <a:lnTo>
                  <a:pt x="390778" y="430529"/>
                </a:lnTo>
                <a:lnTo>
                  <a:pt x="414781" y="397509"/>
                </a:lnTo>
                <a:lnTo>
                  <a:pt x="433070" y="360679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21" y="273049"/>
                </a:lnTo>
                <a:lnTo>
                  <a:pt x="444880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668" y="121919"/>
                </a:lnTo>
                <a:lnTo>
                  <a:pt x="362966" y="95249"/>
                </a:lnTo>
                <a:lnTo>
                  <a:pt x="352964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668639" y="4131945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489950" y="4671821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39"/>
                </a:lnTo>
                <a:lnTo>
                  <a:pt x="199644" y="6349"/>
                </a:lnTo>
                <a:lnTo>
                  <a:pt x="175005" y="12699"/>
                </a:lnTo>
                <a:lnTo>
                  <a:pt x="129413" y="35559"/>
                </a:lnTo>
                <a:lnTo>
                  <a:pt x="89280" y="66039"/>
                </a:lnTo>
                <a:lnTo>
                  <a:pt x="55372" y="104139"/>
                </a:lnTo>
                <a:lnTo>
                  <a:pt x="29082" y="147319"/>
                </a:lnTo>
                <a:lnTo>
                  <a:pt x="10541" y="196849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6069"/>
                </a:lnTo>
                <a:lnTo>
                  <a:pt x="11683" y="358139"/>
                </a:lnTo>
                <a:lnTo>
                  <a:pt x="30860" y="407669"/>
                </a:lnTo>
                <a:lnTo>
                  <a:pt x="57911" y="450849"/>
                </a:lnTo>
                <a:lnTo>
                  <a:pt x="92328" y="488949"/>
                </a:lnTo>
                <a:lnTo>
                  <a:pt x="133350" y="519429"/>
                </a:lnTo>
                <a:lnTo>
                  <a:pt x="179577" y="539749"/>
                </a:lnTo>
                <a:lnTo>
                  <a:pt x="242061" y="551179"/>
                </a:lnTo>
                <a:lnTo>
                  <a:pt x="268731" y="551179"/>
                </a:lnTo>
                <a:lnTo>
                  <a:pt x="294385" y="548639"/>
                </a:lnTo>
                <a:lnTo>
                  <a:pt x="308355" y="544829"/>
                </a:lnTo>
                <a:lnTo>
                  <a:pt x="332994" y="538479"/>
                </a:lnTo>
                <a:lnTo>
                  <a:pt x="356361" y="528319"/>
                </a:lnTo>
                <a:lnTo>
                  <a:pt x="368779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250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3" y="326389"/>
                </a:lnTo>
                <a:lnTo>
                  <a:pt x="29657" y="278129"/>
                </a:lnTo>
                <a:lnTo>
                  <a:pt x="29762" y="273049"/>
                </a:lnTo>
                <a:lnTo>
                  <a:pt x="34035" y="227329"/>
                </a:lnTo>
                <a:lnTo>
                  <a:pt x="46863" y="180339"/>
                </a:lnTo>
                <a:lnTo>
                  <a:pt x="67309" y="138429"/>
                </a:lnTo>
                <a:lnTo>
                  <a:pt x="94360" y="102869"/>
                </a:lnTo>
                <a:lnTo>
                  <a:pt x="127380" y="72389"/>
                </a:lnTo>
                <a:lnTo>
                  <a:pt x="165480" y="49529"/>
                </a:lnTo>
                <a:lnTo>
                  <a:pt x="207772" y="34289"/>
                </a:lnTo>
                <a:lnTo>
                  <a:pt x="241934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09"/>
                </a:moveTo>
                <a:lnTo>
                  <a:pt x="265175" y="29209"/>
                </a:lnTo>
                <a:lnTo>
                  <a:pt x="287908" y="31749"/>
                </a:lnTo>
                <a:lnTo>
                  <a:pt x="299084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599"/>
                </a:lnTo>
                <a:lnTo>
                  <a:pt x="440054" y="138429"/>
                </a:lnTo>
                <a:lnTo>
                  <a:pt x="460628" y="179069"/>
                </a:lnTo>
                <a:lnTo>
                  <a:pt x="473709" y="226059"/>
                </a:lnTo>
                <a:lnTo>
                  <a:pt x="478281" y="273049"/>
                </a:lnTo>
                <a:lnTo>
                  <a:pt x="478288" y="278129"/>
                </a:lnTo>
                <a:lnTo>
                  <a:pt x="477266" y="299719"/>
                </a:lnTo>
                <a:lnTo>
                  <a:pt x="468502" y="347979"/>
                </a:lnTo>
                <a:lnTo>
                  <a:pt x="451739" y="392429"/>
                </a:lnTo>
                <a:lnTo>
                  <a:pt x="427990" y="431799"/>
                </a:lnTo>
                <a:lnTo>
                  <a:pt x="397764" y="464819"/>
                </a:lnTo>
                <a:lnTo>
                  <a:pt x="362203" y="491489"/>
                </a:lnTo>
                <a:lnTo>
                  <a:pt x="321818" y="510539"/>
                </a:lnTo>
                <a:lnTo>
                  <a:pt x="266065" y="521969"/>
                </a:lnTo>
                <a:lnTo>
                  <a:pt x="368779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8917" y="403859"/>
                </a:lnTo>
                <a:lnTo>
                  <a:pt x="497458" y="354329"/>
                </a:lnTo>
                <a:lnTo>
                  <a:pt x="506856" y="300989"/>
                </a:lnTo>
                <a:lnTo>
                  <a:pt x="508000" y="273049"/>
                </a:lnTo>
                <a:lnTo>
                  <a:pt x="506475" y="246379"/>
                </a:lnTo>
                <a:lnTo>
                  <a:pt x="496316" y="193039"/>
                </a:lnTo>
                <a:lnTo>
                  <a:pt x="477266" y="143509"/>
                </a:lnTo>
                <a:lnTo>
                  <a:pt x="450088" y="100329"/>
                </a:lnTo>
                <a:lnTo>
                  <a:pt x="415671" y="62229"/>
                </a:lnTo>
                <a:lnTo>
                  <a:pt x="374903" y="33019"/>
                </a:lnTo>
                <a:lnTo>
                  <a:pt x="367368" y="29209"/>
                </a:lnTo>
                <a:close/>
              </a:path>
              <a:path w="508000" h="551179">
                <a:moveTo>
                  <a:pt x="274066" y="59689"/>
                </a:moveTo>
                <a:lnTo>
                  <a:pt x="234569" y="5968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3" y="95249"/>
                </a:lnTo>
                <a:lnTo>
                  <a:pt x="117221" y="121919"/>
                </a:lnTo>
                <a:lnTo>
                  <a:pt x="93218" y="153669"/>
                </a:lnTo>
                <a:lnTo>
                  <a:pt x="75056" y="190499"/>
                </a:lnTo>
                <a:lnTo>
                  <a:pt x="63373" y="231139"/>
                </a:lnTo>
                <a:lnTo>
                  <a:pt x="59421" y="273049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758" y="414019"/>
                </a:lnTo>
                <a:lnTo>
                  <a:pt x="130175" y="443229"/>
                </a:lnTo>
                <a:lnTo>
                  <a:pt x="161035" y="466089"/>
                </a:lnTo>
                <a:lnTo>
                  <a:pt x="195706" y="482599"/>
                </a:lnTo>
                <a:lnTo>
                  <a:pt x="243585" y="492759"/>
                </a:lnTo>
                <a:lnTo>
                  <a:pt x="263398" y="492759"/>
                </a:lnTo>
                <a:lnTo>
                  <a:pt x="310769" y="483869"/>
                </a:lnTo>
                <a:lnTo>
                  <a:pt x="345694" y="467359"/>
                </a:lnTo>
                <a:lnTo>
                  <a:pt x="35280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189229" y="448309"/>
                </a:lnTo>
                <a:lnTo>
                  <a:pt x="149098" y="420369"/>
                </a:lnTo>
                <a:lnTo>
                  <a:pt x="117094" y="379729"/>
                </a:lnTo>
                <a:lnTo>
                  <a:pt x="96011" y="330199"/>
                </a:lnTo>
                <a:lnTo>
                  <a:pt x="89026" y="278129"/>
                </a:lnTo>
                <a:lnTo>
                  <a:pt x="88963" y="273049"/>
                </a:lnTo>
                <a:lnTo>
                  <a:pt x="89916" y="253999"/>
                </a:lnTo>
                <a:lnTo>
                  <a:pt x="103124" y="199389"/>
                </a:lnTo>
                <a:lnTo>
                  <a:pt x="129158" y="153669"/>
                </a:lnTo>
                <a:lnTo>
                  <a:pt x="165226" y="118109"/>
                </a:lnTo>
                <a:lnTo>
                  <a:pt x="208406" y="95249"/>
                </a:lnTo>
                <a:lnTo>
                  <a:pt x="238632" y="88899"/>
                </a:lnTo>
                <a:lnTo>
                  <a:pt x="352298" y="88899"/>
                </a:lnTo>
                <a:lnTo>
                  <a:pt x="346964" y="85089"/>
                </a:lnTo>
                <a:lnTo>
                  <a:pt x="329946" y="76199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close/>
              </a:path>
              <a:path w="508000" h="551179">
                <a:moveTo>
                  <a:pt x="352298" y="88899"/>
                </a:moveTo>
                <a:lnTo>
                  <a:pt x="263525" y="88899"/>
                </a:lnTo>
                <a:lnTo>
                  <a:pt x="279907" y="91439"/>
                </a:lnTo>
                <a:lnTo>
                  <a:pt x="287654" y="92709"/>
                </a:lnTo>
                <a:lnTo>
                  <a:pt x="332994" y="111759"/>
                </a:lnTo>
                <a:lnTo>
                  <a:pt x="370840" y="143509"/>
                </a:lnTo>
                <a:lnTo>
                  <a:pt x="399160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3" y="297179"/>
                </a:lnTo>
                <a:lnTo>
                  <a:pt x="410845" y="335279"/>
                </a:lnTo>
                <a:lnTo>
                  <a:pt x="388747" y="383539"/>
                </a:lnTo>
                <a:lnTo>
                  <a:pt x="355853" y="422909"/>
                </a:lnTo>
                <a:lnTo>
                  <a:pt x="314705" y="449579"/>
                </a:lnTo>
                <a:lnTo>
                  <a:pt x="277368" y="461009"/>
                </a:lnTo>
                <a:lnTo>
                  <a:pt x="269367" y="462279"/>
                </a:lnTo>
                <a:lnTo>
                  <a:pt x="352805" y="462279"/>
                </a:lnTo>
                <a:lnTo>
                  <a:pt x="390778" y="430529"/>
                </a:lnTo>
                <a:lnTo>
                  <a:pt x="414781" y="398779"/>
                </a:lnTo>
                <a:lnTo>
                  <a:pt x="433070" y="360679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21" y="273049"/>
                </a:lnTo>
                <a:lnTo>
                  <a:pt x="444880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668" y="121919"/>
                </a:lnTo>
                <a:lnTo>
                  <a:pt x="362966" y="96519"/>
                </a:lnTo>
                <a:lnTo>
                  <a:pt x="352298" y="88899"/>
                </a:lnTo>
                <a:close/>
              </a:path>
              <a:path w="508000" h="551179">
                <a:moveTo>
                  <a:pt x="254380" y="58419"/>
                </a:moveTo>
                <a:lnTo>
                  <a:pt x="244601" y="59689"/>
                </a:lnTo>
                <a:lnTo>
                  <a:pt x="264414" y="59689"/>
                </a:lnTo>
                <a:lnTo>
                  <a:pt x="254380" y="5841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668639" y="4773548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489950" y="5415521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40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413" y="35560"/>
                </a:lnTo>
                <a:lnTo>
                  <a:pt x="89280" y="66040"/>
                </a:lnTo>
                <a:lnTo>
                  <a:pt x="55372" y="104140"/>
                </a:lnTo>
                <a:lnTo>
                  <a:pt x="29082" y="147320"/>
                </a:lnTo>
                <a:lnTo>
                  <a:pt x="10541" y="196850"/>
                </a:lnTo>
                <a:lnTo>
                  <a:pt x="1143" y="250190"/>
                </a:lnTo>
                <a:lnTo>
                  <a:pt x="0" y="278130"/>
                </a:lnTo>
                <a:lnTo>
                  <a:pt x="1397" y="306070"/>
                </a:lnTo>
                <a:lnTo>
                  <a:pt x="11683" y="358140"/>
                </a:lnTo>
                <a:lnTo>
                  <a:pt x="30860" y="407670"/>
                </a:lnTo>
                <a:lnTo>
                  <a:pt x="57911" y="450850"/>
                </a:lnTo>
                <a:lnTo>
                  <a:pt x="92328" y="488950"/>
                </a:lnTo>
                <a:lnTo>
                  <a:pt x="133350" y="518160"/>
                </a:lnTo>
                <a:lnTo>
                  <a:pt x="179577" y="539750"/>
                </a:lnTo>
                <a:lnTo>
                  <a:pt x="242061" y="551180"/>
                </a:lnTo>
                <a:lnTo>
                  <a:pt x="268731" y="551180"/>
                </a:lnTo>
                <a:lnTo>
                  <a:pt x="294385" y="548640"/>
                </a:lnTo>
                <a:lnTo>
                  <a:pt x="308355" y="544830"/>
                </a:lnTo>
                <a:lnTo>
                  <a:pt x="332994" y="538480"/>
                </a:lnTo>
                <a:lnTo>
                  <a:pt x="356361" y="528320"/>
                </a:lnTo>
                <a:lnTo>
                  <a:pt x="368779" y="521970"/>
                </a:lnTo>
                <a:lnTo>
                  <a:pt x="242824" y="521970"/>
                </a:lnTo>
                <a:lnTo>
                  <a:pt x="220091" y="519430"/>
                </a:lnTo>
                <a:lnTo>
                  <a:pt x="166877" y="502920"/>
                </a:lnTo>
                <a:lnTo>
                  <a:pt x="128524" y="480060"/>
                </a:lnTo>
                <a:lnTo>
                  <a:pt x="95250" y="449580"/>
                </a:lnTo>
                <a:lnTo>
                  <a:pt x="67945" y="414020"/>
                </a:lnTo>
                <a:lnTo>
                  <a:pt x="47371" y="372110"/>
                </a:lnTo>
                <a:lnTo>
                  <a:pt x="34163" y="326390"/>
                </a:lnTo>
                <a:lnTo>
                  <a:pt x="29657" y="278130"/>
                </a:lnTo>
                <a:lnTo>
                  <a:pt x="29762" y="273050"/>
                </a:lnTo>
                <a:lnTo>
                  <a:pt x="34035" y="227330"/>
                </a:lnTo>
                <a:lnTo>
                  <a:pt x="46863" y="180340"/>
                </a:lnTo>
                <a:lnTo>
                  <a:pt x="67309" y="139700"/>
                </a:lnTo>
                <a:lnTo>
                  <a:pt x="94360" y="102870"/>
                </a:lnTo>
                <a:lnTo>
                  <a:pt x="127380" y="72390"/>
                </a:lnTo>
                <a:lnTo>
                  <a:pt x="165480" y="49530"/>
                </a:lnTo>
                <a:lnTo>
                  <a:pt x="207772" y="34290"/>
                </a:lnTo>
                <a:lnTo>
                  <a:pt x="241934" y="29210"/>
                </a:lnTo>
                <a:lnTo>
                  <a:pt x="367368" y="29210"/>
                </a:lnTo>
                <a:lnTo>
                  <a:pt x="352298" y="21590"/>
                </a:lnTo>
                <a:lnTo>
                  <a:pt x="328422" y="11430"/>
                </a:lnTo>
                <a:lnTo>
                  <a:pt x="304673" y="5080"/>
                </a:lnTo>
                <a:lnTo>
                  <a:pt x="291973" y="2540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10"/>
                </a:moveTo>
                <a:lnTo>
                  <a:pt x="265175" y="29210"/>
                </a:lnTo>
                <a:lnTo>
                  <a:pt x="287908" y="31750"/>
                </a:lnTo>
                <a:lnTo>
                  <a:pt x="299084" y="34290"/>
                </a:lnTo>
                <a:lnTo>
                  <a:pt x="341122" y="48260"/>
                </a:lnTo>
                <a:lnTo>
                  <a:pt x="379349" y="71120"/>
                </a:lnTo>
                <a:lnTo>
                  <a:pt x="412623" y="101600"/>
                </a:lnTo>
                <a:lnTo>
                  <a:pt x="440054" y="138430"/>
                </a:lnTo>
                <a:lnTo>
                  <a:pt x="460628" y="179070"/>
                </a:lnTo>
                <a:lnTo>
                  <a:pt x="473709" y="226060"/>
                </a:lnTo>
                <a:lnTo>
                  <a:pt x="478281" y="273050"/>
                </a:lnTo>
                <a:lnTo>
                  <a:pt x="478288" y="278130"/>
                </a:lnTo>
                <a:lnTo>
                  <a:pt x="477266" y="299720"/>
                </a:lnTo>
                <a:lnTo>
                  <a:pt x="468502" y="347980"/>
                </a:lnTo>
                <a:lnTo>
                  <a:pt x="451739" y="392430"/>
                </a:lnTo>
                <a:lnTo>
                  <a:pt x="427990" y="431800"/>
                </a:lnTo>
                <a:lnTo>
                  <a:pt x="397764" y="464820"/>
                </a:lnTo>
                <a:lnTo>
                  <a:pt x="362203" y="491490"/>
                </a:lnTo>
                <a:lnTo>
                  <a:pt x="321818" y="510540"/>
                </a:lnTo>
                <a:lnTo>
                  <a:pt x="266065" y="521970"/>
                </a:lnTo>
                <a:lnTo>
                  <a:pt x="368779" y="521970"/>
                </a:lnTo>
                <a:lnTo>
                  <a:pt x="418719" y="486410"/>
                </a:lnTo>
                <a:lnTo>
                  <a:pt x="452627" y="448310"/>
                </a:lnTo>
                <a:lnTo>
                  <a:pt x="478917" y="403860"/>
                </a:lnTo>
                <a:lnTo>
                  <a:pt x="497458" y="354330"/>
                </a:lnTo>
                <a:lnTo>
                  <a:pt x="506856" y="300990"/>
                </a:lnTo>
                <a:lnTo>
                  <a:pt x="508000" y="273050"/>
                </a:lnTo>
                <a:lnTo>
                  <a:pt x="506475" y="246380"/>
                </a:lnTo>
                <a:lnTo>
                  <a:pt x="496316" y="193040"/>
                </a:lnTo>
                <a:lnTo>
                  <a:pt x="477266" y="143510"/>
                </a:lnTo>
                <a:lnTo>
                  <a:pt x="450088" y="100330"/>
                </a:lnTo>
                <a:lnTo>
                  <a:pt x="415671" y="62230"/>
                </a:lnTo>
                <a:lnTo>
                  <a:pt x="374903" y="33020"/>
                </a:lnTo>
                <a:lnTo>
                  <a:pt x="367368" y="29210"/>
                </a:lnTo>
                <a:close/>
              </a:path>
              <a:path w="508000" h="551179">
                <a:moveTo>
                  <a:pt x="274066" y="59690"/>
                </a:moveTo>
                <a:lnTo>
                  <a:pt x="234569" y="59690"/>
                </a:lnTo>
                <a:lnTo>
                  <a:pt x="224917" y="60960"/>
                </a:lnTo>
                <a:lnTo>
                  <a:pt x="179450" y="74930"/>
                </a:lnTo>
                <a:lnTo>
                  <a:pt x="146303" y="95250"/>
                </a:lnTo>
                <a:lnTo>
                  <a:pt x="117221" y="121920"/>
                </a:lnTo>
                <a:lnTo>
                  <a:pt x="93218" y="153670"/>
                </a:lnTo>
                <a:lnTo>
                  <a:pt x="75056" y="190500"/>
                </a:lnTo>
                <a:lnTo>
                  <a:pt x="63373" y="231140"/>
                </a:lnTo>
                <a:lnTo>
                  <a:pt x="59421" y="273050"/>
                </a:lnTo>
                <a:lnTo>
                  <a:pt x="59413" y="278130"/>
                </a:lnTo>
                <a:lnTo>
                  <a:pt x="60198" y="297180"/>
                </a:lnTo>
                <a:lnTo>
                  <a:pt x="67945" y="340360"/>
                </a:lnTo>
                <a:lnTo>
                  <a:pt x="82676" y="378460"/>
                </a:lnTo>
                <a:lnTo>
                  <a:pt x="103758" y="414020"/>
                </a:lnTo>
                <a:lnTo>
                  <a:pt x="130175" y="443230"/>
                </a:lnTo>
                <a:lnTo>
                  <a:pt x="161035" y="466090"/>
                </a:lnTo>
                <a:lnTo>
                  <a:pt x="195706" y="482600"/>
                </a:lnTo>
                <a:lnTo>
                  <a:pt x="243585" y="492760"/>
                </a:lnTo>
                <a:lnTo>
                  <a:pt x="263398" y="492760"/>
                </a:lnTo>
                <a:lnTo>
                  <a:pt x="310769" y="483870"/>
                </a:lnTo>
                <a:lnTo>
                  <a:pt x="345694" y="467360"/>
                </a:lnTo>
                <a:lnTo>
                  <a:pt x="351027" y="463550"/>
                </a:lnTo>
                <a:lnTo>
                  <a:pt x="252856" y="463550"/>
                </a:lnTo>
                <a:lnTo>
                  <a:pt x="244475" y="462280"/>
                </a:lnTo>
                <a:lnTo>
                  <a:pt x="236474" y="462280"/>
                </a:lnTo>
                <a:lnTo>
                  <a:pt x="228092" y="461010"/>
                </a:lnTo>
                <a:lnTo>
                  <a:pt x="220345" y="458470"/>
                </a:lnTo>
                <a:lnTo>
                  <a:pt x="203834" y="454660"/>
                </a:lnTo>
                <a:lnTo>
                  <a:pt x="161671" y="430530"/>
                </a:lnTo>
                <a:lnTo>
                  <a:pt x="126619" y="394970"/>
                </a:lnTo>
                <a:lnTo>
                  <a:pt x="101726" y="347980"/>
                </a:lnTo>
                <a:lnTo>
                  <a:pt x="89534" y="293370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90"/>
                </a:lnTo>
                <a:lnTo>
                  <a:pt x="129158" y="153670"/>
                </a:lnTo>
                <a:lnTo>
                  <a:pt x="165226" y="118110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298" y="88900"/>
                </a:lnTo>
                <a:lnTo>
                  <a:pt x="346964" y="85090"/>
                </a:lnTo>
                <a:lnTo>
                  <a:pt x="329946" y="76200"/>
                </a:lnTo>
                <a:lnTo>
                  <a:pt x="312293" y="68580"/>
                </a:lnTo>
                <a:lnTo>
                  <a:pt x="283845" y="60960"/>
                </a:lnTo>
                <a:lnTo>
                  <a:pt x="274066" y="59690"/>
                </a:lnTo>
                <a:close/>
              </a:path>
              <a:path w="508000" h="551179">
                <a:moveTo>
                  <a:pt x="352298" y="88900"/>
                </a:moveTo>
                <a:lnTo>
                  <a:pt x="263525" y="88900"/>
                </a:lnTo>
                <a:lnTo>
                  <a:pt x="279907" y="91440"/>
                </a:lnTo>
                <a:lnTo>
                  <a:pt x="287654" y="92710"/>
                </a:lnTo>
                <a:lnTo>
                  <a:pt x="332994" y="111760"/>
                </a:lnTo>
                <a:lnTo>
                  <a:pt x="370840" y="143510"/>
                </a:lnTo>
                <a:lnTo>
                  <a:pt x="399160" y="186690"/>
                </a:lnTo>
                <a:lnTo>
                  <a:pt x="415925" y="238760"/>
                </a:lnTo>
                <a:lnTo>
                  <a:pt x="419100" y="278130"/>
                </a:lnTo>
                <a:lnTo>
                  <a:pt x="418083" y="297180"/>
                </a:lnTo>
                <a:lnTo>
                  <a:pt x="410845" y="335280"/>
                </a:lnTo>
                <a:lnTo>
                  <a:pt x="388747" y="383540"/>
                </a:lnTo>
                <a:lnTo>
                  <a:pt x="355853" y="422910"/>
                </a:lnTo>
                <a:lnTo>
                  <a:pt x="314705" y="449580"/>
                </a:lnTo>
                <a:lnTo>
                  <a:pt x="277368" y="461010"/>
                </a:lnTo>
                <a:lnTo>
                  <a:pt x="269367" y="462280"/>
                </a:lnTo>
                <a:lnTo>
                  <a:pt x="260857" y="462280"/>
                </a:lnTo>
                <a:lnTo>
                  <a:pt x="252856" y="463550"/>
                </a:lnTo>
                <a:lnTo>
                  <a:pt x="351027" y="463550"/>
                </a:lnTo>
                <a:lnTo>
                  <a:pt x="361696" y="455930"/>
                </a:lnTo>
                <a:lnTo>
                  <a:pt x="390778" y="430530"/>
                </a:lnTo>
                <a:lnTo>
                  <a:pt x="414781" y="397510"/>
                </a:lnTo>
                <a:lnTo>
                  <a:pt x="433070" y="360680"/>
                </a:lnTo>
                <a:lnTo>
                  <a:pt x="444626" y="320040"/>
                </a:lnTo>
                <a:lnTo>
                  <a:pt x="448631" y="278130"/>
                </a:lnTo>
                <a:lnTo>
                  <a:pt x="448521" y="273050"/>
                </a:lnTo>
                <a:lnTo>
                  <a:pt x="444880" y="232410"/>
                </a:lnTo>
                <a:lnTo>
                  <a:pt x="433450" y="191770"/>
                </a:lnTo>
                <a:lnTo>
                  <a:pt x="415417" y="154940"/>
                </a:lnTo>
                <a:lnTo>
                  <a:pt x="391668" y="121920"/>
                </a:lnTo>
                <a:lnTo>
                  <a:pt x="362966" y="96520"/>
                </a:lnTo>
                <a:lnTo>
                  <a:pt x="352298" y="88900"/>
                </a:lnTo>
                <a:close/>
              </a:path>
              <a:path w="508000" h="551179">
                <a:moveTo>
                  <a:pt x="254380" y="58420"/>
                </a:moveTo>
                <a:lnTo>
                  <a:pt x="244601" y="59690"/>
                </a:lnTo>
                <a:lnTo>
                  <a:pt x="264414" y="59690"/>
                </a:lnTo>
                <a:lnTo>
                  <a:pt x="254380" y="5842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604631" y="5518200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340854" y="4763261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39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413" y="35559"/>
                </a:lnTo>
                <a:lnTo>
                  <a:pt x="89280" y="66039"/>
                </a:lnTo>
                <a:lnTo>
                  <a:pt x="55372" y="102869"/>
                </a:lnTo>
                <a:lnTo>
                  <a:pt x="29082" y="147319"/>
                </a:lnTo>
                <a:lnTo>
                  <a:pt x="10541" y="196850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6069"/>
                </a:lnTo>
                <a:lnTo>
                  <a:pt x="11684" y="358139"/>
                </a:lnTo>
                <a:lnTo>
                  <a:pt x="30861" y="407669"/>
                </a:lnTo>
                <a:lnTo>
                  <a:pt x="57912" y="450850"/>
                </a:lnTo>
                <a:lnTo>
                  <a:pt x="92328" y="488949"/>
                </a:lnTo>
                <a:lnTo>
                  <a:pt x="133350" y="519429"/>
                </a:lnTo>
                <a:lnTo>
                  <a:pt x="179577" y="539749"/>
                </a:lnTo>
                <a:lnTo>
                  <a:pt x="242062" y="551179"/>
                </a:lnTo>
                <a:lnTo>
                  <a:pt x="268731" y="551179"/>
                </a:lnTo>
                <a:lnTo>
                  <a:pt x="294386" y="548639"/>
                </a:lnTo>
                <a:lnTo>
                  <a:pt x="308355" y="544829"/>
                </a:lnTo>
                <a:lnTo>
                  <a:pt x="332994" y="538479"/>
                </a:lnTo>
                <a:lnTo>
                  <a:pt x="356362" y="528319"/>
                </a:lnTo>
                <a:lnTo>
                  <a:pt x="368779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250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3" y="326389"/>
                </a:lnTo>
                <a:lnTo>
                  <a:pt x="29657" y="278129"/>
                </a:lnTo>
                <a:lnTo>
                  <a:pt x="29762" y="273050"/>
                </a:lnTo>
                <a:lnTo>
                  <a:pt x="34036" y="227329"/>
                </a:lnTo>
                <a:lnTo>
                  <a:pt x="46863" y="180339"/>
                </a:lnTo>
                <a:lnTo>
                  <a:pt x="67310" y="139700"/>
                </a:lnTo>
                <a:lnTo>
                  <a:pt x="94361" y="102869"/>
                </a:lnTo>
                <a:lnTo>
                  <a:pt x="127380" y="72389"/>
                </a:lnTo>
                <a:lnTo>
                  <a:pt x="165480" y="49529"/>
                </a:lnTo>
                <a:lnTo>
                  <a:pt x="207772" y="34289"/>
                </a:lnTo>
                <a:lnTo>
                  <a:pt x="241935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09"/>
                </a:moveTo>
                <a:lnTo>
                  <a:pt x="265175" y="29209"/>
                </a:lnTo>
                <a:lnTo>
                  <a:pt x="287909" y="31750"/>
                </a:lnTo>
                <a:lnTo>
                  <a:pt x="299085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600"/>
                </a:lnTo>
                <a:lnTo>
                  <a:pt x="440054" y="138429"/>
                </a:lnTo>
                <a:lnTo>
                  <a:pt x="460628" y="179069"/>
                </a:lnTo>
                <a:lnTo>
                  <a:pt x="473710" y="226059"/>
                </a:lnTo>
                <a:lnTo>
                  <a:pt x="478282" y="273050"/>
                </a:lnTo>
                <a:lnTo>
                  <a:pt x="478288" y="278129"/>
                </a:lnTo>
                <a:lnTo>
                  <a:pt x="477266" y="299719"/>
                </a:lnTo>
                <a:lnTo>
                  <a:pt x="468502" y="347979"/>
                </a:lnTo>
                <a:lnTo>
                  <a:pt x="451739" y="392429"/>
                </a:lnTo>
                <a:lnTo>
                  <a:pt x="427990" y="431800"/>
                </a:lnTo>
                <a:lnTo>
                  <a:pt x="397764" y="464819"/>
                </a:lnTo>
                <a:lnTo>
                  <a:pt x="362203" y="491489"/>
                </a:lnTo>
                <a:lnTo>
                  <a:pt x="321818" y="510539"/>
                </a:lnTo>
                <a:lnTo>
                  <a:pt x="266065" y="521969"/>
                </a:lnTo>
                <a:lnTo>
                  <a:pt x="368779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8917" y="403859"/>
                </a:lnTo>
                <a:lnTo>
                  <a:pt x="497459" y="354329"/>
                </a:lnTo>
                <a:lnTo>
                  <a:pt x="506856" y="300989"/>
                </a:lnTo>
                <a:lnTo>
                  <a:pt x="508000" y="273050"/>
                </a:lnTo>
                <a:lnTo>
                  <a:pt x="506475" y="246379"/>
                </a:lnTo>
                <a:lnTo>
                  <a:pt x="496316" y="193039"/>
                </a:lnTo>
                <a:lnTo>
                  <a:pt x="477266" y="143509"/>
                </a:lnTo>
                <a:lnTo>
                  <a:pt x="450088" y="100329"/>
                </a:lnTo>
                <a:lnTo>
                  <a:pt x="415671" y="62229"/>
                </a:lnTo>
                <a:lnTo>
                  <a:pt x="374903" y="33019"/>
                </a:lnTo>
                <a:lnTo>
                  <a:pt x="367368" y="29209"/>
                </a:lnTo>
                <a:close/>
              </a:path>
              <a:path w="508000" h="551179">
                <a:moveTo>
                  <a:pt x="254380" y="58419"/>
                </a:moveTo>
                <a:lnTo>
                  <a:pt x="244601" y="5841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3" y="95250"/>
                </a:lnTo>
                <a:lnTo>
                  <a:pt x="117221" y="121919"/>
                </a:lnTo>
                <a:lnTo>
                  <a:pt x="93218" y="153669"/>
                </a:lnTo>
                <a:lnTo>
                  <a:pt x="75056" y="190500"/>
                </a:lnTo>
                <a:lnTo>
                  <a:pt x="63373" y="231139"/>
                </a:lnTo>
                <a:lnTo>
                  <a:pt x="59421" y="273050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759" y="414019"/>
                </a:lnTo>
                <a:lnTo>
                  <a:pt x="130175" y="443229"/>
                </a:lnTo>
                <a:lnTo>
                  <a:pt x="161036" y="466089"/>
                </a:lnTo>
                <a:lnTo>
                  <a:pt x="195706" y="482599"/>
                </a:lnTo>
                <a:lnTo>
                  <a:pt x="243586" y="492759"/>
                </a:lnTo>
                <a:lnTo>
                  <a:pt x="263398" y="492759"/>
                </a:lnTo>
                <a:lnTo>
                  <a:pt x="310769" y="483869"/>
                </a:lnTo>
                <a:lnTo>
                  <a:pt x="345694" y="467359"/>
                </a:lnTo>
                <a:lnTo>
                  <a:pt x="351027" y="463550"/>
                </a:lnTo>
                <a:lnTo>
                  <a:pt x="252856" y="463550"/>
                </a:lnTo>
                <a:lnTo>
                  <a:pt x="24447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189229" y="448309"/>
                </a:lnTo>
                <a:lnTo>
                  <a:pt x="149098" y="420369"/>
                </a:lnTo>
                <a:lnTo>
                  <a:pt x="117094" y="381000"/>
                </a:lnTo>
                <a:lnTo>
                  <a:pt x="96012" y="330200"/>
                </a:lnTo>
                <a:lnTo>
                  <a:pt x="89026" y="278129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89"/>
                </a:lnTo>
                <a:lnTo>
                  <a:pt x="129159" y="153669"/>
                </a:lnTo>
                <a:lnTo>
                  <a:pt x="165226" y="118109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298" y="88900"/>
                </a:lnTo>
                <a:lnTo>
                  <a:pt x="346964" y="85089"/>
                </a:lnTo>
                <a:lnTo>
                  <a:pt x="329946" y="76200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lnTo>
                  <a:pt x="264414" y="59689"/>
                </a:lnTo>
                <a:lnTo>
                  <a:pt x="254380" y="58419"/>
                </a:lnTo>
                <a:close/>
              </a:path>
              <a:path w="508000" h="551179">
                <a:moveTo>
                  <a:pt x="352298" y="88900"/>
                </a:moveTo>
                <a:lnTo>
                  <a:pt x="263525" y="88900"/>
                </a:lnTo>
                <a:lnTo>
                  <a:pt x="271525" y="90169"/>
                </a:lnTo>
                <a:lnTo>
                  <a:pt x="279907" y="90169"/>
                </a:lnTo>
                <a:lnTo>
                  <a:pt x="287654" y="92709"/>
                </a:lnTo>
                <a:lnTo>
                  <a:pt x="332994" y="111759"/>
                </a:lnTo>
                <a:lnTo>
                  <a:pt x="370840" y="143509"/>
                </a:lnTo>
                <a:lnTo>
                  <a:pt x="399161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4" y="297179"/>
                </a:lnTo>
                <a:lnTo>
                  <a:pt x="410845" y="335279"/>
                </a:lnTo>
                <a:lnTo>
                  <a:pt x="388747" y="383539"/>
                </a:lnTo>
                <a:lnTo>
                  <a:pt x="355853" y="422909"/>
                </a:lnTo>
                <a:lnTo>
                  <a:pt x="314705" y="449579"/>
                </a:lnTo>
                <a:lnTo>
                  <a:pt x="277368" y="461009"/>
                </a:lnTo>
                <a:lnTo>
                  <a:pt x="269367" y="462279"/>
                </a:lnTo>
                <a:lnTo>
                  <a:pt x="260857" y="462279"/>
                </a:lnTo>
                <a:lnTo>
                  <a:pt x="252856" y="463550"/>
                </a:lnTo>
                <a:lnTo>
                  <a:pt x="351027" y="463550"/>
                </a:lnTo>
                <a:lnTo>
                  <a:pt x="361696" y="455929"/>
                </a:lnTo>
                <a:lnTo>
                  <a:pt x="390778" y="430529"/>
                </a:lnTo>
                <a:lnTo>
                  <a:pt x="414781" y="398779"/>
                </a:lnTo>
                <a:lnTo>
                  <a:pt x="433070" y="361950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21" y="273050"/>
                </a:lnTo>
                <a:lnTo>
                  <a:pt x="444880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795" y="121919"/>
                </a:lnTo>
                <a:lnTo>
                  <a:pt x="362966" y="96519"/>
                </a:lnTo>
                <a:lnTo>
                  <a:pt x="35229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462773" y="4865623"/>
            <a:ext cx="2546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340854" y="5490197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40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413" y="35560"/>
                </a:lnTo>
                <a:lnTo>
                  <a:pt x="89280" y="66040"/>
                </a:lnTo>
                <a:lnTo>
                  <a:pt x="55372" y="104140"/>
                </a:lnTo>
                <a:lnTo>
                  <a:pt x="29082" y="147320"/>
                </a:lnTo>
                <a:lnTo>
                  <a:pt x="10541" y="196850"/>
                </a:lnTo>
                <a:lnTo>
                  <a:pt x="1143" y="250190"/>
                </a:lnTo>
                <a:lnTo>
                  <a:pt x="0" y="278130"/>
                </a:lnTo>
                <a:lnTo>
                  <a:pt x="1397" y="306070"/>
                </a:lnTo>
                <a:lnTo>
                  <a:pt x="11684" y="358140"/>
                </a:lnTo>
                <a:lnTo>
                  <a:pt x="30861" y="407670"/>
                </a:lnTo>
                <a:lnTo>
                  <a:pt x="57912" y="450850"/>
                </a:lnTo>
                <a:lnTo>
                  <a:pt x="92328" y="488950"/>
                </a:lnTo>
                <a:lnTo>
                  <a:pt x="133350" y="518160"/>
                </a:lnTo>
                <a:lnTo>
                  <a:pt x="179577" y="539750"/>
                </a:lnTo>
                <a:lnTo>
                  <a:pt x="242062" y="551180"/>
                </a:lnTo>
                <a:lnTo>
                  <a:pt x="268731" y="551180"/>
                </a:lnTo>
                <a:lnTo>
                  <a:pt x="294386" y="548640"/>
                </a:lnTo>
                <a:lnTo>
                  <a:pt x="308355" y="544830"/>
                </a:lnTo>
                <a:lnTo>
                  <a:pt x="332994" y="538480"/>
                </a:lnTo>
                <a:lnTo>
                  <a:pt x="356362" y="528320"/>
                </a:lnTo>
                <a:lnTo>
                  <a:pt x="368779" y="521970"/>
                </a:lnTo>
                <a:lnTo>
                  <a:pt x="242824" y="521970"/>
                </a:lnTo>
                <a:lnTo>
                  <a:pt x="220091" y="519430"/>
                </a:lnTo>
                <a:lnTo>
                  <a:pt x="166877" y="502920"/>
                </a:lnTo>
                <a:lnTo>
                  <a:pt x="128524" y="480060"/>
                </a:lnTo>
                <a:lnTo>
                  <a:pt x="95250" y="449580"/>
                </a:lnTo>
                <a:lnTo>
                  <a:pt x="67945" y="414020"/>
                </a:lnTo>
                <a:lnTo>
                  <a:pt x="47371" y="372110"/>
                </a:lnTo>
                <a:lnTo>
                  <a:pt x="34163" y="326390"/>
                </a:lnTo>
                <a:lnTo>
                  <a:pt x="29657" y="278130"/>
                </a:lnTo>
                <a:lnTo>
                  <a:pt x="29762" y="273050"/>
                </a:lnTo>
                <a:lnTo>
                  <a:pt x="34036" y="227330"/>
                </a:lnTo>
                <a:lnTo>
                  <a:pt x="46863" y="180340"/>
                </a:lnTo>
                <a:lnTo>
                  <a:pt x="67310" y="139700"/>
                </a:lnTo>
                <a:lnTo>
                  <a:pt x="94361" y="102870"/>
                </a:lnTo>
                <a:lnTo>
                  <a:pt x="127380" y="72390"/>
                </a:lnTo>
                <a:lnTo>
                  <a:pt x="165480" y="49530"/>
                </a:lnTo>
                <a:lnTo>
                  <a:pt x="207772" y="34290"/>
                </a:lnTo>
                <a:lnTo>
                  <a:pt x="241935" y="29210"/>
                </a:lnTo>
                <a:lnTo>
                  <a:pt x="367368" y="29210"/>
                </a:lnTo>
                <a:lnTo>
                  <a:pt x="352298" y="21590"/>
                </a:lnTo>
                <a:lnTo>
                  <a:pt x="328422" y="11430"/>
                </a:lnTo>
                <a:lnTo>
                  <a:pt x="304673" y="5080"/>
                </a:lnTo>
                <a:lnTo>
                  <a:pt x="291973" y="2540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10"/>
                </a:moveTo>
                <a:lnTo>
                  <a:pt x="265175" y="29210"/>
                </a:lnTo>
                <a:lnTo>
                  <a:pt x="287909" y="31750"/>
                </a:lnTo>
                <a:lnTo>
                  <a:pt x="299085" y="34290"/>
                </a:lnTo>
                <a:lnTo>
                  <a:pt x="341122" y="48260"/>
                </a:lnTo>
                <a:lnTo>
                  <a:pt x="379349" y="71120"/>
                </a:lnTo>
                <a:lnTo>
                  <a:pt x="412623" y="101600"/>
                </a:lnTo>
                <a:lnTo>
                  <a:pt x="440054" y="138430"/>
                </a:lnTo>
                <a:lnTo>
                  <a:pt x="460628" y="179070"/>
                </a:lnTo>
                <a:lnTo>
                  <a:pt x="473710" y="226060"/>
                </a:lnTo>
                <a:lnTo>
                  <a:pt x="478282" y="273050"/>
                </a:lnTo>
                <a:lnTo>
                  <a:pt x="478288" y="278130"/>
                </a:lnTo>
                <a:lnTo>
                  <a:pt x="477266" y="299720"/>
                </a:lnTo>
                <a:lnTo>
                  <a:pt x="468502" y="347980"/>
                </a:lnTo>
                <a:lnTo>
                  <a:pt x="451739" y="392430"/>
                </a:lnTo>
                <a:lnTo>
                  <a:pt x="427990" y="431800"/>
                </a:lnTo>
                <a:lnTo>
                  <a:pt x="397764" y="464820"/>
                </a:lnTo>
                <a:lnTo>
                  <a:pt x="362203" y="491490"/>
                </a:lnTo>
                <a:lnTo>
                  <a:pt x="321818" y="510540"/>
                </a:lnTo>
                <a:lnTo>
                  <a:pt x="266065" y="521970"/>
                </a:lnTo>
                <a:lnTo>
                  <a:pt x="368779" y="521970"/>
                </a:lnTo>
                <a:lnTo>
                  <a:pt x="418719" y="486410"/>
                </a:lnTo>
                <a:lnTo>
                  <a:pt x="452627" y="448310"/>
                </a:lnTo>
                <a:lnTo>
                  <a:pt x="478917" y="403860"/>
                </a:lnTo>
                <a:lnTo>
                  <a:pt x="497459" y="354330"/>
                </a:lnTo>
                <a:lnTo>
                  <a:pt x="506856" y="300990"/>
                </a:lnTo>
                <a:lnTo>
                  <a:pt x="508000" y="273050"/>
                </a:lnTo>
                <a:lnTo>
                  <a:pt x="506475" y="246380"/>
                </a:lnTo>
                <a:lnTo>
                  <a:pt x="496316" y="193040"/>
                </a:lnTo>
                <a:lnTo>
                  <a:pt x="477266" y="143510"/>
                </a:lnTo>
                <a:lnTo>
                  <a:pt x="450088" y="100330"/>
                </a:lnTo>
                <a:lnTo>
                  <a:pt x="415671" y="62230"/>
                </a:lnTo>
                <a:lnTo>
                  <a:pt x="374903" y="33020"/>
                </a:lnTo>
                <a:lnTo>
                  <a:pt x="367368" y="29210"/>
                </a:lnTo>
                <a:close/>
              </a:path>
              <a:path w="508000" h="551179">
                <a:moveTo>
                  <a:pt x="274066" y="59690"/>
                </a:moveTo>
                <a:lnTo>
                  <a:pt x="234569" y="59690"/>
                </a:lnTo>
                <a:lnTo>
                  <a:pt x="224917" y="60960"/>
                </a:lnTo>
                <a:lnTo>
                  <a:pt x="179450" y="74930"/>
                </a:lnTo>
                <a:lnTo>
                  <a:pt x="146303" y="95250"/>
                </a:lnTo>
                <a:lnTo>
                  <a:pt x="117221" y="121920"/>
                </a:lnTo>
                <a:lnTo>
                  <a:pt x="93218" y="153670"/>
                </a:lnTo>
                <a:lnTo>
                  <a:pt x="75056" y="190500"/>
                </a:lnTo>
                <a:lnTo>
                  <a:pt x="63373" y="231140"/>
                </a:lnTo>
                <a:lnTo>
                  <a:pt x="59421" y="273050"/>
                </a:lnTo>
                <a:lnTo>
                  <a:pt x="59413" y="278130"/>
                </a:lnTo>
                <a:lnTo>
                  <a:pt x="60198" y="297180"/>
                </a:lnTo>
                <a:lnTo>
                  <a:pt x="67945" y="340360"/>
                </a:lnTo>
                <a:lnTo>
                  <a:pt x="82676" y="378460"/>
                </a:lnTo>
                <a:lnTo>
                  <a:pt x="103759" y="414020"/>
                </a:lnTo>
                <a:lnTo>
                  <a:pt x="130175" y="443230"/>
                </a:lnTo>
                <a:lnTo>
                  <a:pt x="161036" y="466090"/>
                </a:lnTo>
                <a:lnTo>
                  <a:pt x="195706" y="482600"/>
                </a:lnTo>
                <a:lnTo>
                  <a:pt x="243586" y="492760"/>
                </a:lnTo>
                <a:lnTo>
                  <a:pt x="263398" y="492760"/>
                </a:lnTo>
                <a:lnTo>
                  <a:pt x="310769" y="483870"/>
                </a:lnTo>
                <a:lnTo>
                  <a:pt x="345694" y="467360"/>
                </a:lnTo>
                <a:lnTo>
                  <a:pt x="351027" y="463550"/>
                </a:lnTo>
                <a:lnTo>
                  <a:pt x="252856" y="463550"/>
                </a:lnTo>
                <a:lnTo>
                  <a:pt x="244475" y="462280"/>
                </a:lnTo>
                <a:lnTo>
                  <a:pt x="236474" y="462280"/>
                </a:lnTo>
                <a:lnTo>
                  <a:pt x="228092" y="461010"/>
                </a:lnTo>
                <a:lnTo>
                  <a:pt x="220345" y="458470"/>
                </a:lnTo>
                <a:lnTo>
                  <a:pt x="203835" y="454660"/>
                </a:lnTo>
                <a:lnTo>
                  <a:pt x="161671" y="430530"/>
                </a:lnTo>
                <a:lnTo>
                  <a:pt x="126619" y="394970"/>
                </a:lnTo>
                <a:lnTo>
                  <a:pt x="101726" y="347980"/>
                </a:lnTo>
                <a:lnTo>
                  <a:pt x="89535" y="293370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90"/>
                </a:lnTo>
                <a:lnTo>
                  <a:pt x="129159" y="153670"/>
                </a:lnTo>
                <a:lnTo>
                  <a:pt x="165226" y="118110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298" y="88900"/>
                </a:lnTo>
                <a:lnTo>
                  <a:pt x="346964" y="85090"/>
                </a:lnTo>
                <a:lnTo>
                  <a:pt x="329946" y="76200"/>
                </a:lnTo>
                <a:lnTo>
                  <a:pt x="312293" y="68580"/>
                </a:lnTo>
                <a:lnTo>
                  <a:pt x="283845" y="60960"/>
                </a:lnTo>
                <a:lnTo>
                  <a:pt x="274066" y="59690"/>
                </a:lnTo>
                <a:close/>
              </a:path>
              <a:path w="508000" h="551179">
                <a:moveTo>
                  <a:pt x="352298" y="88900"/>
                </a:moveTo>
                <a:lnTo>
                  <a:pt x="263525" y="88900"/>
                </a:lnTo>
                <a:lnTo>
                  <a:pt x="279907" y="91440"/>
                </a:lnTo>
                <a:lnTo>
                  <a:pt x="287654" y="92710"/>
                </a:lnTo>
                <a:lnTo>
                  <a:pt x="332994" y="111760"/>
                </a:lnTo>
                <a:lnTo>
                  <a:pt x="370840" y="143510"/>
                </a:lnTo>
                <a:lnTo>
                  <a:pt x="399161" y="186690"/>
                </a:lnTo>
                <a:lnTo>
                  <a:pt x="415925" y="238760"/>
                </a:lnTo>
                <a:lnTo>
                  <a:pt x="419100" y="278130"/>
                </a:lnTo>
                <a:lnTo>
                  <a:pt x="418084" y="297180"/>
                </a:lnTo>
                <a:lnTo>
                  <a:pt x="410845" y="335280"/>
                </a:lnTo>
                <a:lnTo>
                  <a:pt x="388747" y="383540"/>
                </a:lnTo>
                <a:lnTo>
                  <a:pt x="355853" y="422910"/>
                </a:lnTo>
                <a:lnTo>
                  <a:pt x="314705" y="449580"/>
                </a:lnTo>
                <a:lnTo>
                  <a:pt x="277368" y="461010"/>
                </a:lnTo>
                <a:lnTo>
                  <a:pt x="269367" y="462280"/>
                </a:lnTo>
                <a:lnTo>
                  <a:pt x="260857" y="462280"/>
                </a:lnTo>
                <a:lnTo>
                  <a:pt x="252856" y="463550"/>
                </a:lnTo>
                <a:lnTo>
                  <a:pt x="351027" y="463550"/>
                </a:lnTo>
                <a:lnTo>
                  <a:pt x="361696" y="455930"/>
                </a:lnTo>
                <a:lnTo>
                  <a:pt x="390778" y="430530"/>
                </a:lnTo>
                <a:lnTo>
                  <a:pt x="414781" y="397510"/>
                </a:lnTo>
                <a:lnTo>
                  <a:pt x="433070" y="360680"/>
                </a:lnTo>
                <a:lnTo>
                  <a:pt x="444626" y="320040"/>
                </a:lnTo>
                <a:lnTo>
                  <a:pt x="448631" y="278130"/>
                </a:lnTo>
                <a:lnTo>
                  <a:pt x="448521" y="273050"/>
                </a:lnTo>
                <a:lnTo>
                  <a:pt x="444880" y="232410"/>
                </a:lnTo>
                <a:lnTo>
                  <a:pt x="433450" y="191770"/>
                </a:lnTo>
                <a:lnTo>
                  <a:pt x="415417" y="154940"/>
                </a:lnTo>
                <a:lnTo>
                  <a:pt x="391795" y="121920"/>
                </a:lnTo>
                <a:lnTo>
                  <a:pt x="362966" y="96520"/>
                </a:lnTo>
                <a:lnTo>
                  <a:pt x="352298" y="88900"/>
                </a:lnTo>
                <a:close/>
              </a:path>
              <a:path w="508000" h="551179">
                <a:moveTo>
                  <a:pt x="254380" y="58420"/>
                </a:moveTo>
                <a:lnTo>
                  <a:pt x="244601" y="59690"/>
                </a:lnTo>
                <a:lnTo>
                  <a:pt x="264414" y="59690"/>
                </a:lnTo>
                <a:lnTo>
                  <a:pt x="254380" y="5842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455154" y="5592876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340854" y="6182343"/>
            <a:ext cx="508000" cy="552450"/>
          </a:xfrm>
          <a:custGeom>
            <a:avLst/>
            <a:gdLst/>
            <a:ahLst/>
            <a:cxnLst/>
            <a:rect l="l" t="t" r="r" b="b"/>
            <a:pathLst>
              <a:path w="508000" h="552450">
                <a:moveTo>
                  <a:pt x="265938" y="0"/>
                </a:moveTo>
                <a:lnTo>
                  <a:pt x="239268" y="0"/>
                </a:lnTo>
                <a:lnTo>
                  <a:pt x="213232" y="2540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286" y="35559"/>
                </a:lnTo>
                <a:lnTo>
                  <a:pt x="89153" y="66040"/>
                </a:lnTo>
                <a:lnTo>
                  <a:pt x="55372" y="104140"/>
                </a:lnTo>
                <a:lnTo>
                  <a:pt x="29082" y="147320"/>
                </a:lnTo>
                <a:lnTo>
                  <a:pt x="10541" y="196850"/>
                </a:lnTo>
                <a:lnTo>
                  <a:pt x="1143" y="250190"/>
                </a:lnTo>
                <a:lnTo>
                  <a:pt x="0" y="278130"/>
                </a:lnTo>
                <a:lnTo>
                  <a:pt x="1397" y="306070"/>
                </a:lnTo>
                <a:lnTo>
                  <a:pt x="11684" y="359410"/>
                </a:lnTo>
                <a:lnTo>
                  <a:pt x="30734" y="408940"/>
                </a:lnTo>
                <a:lnTo>
                  <a:pt x="57912" y="452120"/>
                </a:lnTo>
                <a:lnTo>
                  <a:pt x="92328" y="490220"/>
                </a:lnTo>
                <a:lnTo>
                  <a:pt x="133350" y="519430"/>
                </a:lnTo>
                <a:lnTo>
                  <a:pt x="179577" y="541020"/>
                </a:lnTo>
                <a:lnTo>
                  <a:pt x="242062" y="552450"/>
                </a:lnTo>
                <a:lnTo>
                  <a:pt x="268731" y="552450"/>
                </a:lnTo>
                <a:lnTo>
                  <a:pt x="294767" y="549910"/>
                </a:lnTo>
                <a:lnTo>
                  <a:pt x="308355" y="546100"/>
                </a:lnTo>
                <a:lnTo>
                  <a:pt x="332994" y="539750"/>
                </a:lnTo>
                <a:lnTo>
                  <a:pt x="356362" y="529590"/>
                </a:lnTo>
                <a:lnTo>
                  <a:pt x="367601" y="523240"/>
                </a:lnTo>
                <a:lnTo>
                  <a:pt x="242824" y="523240"/>
                </a:lnTo>
                <a:lnTo>
                  <a:pt x="220091" y="520700"/>
                </a:lnTo>
                <a:lnTo>
                  <a:pt x="166877" y="504190"/>
                </a:lnTo>
                <a:lnTo>
                  <a:pt x="128524" y="481330"/>
                </a:lnTo>
                <a:lnTo>
                  <a:pt x="95250" y="450850"/>
                </a:lnTo>
                <a:lnTo>
                  <a:pt x="67945" y="414020"/>
                </a:lnTo>
                <a:lnTo>
                  <a:pt x="47371" y="372110"/>
                </a:lnTo>
                <a:lnTo>
                  <a:pt x="34163" y="326390"/>
                </a:lnTo>
                <a:lnTo>
                  <a:pt x="29654" y="278130"/>
                </a:lnTo>
                <a:lnTo>
                  <a:pt x="29705" y="274320"/>
                </a:lnTo>
                <a:lnTo>
                  <a:pt x="34036" y="227330"/>
                </a:lnTo>
                <a:lnTo>
                  <a:pt x="46863" y="181610"/>
                </a:lnTo>
                <a:lnTo>
                  <a:pt x="67310" y="139700"/>
                </a:lnTo>
                <a:lnTo>
                  <a:pt x="94361" y="102870"/>
                </a:lnTo>
                <a:lnTo>
                  <a:pt x="127380" y="72390"/>
                </a:lnTo>
                <a:lnTo>
                  <a:pt x="165480" y="49530"/>
                </a:lnTo>
                <a:lnTo>
                  <a:pt x="207772" y="34290"/>
                </a:lnTo>
                <a:lnTo>
                  <a:pt x="241935" y="29209"/>
                </a:lnTo>
                <a:lnTo>
                  <a:pt x="368122" y="29209"/>
                </a:lnTo>
                <a:lnTo>
                  <a:pt x="352298" y="20320"/>
                </a:lnTo>
                <a:lnTo>
                  <a:pt x="328422" y="11430"/>
                </a:lnTo>
                <a:lnTo>
                  <a:pt x="305053" y="5080"/>
                </a:lnTo>
                <a:lnTo>
                  <a:pt x="291973" y="2540"/>
                </a:lnTo>
                <a:lnTo>
                  <a:pt x="265938" y="0"/>
                </a:lnTo>
                <a:close/>
              </a:path>
              <a:path w="508000" h="552450">
                <a:moveTo>
                  <a:pt x="368122" y="29209"/>
                </a:moveTo>
                <a:lnTo>
                  <a:pt x="265175" y="29209"/>
                </a:lnTo>
                <a:lnTo>
                  <a:pt x="287909" y="31750"/>
                </a:lnTo>
                <a:lnTo>
                  <a:pt x="299212" y="34290"/>
                </a:lnTo>
                <a:lnTo>
                  <a:pt x="341122" y="48259"/>
                </a:lnTo>
                <a:lnTo>
                  <a:pt x="379475" y="71120"/>
                </a:lnTo>
                <a:lnTo>
                  <a:pt x="412750" y="101600"/>
                </a:lnTo>
                <a:lnTo>
                  <a:pt x="440054" y="138430"/>
                </a:lnTo>
                <a:lnTo>
                  <a:pt x="460628" y="180340"/>
                </a:lnTo>
                <a:lnTo>
                  <a:pt x="473710" y="226060"/>
                </a:lnTo>
                <a:lnTo>
                  <a:pt x="478345" y="274320"/>
                </a:lnTo>
                <a:lnTo>
                  <a:pt x="478294" y="278130"/>
                </a:lnTo>
                <a:lnTo>
                  <a:pt x="473964" y="325120"/>
                </a:lnTo>
                <a:lnTo>
                  <a:pt x="461137" y="370840"/>
                </a:lnTo>
                <a:lnTo>
                  <a:pt x="440690" y="412750"/>
                </a:lnTo>
                <a:lnTo>
                  <a:pt x="413639" y="449580"/>
                </a:lnTo>
                <a:lnTo>
                  <a:pt x="380619" y="480060"/>
                </a:lnTo>
                <a:lnTo>
                  <a:pt x="342519" y="502920"/>
                </a:lnTo>
                <a:lnTo>
                  <a:pt x="300227" y="518160"/>
                </a:lnTo>
                <a:lnTo>
                  <a:pt x="266065" y="523240"/>
                </a:lnTo>
                <a:lnTo>
                  <a:pt x="367601" y="523240"/>
                </a:lnTo>
                <a:lnTo>
                  <a:pt x="418719" y="486410"/>
                </a:lnTo>
                <a:lnTo>
                  <a:pt x="452627" y="448310"/>
                </a:lnTo>
                <a:lnTo>
                  <a:pt x="478917" y="405130"/>
                </a:lnTo>
                <a:lnTo>
                  <a:pt x="497459" y="355600"/>
                </a:lnTo>
                <a:lnTo>
                  <a:pt x="506856" y="302260"/>
                </a:lnTo>
                <a:lnTo>
                  <a:pt x="508000" y="274320"/>
                </a:lnTo>
                <a:lnTo>
                  <a:pt x="506475" y="246380"/>
                </a:lnTo>
                <a:lnTo>
                  <a:pt x="496316" y="193040"/>
                </a:lnTo>
                <a:lnTo>
                  <a:pt x="477266" y="143509"/>
                </a:lnTo>
                <a:lnTo>
                  <a:pt x="450088" y="100330"/>
                </a:lnTo>
                <a:lnTo>
                  <a:pt x="415671" y="62230"/>
                </a:lnTo>
                <a:lnTo>
                  <a:pt x="374903" y="33020"/>
                </a:lnTo>
                <a:lnTo>
                  <a:pt x="368122" y="29209"/>
                </a:lnTo>
                <a:close/>
              </a:path>
              <a:path w="508000" h="552450">
                <a:moveTo>
                  <a:pt x="264414" y="58420"/>
                </a:moveTo>
                <a:lnTo>
                  <a:pt x="244601" y="58420"/>
                </a:lnTo>
                <a:lnTo>
                  <a:pt x="215900" y="62230"/>
                </a:lnTo>
                <a:lnTo>
                  <a:pt x="179450" y="74930"/>
                </a:lnTo>
                <a:lnTo>
                  <a:pt x="146303" y="95250"/>
                </a:lnTo>
                <a:lnTo>
                  <a:pt x="117221" y="121920"/>
                </a:lnTo>
                <a:lnTo>
                  <a:pt x="93218" y="153670"/>
                </a:lnTo>
                <a:lnTo>
                  <a:pt x="75056" y="190500"/>
                </a:lnTo>
                <a:lnTo>
                  <a:pt x="63373" y="231140"/>
                </a:lnTo>
                <a:lnTo>
                  <a:pt x="59365" y="274320"/>
                </a:lnTo>
                <a:lnTo>
                  <a:pt x="59407" y="278130"/>
                </a:lnTo>
                <a:lnTo>
                  <a:pt x="63119" y="320040"/>
                </a:lnTo>
                <a:lnTo>
                  <a:pt x="74549" y="360680"/>
                </a:lnTo>
                <a:lnTo>
                  <a:pt x="92582" y="397510"/>
                </a:lnTo>
                <a:lnTo>
                  <a:pt x="116331" y="430530"/>
                </a:lnTo>
                <a:lnTo>
                  <a:pt x="145161" y="457200"/>
                </a:lnTo>
                <a:lnTo>
                  <a:pt x="195706" y="483870"/>
                </a:lnTo>
                <a:lnTo>
                  <a:pt x="243586" y="494030"/>
                </a:lnTo>
                <a:lnTo>
                  <a:pt x="263398" y="494030"/>
                </a:lnTo>
                <a:lnTo>
                  <a:pt x="310769" y="483870"/>
                </a:lnTo>
                <a:lnTo>
                  <a:pt x="350943" y="464820"/>
                </a:lnTo>
                <a:lnTo>
                  <a:pt x="252856" y="464820"/>
                </a:lnTo>
                <a:lnTo>
                  <a:pt x="244475" y="463550"/>
                </a:lnTo>
                <a:lnTo>
                  <a:pt x="236474" y="463550"/>
                </a:lnTo>
                <a:lnTo>
                  <a:pt x="228092" y="462280"/>
                </a:lnTo>
                <a:lnTo>
                  <a:pt x="220725" y="459740"/>
                </a:lnTo>
                <a:lnTo>
                  <a:pt x="203835" y="455930"/>
                </a:lnTo>
                <a:lnTo>
                  <a:pt x="161798" y="431800"/>
                </a:lnTo>
                <a:lnTo>
                  <a:pt x="126619" y="396240"/>
                </a:lnTo>
                <a:lnTo>
                  <a:pt x="101726" y="349250"/>
                </a:lnTo>
                <a:lnTo>
                  <a:pt x="91948" y="312420"/>
                </a:lnTo>
                <a:lnTo>
                  <a:pt x="88900" y="274320"/>
                </a:lnTo>
                <a:lnTo>
                  <a:pt x="89916" y="254000"/>
                </a:lnTo>
                <a:lnTo>
                  <a:pt x="103124" y="199390"/>
                </a:lnTo>
                <a:lnTo>
                  <a:pt x="129159" y="153670"/>
                </a:lnTo>
                <a:lnTo>
                  <a:pt x="165226" y="118109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917" y="88900"/>
                </a:lnTo>
                <a:lnTo>
                  <a:pt x="346964" y="85090"/>
                </a:lnTo>
                <a:lnTo>
                  <a:pt x="329946" y="76200"/>
                </a:lnTo>
                <a:lnTo>
                  <a:pt x="312293" y="68580"/>
                </a:lnTo>
                <a:lnTo>
                  <a:pt x="283845" y="60959"/>
                </a:lnTo>
                <a:lnTo>
                  <a:pt x="264414" y="58420"/>
                </a:lnTo>
                <a:close/>
              </a:path>
              <a:path w="508000" h="552450">
                <a:moveTo>
                  <a:pt x="352917" y="88900"/>
                </a:moveTo>
                <a:lnTo>
                  <a:pt x="271525" y="88900"/>
                </a:lnTo>
                <a:lnTo>
                  <a:pt x="279907" y="90170"/>
                </a:lnTo>
                <a:lnTo>
                  <a:pt x="287274" y="92709"/>
                </a:lnTo>
                <a:lnTo>
                  <a:pt x="332994" y="111759"/>
                </a:lnTo>
                <a:lnTo>
                  <a:pt x="370713" y="143509"/>
                </a:lnTo>
                <a:lnTo>
                  <a:pt x="399161" y="186690"/>
                </a:lnTo>
                <a:lnTo>
                  <a:pt x="415925" y="238760"/>
                </a:lnTo>
                <a:lnTo>
                  <a:pt x="419100" y="278130"/>
                </a:lnTo>
                <a:lnTo>
                  <a:pt x="418084" y="298450"/>
                </a:lnTo>
                <a:lnTo>
                  <a:pt x="404875" y="353060"/>
                </a:lnTo>
                <a:lnTo>
                  <a:pt x="378841" y="398780"/>
                </a:lnTo>
                <a:lnTo>
                  <a:pt x="342773" y="434340"/>
                </a:lnTo>
                <a:lnTo>
                  <a:pt x="299593" y="457200"/>
                </a:lnTo>
                <a:lnTo>
                  <a:pt x="269367" y="463550"/>
                </a:lnTo>
                <a:lnTo>
                  <a:pt x="260857" y="463550"/>
                </a:lnTo>
                <a:lnTo>
                  <a:pt x="252856" y="464820"/>
                </a:lnTo>
                <a:lnTo>
                  <a:pt x="350943" y="464820"/>
                </a:lnTo>
                <a:lnTo>
                  <a:pt x="361696" y="457200"/>
                </a:lnTo>
                <a:lnTo>
                  <a:pt x="390778" y="431800"/>
                </a:lnTo>
                <a:lnTo>
                  <a:pt x="414781" y="398780"/>
                </a:lnTo>
                <a:lnTo>
                  <a:pt x="432943" y="361950"/>
                </a:lnTo>
                <a:lnTo>
                  <a:pt x="444626" y="321310"/>
                </a:lnTo>
                <a:lnTo>
                  <a:pt x="448634" y="278130"/>
                </a:lnTo>
                <a:lnTo>
                  <a:pt x="448578" y="274320"/>
                </a:lnTo>
                <a:lnTo>
                  <a:pt x="444880" y="232410"/>
                </a:lnTo>
                <a:lnTo>
                  <a:pt x="433450" y="191770"/>
                </a:lnTo>
                <a:lnTo>
                  <a:pt x="415417" y="154940"/>
                </a:lnTo>
                <a:lnTo>
                  <a:pt x="391668" y="121920"/>
                </a:lnTo>
                <a:lnTo>
                  <a:pt x="362839" y="95250"/>
                </a:lnTo>
                <a:lnTo>
                  <a:pt x="352917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455154" y="6284772"/>
            <a:ext cx="2819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697218" y="1634489"/>
            <a:ext cx="0" cy="4907280"/>
          </a:xfrm>
          <a:custGeom>
            <a:avLst/>
            <a:gdLst/>
            <a:ahLst/>
            <a:cxnLst/>
            <a:rect l="l" t="t" r="r" b="b"/>
            <a:pathLst>
              <a:path w="0" h="4907280">
                <a:moveTo>
                  <a:pt x="0" y="0"/>
                </a:moveTo>
                <a:lnTo>
                  <a:pt x="0" y="490728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697218" y="2284476"/>
            <a:ext cx="727075" cy="114300"/>
          </a:xfrm>
          <a:custGeom>
            <a:avLst/>
            <a:gdLst/>
            <a:ahLst/>
            <a:cxnLst/>
            <a:rect l="l" t="t" r="r" b="b"/>
            <a:pathLst>
              <a:path w="727075" h="114300">
                <a:moveTo>
                  <a:pt x="612648" y="0"/>
                </a:moveTo>
                <a:lnTo>
                  <a:pt x="612648" y="114300"/>
                </a:lnTo>
                <a:lnTo>
                  <a:pt x="688848" y="76200"/>
                </a:lnTo>
                <a:lnTo>
                  <a:pt x="631698" y="76200"/>
                </a:lnTo>
                <a:lnTo>
                  <a:pt x="631698" y="38100"/>
                </a:lnTo>
                <a:lnTo>
                  <a:pt x="688848" y="38100"/>
                </a:lnTo>
                <a:lnTo>
                  <a:pt x="612648" y="0"/>
                </a:lnTo>
                <a:close/>
              </a:path>
              <a:path w="727075" h="114300">
                <a:moveTo>
                  <a:pt x="6126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12648" y="76200"/>
                </a:lnTo>
                <a:lnTo>
                  <a:pt x="612648" y="38100"/>
                </a:lnTo>
                <a:close/>
              </a:path>
              <a:path w="727075" h="114300">
                <a:moveTo>
                  <a:pt x="688848" y="38100"/>
                </a:moveTo>
                <a:lnTo>
                  <a:pt x="631698" y="38100"/>
                </a:lnTo>
                <a:lnTo>
                  <a:pt x="631698" y="76200"/>
                </a:lnTo>
                <a:lnTo>
                  <a:pt x="688848" y="76200"/>
                </a:lnTo>
                <a:lnTo>
                  <a:pt x="726948" y="57150"/>
                </a:lnTo>
                <a:lnTo>
                  <a:pt x="6888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841742" y="2275332"/>
            <a:ext cx="904240" cy="114300"/>
          </a:xfrm>
          <a:custGeom>
            <a:avLst/>
            <a:gdLst/>
            <a:ahLst/>
            <a:cxnLst/>
            <a:rect l="l" t="t" r="r" b="b"/>
            <a:pathLst>
              <a:path w="904240" h="114300">
                <a:moveTo>
                  <a:pt x="789431" y="0"/>
                </a:moveTo>
                <a:lnTo>
                  <a:pt x="789431" y="114300"/>
                </a:lnTo>
                <a:lnTo>
                  <a:pt x="865631" y="76200"/>
                </a:lnTo>
                <a:lnTo>
                  <a:pt x="808481" y="76200"/>
                </a:lnTo>
                <a:lnTo>
                  <a:pt x="808481" y="38100"/>
                </a:lnTo>
                <a:lnTo>
                  <a:pt x="865631" y="38100"/>
                </a:lnTo>
                <a:lnTo>
                  <a:pt x="789431" y="0"/>
                </a:lnTo>
                <a:close/>
              </a:path>
              <a:path w="904240" h="114300">
                <a:moveTo>
                  <a:pt x="7894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9431" y="76200"/>
                </a:lnTo>
                <a:lnTo>
                  <a:pt x="789431" y="38100"/>
                </a:lnTo>
                <a:close/>
              </a:path>
              <a:path w="904240" h="114300">
                <a:moveTo>
                  <a:pt x="865631" y="38100"/>
                </a:moveTo>
                <a:lnTo>
                  <a:pt x="808481" y="38100"/>
                </a:lnTo>
                <a:lnTo>
                  <a:pt x="808481" y="76200"/>
                </a:lnTo>
                <a:lnTo>
                  <a:pt x="865631" y="76200"/>
                </a:lnTo>
                <a:lnTo>
                  <a:pt x="903731" y="57150"/>
                </a:lnTo>
                <a:lnTo>
                  <a:pt x="865631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697218" y="2958083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300"/>
                </a:lnTo>
                <a:lnTo>
                  <a:pt x="650748" y="76200"/>
                </a:lnTo>
                <a:lnTo>
                  <a:pt x="593598" y="76200"/>
                </a:lnTo>
                <a:lnTo>
                  <a:pt x="593598" y="38100"/>
                </a:lnTo>
                <a:lnTo>
                  <a:pt x="650748" y="38100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4548" y="76200"/>
                </a:lnTo>
                <a:lnTo>
                  <a:pt x="574548" y="38100"/>
                </a:lnTo>
                <a:close/>
              </a:path>
              <a:path w="688975" h="114300">
                <a:moveTo>
                  <a:pt x="650748" y="38100"/>
                </a:moveTo>
                <a:lnTo>
                  <a:pt x="593598" y="38100"/>
                </a:lnTo>
                <a:lnTo>
                  <a:pt x="593598" y="76200"/>
                </a:lnTo>
                <a:lnTo>
                  <a:pt x="650748" y="76200"/>
                </a:lnTo>
                <a:lnTo>
                  <a:pt x="688848" y="57150"/>
                </a:lnTo>
                <a:lnTo>
                  <a:pt x="6507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697218" y="3589020"/>
            <a:ext cx="727075" cy="114300"/>
          </a:xfrm>
          <a:custGeom>
            <a:avLst/>
            <a:gdLst/>
            <a:ahLst/>
            <a:cxnLst/>
            <a:rect l="l" t="t" r="r" b="b"/>
            <a:pathLst>
              <a:path w="727075" h="114300">
                <a:moveTo>
                  <a:pt x="612648" y="0"/>
                </a:moveTo>
                <a:lnTo>
                  <a:pt x="612648" y="114299"/>
                </a:lnTo>
                <a:lnTo>
                  <a:pt x="688848" y="76199"/>
                </a:lnTo>
                <a:lnTo>
                  <a:pt x="631698" y="76199"/>
                </a:lnTo>
                <a:lnTo>
                  <a:pt x="631698" y="38099"/>
                </a:lnTo>
                <a:lnTo>
                  <a:pt x="688848" y="38099"/>
                </a:lnTo>
                <a:lnTo>
                  <a:pt x="612648" y="0"/>
                </a:lnTo>
                <a:close/>
              </a:path>
              <a:path w="727075" h="114300">
                <a:moveTo>
                  <a:pt x="61264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12648" y="76199"/>
                </a:lnTo>
                <a:lnTo>
                  <a:pt x="612648" y="38099"/>
                </a:lnTo>
                <a:close/>
              </a:path>
              <a:path w="727075" h="114300">
                <a:moveTo>
                  <a:pt x="688848" y="38099"/>
                </a:moveTo>
                <a:lnTo>
                  <a:pt x="631698" y="38099"/>
                </a:lnTo>
                <a:lnTo>
                  <a:pt x="631698" y="76199"/>
                </a:lnTo>
                <a:lnTo>
                  <a:pt x="688848" y="76199"/>
                </a:lnTo>
                <a:lnTo>
                  <a:pt x="726948" y="57149"/>
                </a:lnTo>
                <a:lnTo>
                  <a:pt x="688848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697218" y="4244340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300"/>
                </a:lnTo>
                <a:lnTo>
                  <a:pt x="650748" y="76200"/>
                </a:lnTo>
                <a:lnTo>
                  <a:pt x="593598" y="76200"/>
                </a:lnTo>
                <a:lnTo>
                  <a:pt x="593598" y="38100"/>
                </a:lnTo>
                <a:lnTo>
                  <a:pt x="650748" y="38100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4548" y="76200"/>
                </a:lnTo>
                <a:lnTo>
                  <a:pt x="574548" y="38100"/>
                </a:lnTo>
                <a:close/>
              </a:path>
              <a:path w="688975" h="114300">
                <a:moveTo>
                  <a:pt x="650748" y="38100"/>
                </a:moveTo>
                <a:lnTo>
                  <a:pt x="593598" y="38100"/>
                </a:lnTo>
                <a:lnTo>
                  <a:pt x="593598" y="76200"/>
                </a:lnTo>
                <a:lnTo>
                  <a:pt x="650748" y="76200"/>
                </a:lnTo>
                <a:lnTo>
                  <a:pt x="688848" y="57150"/>
                </a:lnTo>
                <a:lnTo>
                  <a:pt x="6507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826502" y="4244340"/>
            <a:ext cx="708660" cy="114300"/>
          </a:xfrm>
          <a:custGeom>
            <a:avLst/>
            <a:gdLst/>
            <a:ahLst/>
            <a:cxnLst/>
            <a:rect l="l" t="t" r="r" b="b"/>
            <a:pathLst>
              <a:path w="708659" h="114300">
                <a:moveTo>
                  <a:pt x="594359" y="0"/>
                </a:moveTo>
                <a:lnTo>
                  <a:pt x="594359" y="114300"/>
                </a:lnTo>
                <a:lnTo>
                  <a:pt x="670559" y="76200"/>
                </a:lnTo>
                <a:lnTo>
                  <a:pt x="613409" y="76200"/>
                </a:lnTo>
                <a:lnTo>
                  <a:pt x="613409" y="38100"/>
                </a:lnTo>
                <a:lnTo>
                  <a:pt x="670559" y="38100"/>
                </a:lnTo>
                <a:lnTo>
                  <a:pt x="594359" y="0"/>
                </a:lnTo>
                <a:close/>
              </a:path>
              <a:path w="708659" h="114300">
                <a:moveTo>
                  <a:pt x="5943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94359" y="76200"/>
                </a:lnTo>
                <a:lnTo>
                  <a:pt x="594359" y="38100"/>
                </a:lnTo>
                <a:close/>
              </a:path>
              <a:path w="708659" h="114300">
                <a:moveTo>
                  <a:pt x="670559" y="38100"/>
                </a:moveTo>
                <a:lnTo>
                  <a:pt x="613409" y="38100"/>
                </a:lnTo>
                <a:lnTo>
                  <a:pt x="613409" y="76200"/>
                </a:lnTo>
                <a:lnTo>
                  <a:pt x="670559" y="76200"/>
                </a:lnTo>
                <a:lnTo>
                  <a:pt x="708659" y="57150"/>
                </a:lnTo>
                <a:lnTo>
                  <a:pt x="670559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916418" y="4301490"/>
            <a:ext cx="0" cy="1391920"/>
          </a:xfrm>
          <a:custGeom>
            <a:avLst/>
            <a:gdLst/>
            <a:ahLst/>
            <a:cxnLst/>
            <a:rect l="l" t="t" r="r" b="b"/>
            <a:pathLst>
              <a:path w="0" h="1391920">
                <a:moveTo>
                  <a:pt x="0" y="0"/>
                </a:moveTo>
                <a:lnTo>
                  <a:pt x="0" y="1391412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916418" y="4873752"/>
            <a:ext cx="619125" cy="114300"/>
          </a:xfrm>
          <a:custGeom>
            <a:avLst/>
            <a:gdLst/>
            <a:ahLst/>
            <a:cxnLst/>
            <a:rect l="l" t="t" r="r" b="b"/>
            <a:pathLst>
              <a:path w="619125" h="114300">
                <a:moveTo>
                  <a:pt x="504443" y="0"/>
                </a:moveTo>
                <a:lnTo>
                  <a:pt x="504443" y="114300"/>
                </a:lnTo>
                <a:lnTo>
                  <a:pt x="580643" y="76200"/>
                </a:lnTo>
                <a:lnTo>
                  <a:pt x="523493" y="76200"/>
                </a:lnTo>
                <a:lnTo>
                  <a:pt x="523493" y="38100"/>
                </a:lnTo>
                <a:lnTo>
                  <a:pt x="580643" y="38100"/>
                </a:lnTo>
                <a:lnTo>
                  <a:pt x="504443" y="0"/>
                </a:lnTo>
                <a:close/>
              </a:path>
              <a:path w="619125" h="114300">
                <a:moveTo>
                  <a:pt x="504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4443" y="76200"/>
                </a:lnTo>
                <a:lnTo>
                  <a:pt x="504443" y="38100"/>
                </a:lnTo>
                <a:close/>
              </a:path>
              <a:path w="619125" h="114300">
                <a:moveTo>
                  <a:pt x="580643" y="38100"/>
                </a:moveTo>
                <a:lnTo>
                  <a:pt x="523493" y="38100"/>
                </a:lnTo>
                <a:lnTo>
                  <a:pt x="523493" y="76200"/>
                </a:lnTo>
                <a:lnTo>
                  <a:pt x="580643" y="76200"/>
                </a:lnTo>
                <a:lnTo>
                  <a:pt x="618743" y="57150"/>
                </a:lnTo>
                <a:lnTo>
                  <a:pt x="580643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916418" y="5635752"/>
            <a:ext cx="619125" cy="114300"/>
          </a:xfrm>
          <a:custGeom>
            <a:avLst/>
            <a:gdLst/>
            <a:ahLst/>
            <a:cxnLst/>
            <a:rect l="l" t="t" r="r" b="b"/>
            <a:pathLst>
              <a:path w="619125" h="114300">
                <a:moveTo>
                  <a:pt x="504443" y="0"/>
                </a:moveTo>
                <a:lnTo>
                  <a:pt x="504443" y="114300"/>
                </a:lnTo>
                <a:lnTo>
                  <a:pt x="580643" y="76200"/>
                </a:lnTo>
                <a:lnTo>
                  <a:pt x="523493" y="76200"/>
                </a:lnTo>
                <a:lnTo>
                  <a:pt x="523493" y="38100"/>
                </a:lnTo>
                <a:lnTo>
                  <a:pt x="580643" y="38100"/>
                </a:lnTo>
                <a:lnTo>
                  <a:pt x="504443" y="0"/>
                </a:lnTo>
                <a:close/>
              </a:path>
              <a:path w="619125" h="114300">
                <a:moveTo>
                  <a:pt x="504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4443" y="76200"/>
                </a:lnTo>
                <a:lnTo>
                  <a:pt x="504443" y="38100"/>
                </a:lnTo>
                <a:close/>
              </a:path>
              <a:path w="619125" h="114300">
                <a:moveTo>
                  <a:pt x="580643" y="38100"/>
                </a:moveTo>
                <a:lnTo>
                  <a:pt x="523493" y="38100"/>
                </a:lnTo>
                <a:lnTo>
                  <a:pt x="523493" y="76200"/>
                </a:lnTo>
                <a:lnTo>
                  <a:pt x="580643" y="76200"/>
                </a:lnTo>
                <a:lnTo>
                  <a:pt x="618743" y="57150"/>
                </a:lnTo>
                <a:lnTo>
                  <a:pt x="580643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697218" y="4978908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300"/>
                </a:lnTo>
                <a:lnTo>
                  <a:pt x="650748" y="76200"/>
                </a:lnTo>
                <a:lnTo>
                  <a:pt x="593598" y="76200"/>
                </a:lnTo>
                <a:lnTo>
                  <a:pt x="593598" y="38100"/>
                </a:lnTo>
                <a:lnTo>
                  <a:pt x="650748" y="38100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4548" y="76200"/>
                </a:lnTo>
                <a:lnTo>
                  <a:pt x="574548" y="38100"/>
                </a:lnTo>
                <a:close/>
              </a:path>
              <a:path w="688975" h="114300">
                <a:moveTo>
                  <a:pt x="650748" y="38100"/>
                </a:moveTo>
                <a:lnTo>
                  <a:pt x="593598" y="38100"/>
                </a:lnTo>
                <a:lnTo>
                  <a:pt x="593598" y="76200"/>
                </a:lnTo>
                <a:lnTo>
                  <a:pt x="650748" y="76200"/>
                </a:lnTo>
                <a:lnTo>
                  <a:pt x="688848" y="57150"/>
                </a:lnTo>
                <a:lnTo>
                  <a:pt x="6507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697218" y="5713476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300"/>
                </a:lnTo>
                <a:lnTo>
                  <a:pt x="650748" y="76200"/>
                </a:lnTo>
                <a:lnTo>
                  <a:pt x="593598" y="76200"/>
                </a:lnTo>
                <a:lnTo>
                  <a:pt x="593598" y="38100"/>
                </a:lnTo>
                <a:lnTo>
                  <a:pt x="650748" y="38100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4548" y="76200"/>
                </a:lnTo>
                <a:lnTo>
                  <a:pt x="574548" y="38100"/>
                </a:lnTo>
                <a:close/>
              </a:path>
              <a:path w="688975" h="114300">
                <a:moveTo>
                  <a:pt x="650748" y="38100"/>
                </a:moveTo>
                <a:lnTo>
                  <a:pt x="593598" y="38100"/>
                </a:lnTo>
                <a:lnTo>
                  <a:pt x="593598" y="76200"/>
                </a:lnTo>
                <a:lnTo>
                  <a:pt x="650748" y="76200"/>
                </a:lnTo>
                <a:lnTo>
                  <a:pt x="688848" y="57150"/>
                </a:lnTo>
                <a:lnTo>
                  <a:pt x="6507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697218" y="6484620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299"/>
                </a:lnTo>
                <a:lnTo>
                  <a:pt x="650748" y="76199"/>
                </a:lnTo>
                <a:lnTo>
                  <a:pt x="593598" y="76199"/>
                </a:lnTo>
                <a:lnTo>
                  <a:pt x="593598" y="38099"/>
                </a:lnTo>
                <a:lnTo>
                  <a:pt x="650748" y="38099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74548" y="76199"/>
                </a:lnTo>
                <a:lnTo>
                  <a:pt x="574548" y="38099"/>
                </a:lnTo>
                <a:close/>
              </a:path>
              <a:path w="688975" h="114300">
                <a:moveTo>
                  <a:pt x="650748" y="38099"/>
                </a:moveTo>
                <a:lnTo>
                  <a:pt x="593598" y="38099"/>
                </a:lnTo>
                <a:lnTo>
                  <a:pt x="593598" y="76199"/>
                </a:lnTo>
                <a:lnTo>
                  <a:pt x="650748" y="76199"/>
                </a:lnTo>
                <a:lnTo>
                  <a:pt x="688848" y="57149"/>
                </a:lnTo>
                <a:lnTo>
                  <a:pt x="650748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6817232" y="2056257"/>
            <a:ext cx="485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758810" y="1819783"/>
            <a:ext cx="807085" cy="52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75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1800">
              <a:latin typeface="宋体"/>
              <a:cs typeface="宋体"/>
            </a:endParaRPr>
          </a:p>
          <a:p>
            <a:pPr marL="333375">
              <a:lnSpc>
                <a:spcPts val="1975"/>
              </a:lnSpc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987285" y="2763138"/>
            <a:ext cx="1708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02906" y="3427933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971538" y="4040835"/>
            <a:ext cx="1708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122411" y="4677613"/>
            <a:ext cx="1708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949310" y="3995165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130285" y="5448096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68997" y="4720844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968997" y="5448096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80656" y="6225946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472171" y="1904619"/>
            <a:ext cx="342265" cy="224154"/>
          </a:xfrm>
          <a:custGeom>
            <a:avLst/>
            <a:gdLst/>
            <a:ahLst/>
            <a:cxnLst/>
            <a:rect l="l" t="t" r="r" b="b"/>
            <a:pathLst>
              <a:path w="342265" h="224155">
                <a:moveTo>
                  <a:pt x="265527" y="118175"/>
                </a:moveTo>
                <a:lnTo>
                  <a:pt x="231012" y="126872"/>
                </a:lnTo>
                <a:lnTo>
                  <a:pt x="314325" y="223773"/>
                </a:lnTo>
                <a:lnTo>
                  <a:pt x="333192" y="138302"/>
                </a:lnTo>
                <a:lnTo>
                  <a:pt x="273303" y="138302"/>
                </a:lnTo>
                <a:lnTo>
                  <a:pt x="265527" y="118175"/>
                </a:lnTo>
                <a:close/>
              </a:path>
              <a:path w="342265" h="224155">
                <a:moveTo>
                  <a:pt x="165861" y="0"/>
                </a:moveTo>
                <a:lnTo>
                  <a:pt x="116204" y="12445"/>
                </a:lnTo>
                <a:lnTo>
                  <a:pt x="73532" y="43560"/>
                </a:lnTo>
                <a:lnTo>
                  <a:pt x="38607" y="88010"/>
                </a:lnTo>
                <a:lnTo>
                  <a:pt x="20574" y="123189"/>
                </a:lnTo>
                <a:lnTo>
                  <a:pt x="7747" y="161670"/>
                </a:lnTo>
                <a:lnTo>
                  <a:pt x="888" y="202183"/>
                </a:lnTo>
                <a:lnTo>
                  <a:pt x="0" y="221233"/>
                </a:lnTo>
                <a:lnTo>
                  <a:pt x="38100" y="223011"/>
                </a:lnTo>
                <a:lnTo>
                  <a:pt x="38988" y="203961"/>
                </a:lnTo>
                <a:lnTo>
                  <a:pt x="41275" y="186689"/>
                </a:lnTo>
                <a:lnTo>
                  <a:pt x="56133" y="136778"/>
                </a:lnTo>
                <a:lnTo>
                  <a:pt x="81025" y="93090"/>
                </a:lnTo>
                <a:lnTo>
                  <a:pt x="112395" y="59943"/>
                </a:lnTo>
                <a:lnTo>
                  <a:pt x="146303" y="41275"/>
                </a:lnTo>
                <a:lnTo>
                  <a:pt x="167512" y="38100"/>
                </a:lnTo>
                <a:lnTo>
                  <a:pt x="253518" y="38100"/>
                </a:lnTo>
                <a:lnTo>
                  <a:pt x="244855" y="30479"/>
                </a:lnTo>
                <a:lnTo>
                  <a:pt x="200532" y="5587"/>
                </a:lnTo>
                <a:lnTo>
                  <a:pt x="174371" y="253"/>
                </a:lnTo>
                <a:lnTo>
                  <a:pt x="165861" y="0"/>
                </a:lnTo>
                <a:close/>
              </a:path>
              <a:path w="342265" h="224155">
                <a:moveTo>
                  <a:pt x="302785" y="108786"/>
                </a:moveTo>
                <a:lnTo>
                  <a:pt x="265527" y="118175"/>
                </a:lnTo>
                <a:lnTo>
                  <a:pt x="273303" y="138302"/>
                </a:lnTo>
                <a:lnTo>
                  <a:pt x="308863" y="124459"/>
                </a:lnTo>
                <a:lnTo>
                  <a:pt x="302785" y="108786"/>
                </a:lnTo>
                <a:close/>
              </a:path>
              <a:path w="342265" h="224155">
                <a:moveTo>
                  <a:pt x="341883" y="98932"/>
                </a:moveTo>
                <a:lnTo>
                  <a:pt x="302785" y="108786"/>
                </a:lnTo>
                <a:lnTo>
                  <a:pt x="308863" y="124459"/>
                </a:lnTo>
                <a:lnTo>
                  <a:pt x="273303" y="138302"/>
                </a:lnTo>
                <a:lnTo>
                  <a:pt x="333192" y="138302"/>
                </a:lnTo>
                <a:lnTo>
                  <a:pt x="341883" y="98932"/>
                </a:lnTo>
                <a:close/>
              </a:path>
              <a:path w="342265" h="224155">
                <a:moveTo>
                  <a:pt x="261085" y="106679"/>
                </a:moveTo>
                <a:lnTo>
                  <a:pt x="265527" y="118175"/>
                </a:lnTo>
                <a:lnTo>
                  <a:pt x="302785" y="108786"/>
                </a:lnTo>
                <a:lnTo>
                  <a:pt x="302657" y="108457"/>
                </a:lnTo>
                <a:lnTo>
                  <a:pt x="262254" y="108457"/>
                </a:lnTo>
                <a:lnTo>
                  <a:pt x="261085" y="106679"/>
                </a:lnTo>
                <a:close/>
              </a:path>
              <a:path w="342265" h="224155">
                <a:moveTo>
                  <a:pt x="260350" y="104775"/>
                </a:moveTo>
                <a:lnTo>
                  <a:pt x="261086" y="106679"/>
                </a:lnTo>
                <a:lnTo>
                  <a:pt x="262254" y="108457"/>
                </a:lnTo>
                <a:lnTo>
                  <a:pt x="260350" y="104775"/>
                </a:lnTo>
                <a:close/>
              </a:path>
              <a:path w="342265" h="224155">
                <a:moveTo>
                  <a:pt x="301229" y="104775"/>
                </a:moveTo>
                <a:lnTo>
                  <a:pt x="260350" y="104775"/>
                </a:lnTo>
                <a:lnTo>
                  <a:pt x="262254" y="108457"/>
                </a:lnTo>
                <a:lnTo>
                  <a:pt x="302657" y="108457"/>
                </a:lnTo>
                <a:lnTo>
                  <a:pt x="301229" y="104775"/>
                </a:lnTo>
                <a:close/>
              </a:path>
              <a:path w="342265" h="224155">
                <a:moveTo>
                  <a:pt x="188593" y="41892"/>
                </a:moveTo>
                <a:lnTo>
                  <a:pt x="222503" y="61340"/>
                </a:lnTo>
                <a:lnTo>
                  <a:pt x="253237" y="94741"/>
                </a:lnTo>
                <a:lnTo>
                  <a:pt x="261085" y="106679"/>
                </a:lnTo>
                <a:lnTo>
                  <a:pt x="260350" y="104775"/>
                </a:lnTo>
                <a:lnTo>
                  <a:pt x="301229" y="104775"/>
                </a:lnTo>
                <a:lnTo>
                  <a:pt x="295909" y="91058"/>
                </a:lnTo>
                <a:lnTo>
                  <a:pt x="271399" y="56260"/>
                </a:lnTo>
                <a:lnTo>
                  <a:pt x="258138" y="42163"/>
                </a:lnTo>
                <a:lnTo>
                  <a:pt x="189610" y="42163"/>
                </a:lnTo>
                <a:lnTo>
                  <a:pt x="188593" y="41892"/>
                </a:lnTo>
                <a:close/>
              </a:path>
              <a:path w="342265" h="224155">
                <a:moveTo>
                  <a:pt x="187071" y="41275"/>
                </a:moveTo>
                <a:lnTo>
                  <a:pt x="188593" y="41892"/>
                </a:lnTo>
                <a:lnTo>
                  <a:pt x="189610" y="42163"/>
                </a:lnTo>
                <a:lnTo>
                  <a:pt x="187071" y="41275"/>
                </a:lnTo>
                <a:close/>
              </a:path>
              <a:path w="342265" h="224155">
                <a:moveTo>
                  <a:pt x="257128" y="41275"/>
                </a:moveTo>
                <a:lnTo>
                  <a:pt x="187071" y="41275"/>
                </a:lnTo>
                <a:lnTo>
                  <a:pt x="189610" y="42163"/>
                </a:lnTo>
                <a:lnTo>
                  <a:pt x="258138" y="42163"/>
                </a:lnTo>
                <a:lnTo>
                  <a:pt x="257128" y="41275"/>
                </a:lnTo>
                <a:close/>
              </a:path>
              <a:path w="342265" h="224155">
                <a:moveTo>
                  <a:pt x="253518" y="38100"/>
                </a:moveTo>
                <a:lnTo>
                  <a:pt x="167512" y="38100"/>
                </a:lnTo>
                <a:lnTo>
                  <a:pt x="172847" y="38353"/>
                </a:lnTo>
                <a:lnTo>
                  <a:pt x="178180" y="39115"/>
                </a:lnTo>
                <a:lnTo>
                  <a:pt x="188593" y="41892"/>
                </a:lnTo>
                <a:lnTo>
                  <a:pt x="187071" y="41275"/>
                </a:lnTo>
                <a:lnTo>
                  <a:pt x="257128" y="41275"/>
                </a:lnTo>
                <a:lnTo>
                  <a:pt x="25351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651753" y="1583436"/>
            <a:ext cx="486409" cy="114300"/>
          </a:xfrm>
          <a:custGeom>
            <a:avLst/>
            <a:gdLst/>
            <a:ahLst/>
            <a:cxnLst/>
            <a:rect l="l" t="t" r="r" b="b"/>
            <a:pathLst>
              <a:path w="486410" h="114300">
                <a:moveTo>
                  <a:pt x="371856" y="0"/>
                </a:moveTo>
                <a:lnTo>
                  <a:pt x="371856" y="114300"/>
                </a:lnTo>
                <a:lnTo>
                  <a:pt x="448056" y="76200"/>
                </a:lnTo>
                <a:lnTo>
                  <a:pt x="390906" y="76200"/>
                </a:lnTo>
                <a:lnTo>
                  <a:pt x="390906" y="38100"/>
                </a:lnTo>
                <a:lnTo>
                  <a:pt x="448056" y="38100"/>
                </a:lnTo>
                <a:lnTo>
                  <a:pt x="371856" y="0"/>
                </a:lnTo>
                <a:close/>
              </a:path>
              <a:path w="486410" h="114300">
                <a:moveTo>
                  <a:pt x="37185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1856" y="76200"/>
                </a:lnTo>
                <a:lnTo>
                  <a:pt x="371856" y="38100"/>
                </a:lnTo>
                <a:close/>
              </a:path>
              <a:path w="486410" h="114300">
                <a:moveTo>
                  <a:pt x="448056" y="38100"/>
                </a:moveTo>
                <a:lnTo>
                  <a:pt x="390906" y="38100"/>
                </a:lnTo>
                <a:lnTo>
                  <a:pt x="390906" y="76200"/>
                </a:lnTo>
                <a:lnTo>
                  <a:pt x="448056" y="76200"/>
                </a:lnTo>
                <a:lnTo>
                  <a:pt x="486156" y="57150"/>
                </a:lnTo>
                <a:lnTo>
                  <a:pt x="448056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937" y="625297"/>
            <a:ext cx="5125720" cy="11557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6955" algn="l"/>
              </a:tabLst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dirty="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1:	while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(char1 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==</a:t>
            </a:r>
            <a:r>
              <a:rPr dirty="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letter||number)</a:t>
            </a:r>
          </a:p>
          <a:p>
            <a:pPr marL="1000125" marR="1131570" indent="457200">
              <a:lnSpc>
                <a:spcPts val="3020"/>
              </a:lnSpc>
              <a:spcBef>
                <a:spcPts val="9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char1 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nextchar();  </a:t>
            </a:r>
            <a:r>
              <a:rPr dirty="0" spc="-5">
                <a:solidFill>
                  <a:srgbClr val="FFFFFF"/>
                </a:solidFill>
                <a:latin typeface="Times New Roman"/>
                <a:cs typeface="Times New Roman"/>
              </a:rPr>
              <a:t>state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= 2;</a:t>
            </a:r>
            <a:r>
              <a:rPr dirty="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489" y="1773428"/>
            <a:ext cx="6005195" cy="339026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155700" marR="5080" indent="-991235">
              <a:lnSpc>
                <a:spcPts val="3020"/>
              </a:lnSpc>
              <a:spcBef>
                <a:spcPts val="80"/>
              </a:spcBef>
              <a:tabLst>
                <a:tab pos="118935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2:	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untread();return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(02,value) or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return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(01,value); state=0;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241300" marR="609600" indent="-228600">
              <a:lnSpc>
                <a:spcPct val="107200"/>
              </a:lnSpc>
              <a:spcBef>
                <a:spcPts val="254"/>
              </a:spcBef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/*</a:t>
            </a:r>
            <a:r>
              <a:rPr dirty="0" sz="20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函数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untread()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功能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是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回退一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个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已读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进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的字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符；  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属性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01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表示关键字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属</a:t>
            </a:r>
            <a:r>
              <a:rPr dirty="0" sz="2000" spc="20" b="1">
                <a:solidFill>
                  <a:srgbClr val="FFFF00"/>
                </a:solidFill>
                <a:latin typeface="宋体"/>
                <a:cs typeface="宋体"/>
              </a:rPr>
              <a:t>性</a:t>
            </a:r>
            <a:r>
              <a:rPr dirty="0" sz="2000" spc="-10" b="1">
                <a:solidFill>
                  <a:srgbClr val="FFFF00"/>
                </a:solidFill>
                <a:latin typeface="Times New Roman"/>
                <a:cs typeface="Times New Roman"/>
              </a:rPr>
              <a:t>02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表示标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识符</a:t>
            </a:r>
            <a:r>
              <a:rPr dirty="0" sz="2000" spc="-53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*/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case 3: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while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(char1 ==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number)</a:t>
            </a:r>
            <a:endParaRPr sz="2400">
              <a:latin typeface="Times New Roman"/>
              <a:cs typeface="Times New Roman"/>
            </a:endParaRPr>
          </a:p>
          <a:p>
            <a:pPr marL="1384300" marR="2236470" indent="-152400">
              <a:lnSpc>
                <a:spcPct val="105000"/>
              </a:lnSpc>
              <a:spcBef>
                <a:spcPts val="5"/>
              </a:spcBef>
              <a:tabLst>
                <a:tab pos="272542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char1 =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nextchar();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state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=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4;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4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case 4: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untread();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return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(03 ,value);</a:t>
            </a:r>
            <a:r>
              <a:rPr dirty="0" sz="2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337185" algn="l"/>
              </a:tabLst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属性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03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表示无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号整常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dirty="0" sz="2000" spc="459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489" y="5084578"/>
            <a:ext cx="4044315" cy="8477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745"/>
              </a:spcBef>
              <a:tabLst>
                <a:tab pos="1341755" algn="l"/>
                <a:tab pos="289306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5: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return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(04,	);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  <a:tabLst>
                <a:tab pos="337185" algn="l"/>
              </a:tabLst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属性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04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000" spc="475" b="1">
                <a:solidFill>
                  <a:srgbClr val="FFFF00"/>
                </a:solidFill>
                <a:latin typeface="宋体"/>
                <a:cs typeface="宋体"/>
              </a:rPr>
              <a:t>示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“＝”</a:t>
            </a:r>
            <a:r>
              <a:rPr dirty="0" sz="2000" spc="47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489" y="5852365"/>
            <a:ext cx="4044315" cy="84836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750"/>
              </a:spcBef>
              <a:tabLst>
                <a:tab pos="1341755" algn="l"/>
                <a:tab pos="289306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6: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return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(05,	);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  <a:tabLst>
                <a:tab pos="337185" algn="l"/>
              </a:tabLst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属性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05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000" spc="475" b="1">
                <a:solidFill>
                  <a:srgbClr val="FFFF00"/>
                </a:solidFill>
                <a:latin typeface="宋体"/>
                <a:cs typeface="宋体"/>
              </a:rPr>
              <a:t>示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“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”</a:t>
            </a:r>
            <a:r>
              <a:rPr dirty="0" sz="2000" spc="47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9013" y="26923"/>
            <a:ext cx="5270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0440" y="26923"/>
            <a:ext cx="2645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04382" y="1070610"/>
            <a:ext cx="419100" cy="464820"/>
          </a:xfrm>
          <a:custGeom>
            <a:avLst/>
            <a:gdLst/>
            <a:ahLst/>
            <a:cxnLst/>
            <a:rect l="l" t="t" r="r" b="b"/>
            <a:pathLst>
              <a:path w="419100" h="464819">
                <a:moveTo>
                  <a:pt x="0" y="232410"/>
                </a:moveTo>
                <a:lnTo>
                  <a:pt x="4258" y="185559"/>
                </a:lnTo>
                <a:lnTo>
                  <a:pt x="16472" y="141928"/>
                </a:lnTo>
                <a:lnTo>
                  <a:pt x="35796" y="102449"/>
                </a:lnTo>
                <a:lnTo>
                  <a:pt x="61388" y="68056"/>
                </a:lnTo>
                <a:lnTo>
                  <a:pt x="92403" y="39681"/>
                </a:lnTo>
                <a:lnTo>
                  <a:pt x="127998" y="18258"/>
                </a:lnTo>
                <a:lnTo>
                  <a:pt x="167328" y="4720"/>
                </a:lnTo>
                <a:lnTo>
                  <a:pt x="209550" y="0"/>
                </a:lnTo>
                <a:lnTo>
                  <a:pt x="251771" y="4720"/>
                </a:lnTo>
                <a:lnTo>
                  <a:pt x="291101" y="18258"/>
                </a:lnTo>
                <a:lnTo>
                  <a:pt x="326696" y="39681"/>
                </a:lnTo>
                <a:lnTo>
                  <a:pt x="357711" y="68056"/>
                </a:lnTo>
                <a:lnTo>
                  <a:pt x="383303" y="102449"/>
                </a:lnTo>
                <a:lnTo>
                  <a:pt x="402627" y="141928"/>
                </a:lnTo>
                <a:lnTo>
                  <a:pt x="414841" y="185559"/>
                </a:lnTo>
                <a:lnTo>
                  <a:pt x="419099" y="232410"/>
                </a:lnTo>
                <a:lnTo>
                  <a:pt x="414841" y="279260"/>
                </a:lnTo>
                <a:lnTo>
                  <a:pt x="402627" y="322891"/>
                </a:lnTo>
                <a:lnTo>
                  <a:pt x="383303" y="362370"/>
                </a:lnTo>
                <a:lnTo>
                  <a:pt x="357711" y="396763"/>
                </a:lnTo>
                <a:lnTo>
                  <a:pt x="326696" y="425138"/>
                </a:lnTo>
                <a:lnTo>
                  <a:pt x="291101" y="446561"/>
                </a:lnTo>
                <a:lnTo>
                  <a:pt x="251771" y="460099"/>
                </a:lnTo>
                <a:lnTo>
                  <a:pt x="209550" y="464819"/>
                </a:lnTo>
                <a:lnTo>
                  <a:pt x="167328" y="460099"/>
                </a:lnTo>
                <a:lnTo>
                  <a:pt x="127998" y="446561"/>
                </a:lnTo>
                <a:lnTo>
                  <a:pt x="92403" y="425138"/>
                </a:lnTo>
                <a:lnTo>
                  <a:pt x="61388" y="396763"/>
                </a:lnTo>
                <a:lnTo>
                  <a:pt x="35796" y="362370"/>
                </a:lnTo>
                <a:lnTo>
                  <a:pt x="16472" y="322891"/>
                </a:lnTo>
                <a:lnTo>
                  <a:pt x="4258" y="279260"/>
                </a:lnTo>
                <a:lnTo>
                  <a:pt x="0" y="232410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237859" y="1128776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29578" y="1232916"/>
            <a:ext cx="889000" cy="114300"/>
          </a:xfrm>
          <a:custGeom>
            <a:avLst/>
            <a:gdLst/>
            <a:ahLst/>
            <a:cxnLst/>
            <a:rect l="l" t="t" r="r" b="b"/>
            <a:pathLst>
              <a:path w="889000" h="114300">
                <a:moveTo>
                  <a:pt x="774192" y="0"/>
                </a:moveTo>
                <a:lnTo>
                  <a:pt x="774192" y="114300"/>
                </a:lnTo>
                <a:lnTo>
                  <a:pt x="850392" y="76200"/>
                </a:lnTo>
                <a:lnTo>
                  <a:pt x="793242" y="76200"/>
                </a:lnTo>
                <a:lnTo>
                  <a:pt x="793242" y="38100"/>
                </a:lnTo>
                <a:lnTo>
                  <a:pt x="850392" y="38100"/>
                </a:lnTo>
                <a:lnTo>
                  <a:pt x="774192" y="0"/>
                </a:lnTo>
                <a:close/>
              </a:path>
              <a:path w="889000" h="114300">
                <a:moveTo>
                  <a:pt x="77419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74192" y="76200"/>
                </a:lnTo>
                <a:lnTo>
                  <a:pt x="774192" y="38100"/>
                </a:lnTo>
                <a:close/>
              </a:path>
              <a:path w="889000" h="114300">
                <a:moveTo>
                  <a:pt x="850392" y="38100"/>
                </a:moveTo>
                <a:lnTo>
                  <a:pt x="793242" y="38100"/>
                </a:lnTo>
                <a:lnTo>
                  <a:pt x="793242" y="76200"/>
                </a:lnTo>
                <a:lnTo>
                  <a:pt x="850392" y="76200"/>
                </a:lnTo>
                <a:lnTo>
                  <a:pt x="888492" y="57150"/>
                </a:lnTo>
                <a:lnTo>
                  <a:pt x="85039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15833" y="1232916"/>
            <a:ext cx="896619" cy="114300"/>
          </a:xfrm>
          <a:custGeom>
            <a:avLst/>
            <a:gdLst/>
            <a:ahLst/>
            <a:cxnLst/>
            <a:rect l="l" t="t" r="r" b="b"/>
            <a:pathLst>
              <a:path w="896620" h="114300">
                <a:moveTo>
                  <a:pt x="781812" y="0"/>
                </a:moveTo>
                <a:lnTo>
                  <a:pt x="781812" y="114300"/>
                </a:lnTo>
                <a:lnTo>
                  <a:pt x="858012" y="76200"/>
                </a:lnTo>
                <a:lnTo>
                  <a:pt x="800862" y="76200"/>
                </a:lnTo>
                <a:lnTo>
                  <a:pt x="800862" y="38100"/>
                </a:lnTo>
                <a:lnTo>
                  <a:pt x="858012" y="38100"/>
                </a:lnTo>
                <a:lnTo>
                  <a:pt x="781812" y="0"/>
                </a:lnTo>
                <a:close/>
              </a:path>
              <a:path w="896620" h="114300">
                <a:moveTo>
                  <a:pt x="7818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1812" y="76200"/>
                </a:lnTo>
                <a:lnTo>
                  <a:pt x="781812" y="38100"/>
                </a:lnTo>
                <a:close/>
              </a:path>
              <a:path w="896620" h="114300">
                <a:moveTo>
                  <a:pt x="858012" y="38100"/>
                </a:moveTo>
                <a:lnTo>
                  <a:pt x="800862" y="38100"/>
                </a:lnTo>
                <a:lnTo>
                  <a:pt x="800862" y="76200"/>
                </a:lnTo>
                <a:lnTo>
                  <a:pt x="858012" y="76200"/>
                </a:lnTo>
                <a:lnTo>
                  <a:pt x="896112" y="57150"/>
                </a:lnTo>
                <a:lnTo>
                  <a:pt x="858012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64528" y="1011428"/>
            <a:ext cx="485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79181" y="630317"/>
            <a:ext cx="995044" cy="70294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1800">
              <a:latin typeface="宋体"/>
              <a:cs typeface="宋体"/>
            </a:endParaRPr>
          </a:p>
          <a:p>
            <a:pPr marL="347345">
              <a:lnSpc>
                <a:spcPct val="100000"/>
              </a:lnSpc>
              <a:spcBef>
                <a:spcPts val="409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15021" y="1070610"/>
            <a:ext cx="419100" cy="464820"/>
          </a:xfrm>
          <a:custGeom>
            <a:avLst/>
            <a:gdLst/>
            <a:ahLst/>
            <a:cxnLst/>
            <a:rect l="l" t="t" r="r" b="b"/>
            <a:pathLst>
              <a:path w="419100" h="464819">
                <a:moveTo>
                  <a:pt x="0" y="232410"/>
                </a:moveTo>
                <a:lnTo>
                  <a:pt x="4258" y="185559"/>
                </a:lnTo>
                <a:lnTo>
                  <a:pt x="16472" y="141928"/>
                </a:lnTo>
                <a:lnTo>
                  <a:pt x="35796" y="102449"/>
                </a:lnTo>
                <a:lnTo>
                  <a:pt x="61388" y="68056"/>
                </a:lnTo>
                <a:lnTo>
                  <a:pt x="92403" y="39681"/>
                </a:lnTo>
                <a:lnTo>
                  <a:pt x="127998" y="18258"/>
                </a:lnTo>
                <a:lnTo>
                  <a:pt x="167328" y="4720"/>
                </a:lnTo>
                <a:lnTo>
                  <a:pt x="209550" y="0"/>
                </a:lnTo>
                <a:lnTo>
                  <a:pt x="251771" y="4720"/>
                </a:lnTo>
                <a:lnTo>
                  <a:pt x="291101" y="18258"/>
                </a:lnTo>
                <a:lnTo>
                  <a:pt x="326696" y="39681"/>
                </a:lnTo>
                <a:lnTo>
                  <a:pt x="357711" y="68056"/>
                </a:lnTo>
                <a:lnTo>
                  <a:pt x="383303" y="102449"/>
                </a:lnTo>
                <a:lnTo>
                  <a:pt x="402627" y="141928"/>
                </a:lnTo>
                <a:lnTo>
                  <a:pt x="414841" y="185559"/>
                </a:lnTo>
                <a:lnTo>
                  <a:pt x="419100" y="232410"/>
                </a:lnTo>
                <a:lnTo>
                  <a:pt x="414841" y="279260"/>
                </a:lnTo>
                <a:lnTo>
                  <a:pt x="402627" y="322891"/>
                </a:lnTo>
                <a:lnTo>
                  <a:pt x="383303" y="362370"/>
                </a:lnTo>
                <a:lnTo>
                  <a:pt x="357711" y="396763"/>
                </a:lnTo>
                <a:lnTo>
                  <a:pt x="326696" y="425138"/>
                </a:lnTo>
                <a:lnTo>
                  <a:pt x="291101" y="446561"/>
                </a:lnTo>
                <a:lnTo>
                  <a:pt x="251771" y="460099"/>
                </a:lnTo>
                <a:lnTo>
                  <a:pt x="209550" y="464819"/>
                </a:lnTo>
                <a:lnTo>
                  <a:pt x="167328" y="460099"/>
                </a:lnTo>
                <a:lnTo>
                  <a:pt x="127998" y="446561"/>
                </a:lnTo>
                <a:lnTo>
                  <a:pt x="92403" y="425138"/>
                </a:lnTo>
                <a:lnTo>
                  <a:pt x="61388" y="396763"/>
                </a:lnTo>
                <a:lnTo>
                  <a:pt x="35796" y="362370"/>
                </a:lnTo>
                <a:lnTo>
                  <a:pt x="16472" y="322891"/>
                </a:lnTo>
                <a:lnTo>
                  <a:pt x="4258" y="279260"/>
                </a:lnTo>
                <a:lnTo>
                  <a:pt x="0" y="232410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547609" y="1128776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666733" y="995933"/>
            <a:ext cx="477520" cy="551180"/>
          </a:xfrm>
          <a:custGeom>
            <a:avLst/>
            <a:gdLst/>
            <a:ahLst/>
            <a:cxnLst/>
            <a:rect l="l" t="t" r="r" b="b"/>
            <a:pathLst>
              <a:path w="477520" h="551180">
                <a:moveTo>
                  <a:pt x="265938" y="0"/>
                </a:moveTo>
                <a:lnTo>
                  <a:pt x="239268" y="0"/>
                </a:lnTo>
                <a:lnTo>
                  <a:pt x="213614" y="2539"/>
                </a:lnTo>
                <a:lnTo>
                  <a:pt x="199644" y="6350"/>
                </a:lnTo>
                <a:lnTo>
                  <a:pt x="175006" y="12700"/>
                </a:lnTo>
                <a:lnTo>
                  <a:pt x="129413" y="35559"/>
                </a:lnTo>
                <a:lnTo>
                  <a:pt x="89281" y="66039"/>
                </a:lnTo>
                <a:lnTo>
                  <a:pt x="55372" y="102869"/>
                </a:lnTo>
                <a:lnTo>
                  <a:pt x="29083" y="147319"/>
                </a:lnTo>
                <a:lnTo>
                  <a:pt x="10541" y="196850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6069"/>
                </a:lnTo>
                <a:lnTo>
                  <a:pt x="11684" y="358139"/>
                </a:lnTo>
                <a:lnTo>
                  <a:pt x="30861" y="407669"/>
                </a:lnTo>
                <a:lnTo>
                  <a:pt x="57912" y="450850"/>
                </a:lnTo>
                <a:lnTo>
                  <a:pt x="92329" y="488950"/>
                </a:lnTo>
                <a:lnTo>
                  <a:pt x="133350" y="519429"/>
                </a:lnTo>
                <a:lnTo>
                  <a:pt x="179577" y="539750"/>
                </a:lnTo>
                <a:lnTo>
                  <a:pt x="242062" y="551179"/>
                </a:lnTo>
                <a:lnTo>
                  <a:pt x="268732" y="551179"/>
                </a:lnTo>
                <a:lnTo>
                  <a:pt x="294386" y="548639"/>
                </a:lnTo>
                <a:lnTo>
                  <a:pt x="308356" y="544829"/>
                </a:lnTo>
                <a:lnTo>
                  <a:pt x="332994" y="538479"/>
                </a:lnTo>
                <a:lnTo>
                  <a:pt x="356362" y="528319"/>
                </a:lnTo>
                <a:lnTo>
                  <a:pt x="367538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250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3" y="325119"/>
                </a:lnTo>
                <a:lnTo>
                  <a:pt x="29657" y="278129"/>
                </a:lnTo>
                <a:lnTo>
                  <a:pt x="29705" y="274319"/>
                </a:lnTo>
                <a:lnTo>
                  <a:pt x="34036" y="227329"/>
                </a:lnTo>
                <a:lnTo>
                  <a:pt x="46863" y="180339"/>
                </a:lnTo>
                <a:lnTo>
                  <a:pt x="67310" y="138429"/>
                </a:lnTo>
                <a:lnTo>
                  <a:pt x="94361" y="102869"/>
                </a:lnTo>
                <a:lnTo>
                  <a:pt x="127381" y="72389"/>
                </a:lnTo>
                <a:lnTo>
                  <a:pt x="165481" y="49529"/>
                </a:lnTo>
                <a:lnTo>
                  <a:pt x="207772" y="34289"/>
                </a:lnTo>
                <a:lnTo>
                  <a:pt x="241935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8" y="0"/>
                </a:lnTo>
                <a:close/>
              </a:path>
              <a:path w="477520" h="551180">
                <a:moveTo>
                  <a:pt x="477266" y="299719"/>
                </a:moveTo>
                <a:lnTo>
                  <a:pt x="468502" y="347979"/>
                </a:lnTo>
                <a:lnTo>
                  <a:pt x="451739" y="392429"/>
                </a:lnTo>
                <a:lnTo>
                  <a:pt x="427990" y="431800"/>
                </a:lnTo>
                <a:lnTo>
                  <a:pt x="397764" y="464819"/>
                </a:lnTo>
                <a:lnTo>
                  <a:pt x="362204" y="491489"/>
                </a:lnTo>
                <a:lnTo>
                  <a:pt x="321818" y="510539"/>
                </a:lnTo>
                <a:lnTo>
                  <a:pt x="266065" y="521969"/>
                </a:lnTo>
                <a:lnTo>
                  <a:pt x="367538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7266" y="407669"/>
                </a:lnTo>
                <a:lnTo>
                  <a:pt x="477266" y="299719"/>
                </a:lnTo>
                <a:close/>
              </a:path>
              <a:path w="477520" h="551180">
                <a:moveTo>
                  <a:pt x="254381" y="58419"/>
                </a:moveTo>
                <a:lnTo>
                  <a:pt x="244601" y="5841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4" y="95250"/>
                </a:lnTo>
                <a:lnTo>
                  <a:pt x="117221" y="121919"/>
                </a:lnTo>
                <a:lnTo>
                  <a:pt x="93218" y="153669"/>
                </a:lnTo>
                <a:lnTo>
                  <a:pt x="75057" y="190500"/>
                </a:lnTo>
                <a:lnTo>
                  <a:pt x="63373" y="231139"/>
                </a:lnTo>
                <a:lnTo>
                  <a:pt x="59365" y="274319"/>
                </a:lnTo>
                <a:lnTo>
                  <a:pt x="59413" y="278129"/>
                </a:lnTo>
                <a:lnTo>
                  <a:pt x="63119" y="318769"/>
                </a:lnTo>
                <a:lnTo>
                  <a:pt x="74549" y="360679"/>
                </a:lnTo>
                <a:lnTo>
                  <a:pt x="92583" y="397509"/>
                </a:lnTo>
                <a:lnTo>
                  <a:pt x="116205" y="429259"/>
                </a:lnTo>
                <a:lnTo>
                  <a:pt x="145161" y="455929"/>
                </a:lnTo>
                <a:lnTo>
                  <a:pt x="195707" y="482600"/>
                </a:lnTo>
                <a:lnTo>
                  <a:pt x="243586" y="492759"/>
                </a:lnTo>
                <a:lnTo>
                  <a:pt x="263398" y="492759"/>
                </a:lnTo>
                <a:lnTo>
                  <a:pt x="310769" y="483869"/>
                </a:lnTo>
                <a:lnTo>
                  <a:pt x="345694" y="467359"/>
                </a:lnTo>
                <a:lnTo>
                  <a:pt x="35280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220345" y="458469"/>
                </a:lnTo>
                <a:lnTo>
                  <a:pt x="203835" y="454659"/>
                </a:lnTo>
                <a:lnTo>
                  <a:pt x="189230" y="448309"/>
                </a:lnTo>
                <a:lnTo>
                  <a:pt x="149098" y="420369"/>
                </a:lnTo>
                <a:lnTo>
                  <a:pt x="117094" y="379729"/>
                </a:lnTo>
                <a:lnTo>
                  <a:pt x="96012" y="330200"/>
                </a:lnTo>
                <a:lnTo>
                  <a:pt x="88900" y="274319"/>
                </a:lnTo>
                <a:lnTo>
                  <a:pt x="89916" y="254000"/>
                </a:lnTo>
                <a:lnTo>
                  <a:pt x="103124" y="199389"/>
                </a:lnTo>
                <a:lnTo>
                  <a:pt x="129159" y="153669"/>
                </a:lnTo>
                <a:lnTo>
                  <a:pt x="165226" y="118109"/>
                </a:lnTo>
                <a:lnTo>
                  <a:pt x="208407" y="95250"/>
                </a:lnTo>
                <a:lnTo>
                  <a:pt x="238633" y="88900"/>
                </a:lnTo>
                <a:lnTo>
                  <a:pt x="352298" y="88900"/>
                </a:lnTo>
                <a:lnTo>
                  <a:pt x="346964" y="85089"/>
                </a:lnTo>
                <a:lnTo>
                  <a:pt x="329946" y="76200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lnTo>
                  <a:pt x="264414" y="59689"/>
                </a:lnTo>
                <a:lnTo>
                  <a:pt x="254381" y="58419"/>
                </a:lnTo>
                <a:close/>
              </a:path>
              <a:path w="477520" h="551180">
                <a:moveTo>
                  <a:pt x="352298" y="88900"/>
                </a:moveTo>
                <a:lnTo>
                  <a:pt x="263525" y="88900"/>
                </a:lnTo>
                <a:lnTo>
                  <a:pt x="271525" y="90169"/>
                </a:lnTo>
                <a:lnTo>
                  <a:pt x="279908" y="90169"/>
                </a:lnTo>
                <a:lnTo>
                  <a:pt x="287655" y="92709"/>
                </a:lnTo>
                <a:lnTo>
                  <a:pt x="332994" y="111759"/>
                </a:lnTo>
                <a:lnTo>
                  <a:pt x="370840" y="143509"/>
                </a:lnTo>
                <a:lnTo>
                  <a:pt x="399161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4" y="297179"/>
                </a:lnTo>
                <a:lnTo>
                  <a:pt x="410845" y="335279"/>
                </a:lnTo>
                <a:lnTo>
                  <a:pt x="388747" y="383539"/>
                </a:lnTo>
                <a:lnTo>
                  <a:pt x="355854" y="422909"/>
                </a:lnTo>
                <a:lnTo>
                  <a:pt x="314706" y="449579"/>
                </a:lnTo>
                <a:lnTo>
                  <a:pt x="277368" y="461009"/>
                </a:lnTo>
                <a:lnTo>
                  <a:pt x="269367" y="462279"/>
                </a:lnTo>
                <a:lnTo>
                  <a:pt x="352805" y="462279"/>
                </a:lnTo>
                <a:lnTo>
                  <a:pt x="390779" y="430529"/>
                </a:lnTo>
                <a:lnTo>
                  <a:pt x="414782" y="398779"/>
                </a:lnTo>
                <a:lnTo>
                  <a:pt x="433070" y="360679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78" y="274319"/>
                </a:lnTo>
                <a:lnTo>
                  <a:pt x="444881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668" y="121919"/>
                </a:lnTo>
                <a:lnTo>
                  <a:pt x="362966" y="96519"/>
                </a:lnTo>
                <a:lnTo>
                  <a:pt x="352298" y="88900"/>
                </a:lnTo>
                <a:close/>
              </a:path>
              <a:path w="477520" h="551180">
                <a:moveTo>
                  <a:pt x="367368" y="29209"/>
                </a:moveTo>
                <a:lnTo>
                  <a:pt x="265175" y="29209"/>
                </a:lnTo>
                <a:lnTo>
                  <a:pt x="287909" y="31750"/>
                </a:lnTo>
                <a:lnTo>
                  <a:pt x="299085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600"/>
                </a:lnTo>
                <a:lnTo>
                  <a:pt x="440055" y="138429"/>
                </a:lnTo>
                <a:lnTo>
                  <a:pt x="460629" y="179069"/>
                </a:lnTo>
                <a:lnTo>
                  <a:pt x="473710" y="226059"/>
                </a:lnTo>
                <a:lnTo>
                  <a:pt x="477266" y="252729"/>
                </a:lnTo>
                <a:lnTo>
                  <a:pt x="477266" y="143509"/>
                </a:lnTo>
                <a:lnTo>
                  <a:pt x="450088" y="100329"/>
                </a:lnTo>
                <a:lnTo>
                  <a:pt x="415671" y="62229"/>
                </a:lnTo>
                <a:lnTo>
                  <a:pt x="374904" y="33019"/>
                </a:lnTo>
                <a:lnTo>
                  <a:pt x="367368" y="2920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844788" y="109766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15276" y="798194"/>
            <a:ext cx="411480" cy="396240"/>
          </a:xfrm>
          <a:custGeom>
            <a:avLst/>
            <a:gdLst/>
            <a:ahLst/>
            <a:cxnLst/>
            <a:rect l="l" t="t" r="r" b="b"/>
            <a:pathLst>
              <a:path w="411479" h="396240">
                <a:moveTo>
                  <a:pt x="338999" y="293272"/>
                </a:moveTo>
                <a:lnTo>
                  <a:pt x="302895" y="305180"/>
                </a:lnTo>
                <a:lnTo>
                  <a:pt x="392938" y="395858"/>
                </a:lnTo>
                <a:lnTo>
                  <a:pt x="405317" y="311403"/>
                </a:lnTo>
                <a:lnTo>
                  <a:pt x="345058" y="311403"/>
                </a:lnTo>
                <a:lnTo>
                  <a:pt x="338999" y="293272"/>
                </a:lnTo>
                <a:close/>
              </a:path>
              <a:path w="411479" h="396240">
                <a:moveTo>
                  <a:pt x="210184" y="0"/>
                </a:moveTo>
                <a:lnTo>
                  <a:pt x="207645" y="0"/>
                </a:lnTo>
                <a:lnTo>
                  <a:pt x="201802" y="507"/>
                </a:lnTo>
                <a:lnTo>
                  <a:pt x="166877" y="17399"/>
                </a:lnTo>
                <a:lnTo>
                  <a:pt x="140207" y="47497"/>
                </a:lnTo>
                <a:lnTo>
                  <a:pt x="115189" y="88645"/>
                </a:lnTo>
                <a:lnTo>
                  <a:pt x="96647" y="126110"/>
                </a:lnTo>
                <a:lnTo>
                  <a:pt x="72263" y="183006"/>
                </a:lnTo>
                <a:lnTo>
                  <a:pt x="48132" y="246125"/>
                </a:lnTo>
                <a:lnTo>
                  <a:pt x="23875" y="313563"/>
                </a:lnTo>
                <a:lnTo>
                  <a:pt x="0" y="383031"/>
                </a:lnTo>
                <a:lnTo>
                  <a:pt x="36068" y="395350"/>
                </a:lnTo>
                <a:lnTo>
                  <a:pt x="59944" y="326008"/>
                </a:lnTo>
                <a:lnTo>
                  <a:pt x="71881" y="292100"/>
                </a:lnTo>
                <a:lnTo>
                  <a:pt x="95884" y="227329"/>
                </a:lnTo>
                <a:lnTo>
                  <a:pt x="119633" y="168275"/>
                </a:lnTo>
                <a:lnTo>
                  <a:pt x="137287" y="129285"/>
                </a:lnTo>
                <a:lnTo>
                  <a:pt x="160527" y="86105"/>
                </a:lnTo>
                <a:lnTo>
                  <a:pt x="187578" y="50164"/>
                </a:lnTo>
                <a:lnTo>
                  <a:pt x="202480" y="39496"/>
                </a:lnTo>
                <a:lnTo>
                  <a:pt x="202056" y="39496"/>
                </a:lnTo>
                <a:lnTo>
                  <a:pt x="205104" y="38480"/>
                </a:lnTo>
                <a:lnTo>
                  <a:pt x="204850" y="38480"/>
                </a:lnTo>
                <a:lnTo>
                  <a:pt x="207548" y="38031"/>
                </a:lnTo>
                <a:lnTo>
                  <a:pt x="207009" y="37972"/>
                </a:lnTo>
                <a:lnTo>
                  <a:pt x="268916" y="37972"/>
                </a:lnTo>
                <a:lnTo>
                  <a:pt x="264159" y="32003"/>
                </a:lnTo>
                <a:lnTo>
                  <a:pt x="234696" y="6730"/>
                </a:lnTo>
                <a:lnTo>
                  <a:pt x="226187" y="3175"/>
                </a:lnTo>
                <a:lnTo>
                  <a:pt x="220345" y="1396"/>
                </a:lnTo>
                <a:lnTo>
                  <a:pt x="219328" y="1142"/>
                </a:lnTo>
                <a:lnTo>
                  <a:pt x="218185" y="888"/>
                </a:lnTo>
                <a:lnTo>
                  <a:pt x="217170" y="762"/>
                </a:lnTo>
                <a:lnTo>
                  <a:pt x="210184" y="0"/>
                </a:lnTo>
                <a:close/>
              </a:path>
              <a:path w="411479" h="396240">
                <a:moveTo>
                  <a:pt x="375203" y="281331"/>
                </a:moveTo>
                <a:lnTo>
                  <a:pt x="338999" y="293272"/>
                </a:lnTo>
                <a:lnTo>
                  <a:pt x="345058" y="311403"/>
                </a:lnTo>
                <a:lnTo>
                  <a:pt x="381253" y="299338"/>
                </a:lnTo>
                <a:lnTo>
                  <a:pt x="375203" y="281331"/>
                </a:lnTo>
                <a:close/>
              </a:path>
              <a:path w="411479" h="396240">
                <a:moveTo>
                  <a:pt x="411479" y="269366"/>
                </a:moveTo>
                <a:lnTo>
                  <a:pt x="375203" y="281331"/>
                </a:lnTo>
                <a:lnTo>
                  <a:pt x="381253" y="299338"/>
                </a:lnTo>
                <a:lnTo>
                  <a:pt x="345058" y="311403"/>
                </a:lnTo>
                <a:lnTo>
                  <a:pt x="405317" y="311403"/>
                </a:lnTo>
                <a:lnTo>
                  <a:pt x="411479" y="269366"/>
                </a:lnTo>
                <a:close/>
              </a:path>
              <a:path w="411479" h="396240">
                <a:moveTo>
                  <a:pt x="214375" y="39372"/>
                </a:moveTo>
                <a:lnTo>
                  <a:pt x="245745" y="70992"/>
                </a:lnTo>
                <a:lnTo>
                  <a:pt x="267462" y="108838"/>
                </a:lnTo>
                <a:lnTo>
                  <a:pt x="284099" y="144906"/>
                </a:lnTo>
                <a:lnTo>
                  <a:pt x="306577" y="201040"/>
                </a:lnTo>
                <a:lnTo>
                  <a:pt x="329183" y="263905"/>
                </a:lnTo>
                <a:lnTo>
                  <a:pt x="338999" y="293272"/>
                </a:lnTo>
                <a:lnTo>
                  <a:pt x="375203" y="281331"/>
                </a:lnTo>
                <a:lnTo>
                  <a:pt x="353695" y="218566"/>
                </a:lnTo>
                <a:lnTo>
                  <a:pt x="330453" y="157352"/>
                </a:lnTo>
                <a:lnTo>
                  <a:pt x="313054" y="116331"/>
                </a:lnTo>
                <a:lnTo>
                  <a:pt x="295275" y="79882"/>
                </a:lnTo>
                <a:lnTo>
                  <a:pt x="270535" y="40004"/>
                </a:lnTo>
                <a:lnTo>
                  <a:pt x="270333" y="39750"/>
                </a:lnTo>
                <a:lnTo>
                  <a:pt x="215646" y="39750"/>
                </a:lnTo>
                <a:lnTo>
                  <a:pt x="214375" y="39372"/>
                </a:lnTo>
                <a:close/>
              </a:path>
              <a:path w="411479" h="396240">
                <a:moveTo>
                  <a:pt x="212978" y="38734"/>
                </a:moveTo>
                <a:lnTo>
                  <a:pt x="214375" y="39372"/>
                </a:lnTo>
                <a:lnTo>
                  <a:pt x="215646" y="39750"/>
                </a:lnTo>
                <a:lnTo>
                  <a:pt x="212978" y="38734"/>
                </a:lnTo>
                <a:close/>
              </a:path>
              <a:path w="411479" h="396240">
                <a:moveTo>
                  <a:pt x="269523" y="38734"/>
                </a:moveTo>
                <a:lnTo>
                  <a:pt x="212978" y="38734"/>
                </a:lnTo>
                <a:lnTo>
                  <a:pt x="215646" y="39750"/>
                </a:lnTo>
                <a:lnTo>
                  <a:pt x="270333" y="39750"/>
                </a:lnTo>
                <a:lnTo>
                  <a:pt x="269523" y="38734"/>
                </a:lnTo>
                <a:close/>
              </a:path>
              <a:path w="411479" h="396240">
                <a:moveTo>
                  <a:pt x="205104" y="38480"/>
                </a:moveTo>
                <a:lnTo>
                  <a:pt x="202056" y="39496"/>
                </a:lnTo>
                <a:lnTo>
                  <a:pt x="203355" y="39158"/>
                </a:lnTo>
                <a:lnTo>
                  <a:pt x="205104" y="38480"/>
                </a:lnTo>
                <a:close/>
              </a:path>
              <a:path w="411479" h="396240">
                <a:moveTo>
                  <a:pt x="203355" y="39158"/>
                </a:moveTo>
                <a:lnTo>
                  <a:pt x="202056" y="39496"/>
                </a:lnTo>
                <a:lnTo>
                  <a:pt x="202480" y="39496"/>
                </a:lnTo>
                <a:lnTo>
                  <a:pt x="203355" y="39158"/>
                </a:lnTo>
                <a:close/>
              </a:path>
              <a:path w="411479" h="396240">
                <a:moveTo>
                  <a:pt x="211209" y="38429"/>
                </a:moveTo>
                <a:lnTo>
                  <a:pt x="214375" y="39372"/>
                </a:lnTo>
                <a:lnTo>
                  <a:pt x="212978" y="38734"/>
                </a:lnTo>
                <a:lnTo>
                  <a:pt x="269523" y="38734"/>
                </a:lnTo>
                <a:lnTo>
                  <a:pt x="212851" y="38607"/>
                </a:lnTo>
                <a:lnTo>
                  <a:pt x="211209" y="38429"/>
                </a:lnTo>
                <a:close/>
              </a:path>
              <a:path w="411479" h="396240">
                <a:moveTo>
                  <a:pt x="206318" y="38385"/>
                </a:moveTo>
                <a:lnTo>
                  <a:pt x="204850" y="38480"/>
                </a:lnTo>
                <a:lnTo>
                  <a:pt x="205104" y="38480"/>
                </a:lnTo>
                <a:lnTo>
                  <a:pt x="203355" y="39158"/>
                </a:lnTo>
                <a:lnTo>
                  <a:pt x="206318" y="38385"/>
                </a:lnTo>
                <a:close/>
              </a:path>
              <a:path w="411479" h="396240">
                <a:moveTo>
                  <a:pt x="210405" y="38118"/>
                </a:moveTo>
                <a:lnTo>
                  <a:pt x="210209" y="38131"/>
                </a:lnTo>
                <a:lnTo>
                  <a:pt x="211209" y="38429"/>
                </a:lnTo>
                <a:lnTo>
                  <a:pt x="212851" y="38607"/>
                </a:lnTo>
                <a:lnTo>
                  <a:pt x="210405" y="38118"/>
                </a:lnTo>
                <a:close/>
              </a:path>
              <a:path w="411479" h="396240">
                <a:moveTo>
                  <a:pt x="268916" y="37972"/>
                </a:moveTo>
                <a:lnTo>
                  <a:pt x="209676" y="37972"/>
                </a:lnTo>
                <a:lnTo>
                  <a:pt x="210232" y="38084"/>
                </a:lnTo>
                <a:lnTo>
                  <a:pt x="210693" y="38100"/>
                </a:lnTo>
                <a:lnTo>
                  <a:pt x="210405" y="38118"/>
                </a:lnTo>
                <a:lnTo>
                  <a:pt x="212851" y="38607"/>
                </a:lnTo>
                <a:lnTo>
                  <a:pt x="269422" y="38607"/>
                </a:lnTo>
                <a:lnTo>
                  <a:pt x="268916" y="37972"/>
                </a:lnTo>
                <a:close/>
              </a:path>
              <a:path w="411479" h="396240">
                <a:moveTo>
                  <a:pt x="207548" y="38031"/>
                </a:moveTo>
                <a:lnTo>
                  <a:pt x="204850" y="38480"/>
                </a:lnTo>
                <a:lnTo>
                  <a:pt x="206318" y="38385"/>
                </a:lnTo>
                <a:lnTo>
                  <a:pt x="207500" y="38077"/>
                </a:lnTo>
                <a:close/>
              </a:path>
              <a:path w="411479" h="396240">
                <a:moveTo>
                  <a:pt x="210209" y="38131"/>
                </a:moveTo>
                <a:lnTo>
                  <a:pt x="209121" y="38202"/>
                </a:lnTo>
                <a:lnTo>
                  <a:pt x="211209" y="38429"/>
                </a:lnTo>
                <a:lnTo>
                  <a:pt x="210209" y="38131"/>
                </a:lnTo>
                <a:close/>
              </a:path>
              <a:path w="411479" h="396240">
                <a:moveTo>
                  <a:pt x="207637" y="38041"/>
                </a:moveTo>
                <a:lnTo>
                  <a:pt x="206318" y="38385"/>
                </a:lnTo>
                <a:lnTo>
                  <a:pt x="209121" y="38202"/>
                </a:lnTo>
                <a:lnTo>
                  <a:pt x="207637" y="38041"/>
                </a:lnTo>
                <a:close/>
              </a:path>
              <a:path w="411479" h="396240">
                <a:moveTo>
                  <a:pt x="207795" y="38000"/>
                </a:moveTo>
                <a:lnTo>
                  <a:pt x="207637" y="38041"/>
                </a:lnTo>
                <a:lnTo>
                  <a:pt x="209121" y="38202"/>
                </a:lnTo>
                <a:lnTo>
                  <a:pt x="210209" y="38131"/>
                </a:lnTo>
                <a:lnTo>
                  <a:pt x="210026" y="38077"/>
                </a:lnTo>
                <a:lnTo>
                  <a:pt x="207795" y="38000"/>
                </a:lnTo>
                <a:close/>
              </a:path>
              <a:path w="411479" h="396240">
                <a:moveTo>
                  <a:pt x="210026" y="38077"/>
                </a:moveTo>
                <a:lnTo>
                  <a:pt x="210209" y="38131"/>
                </a:lnTo>
                <a:lnTo>
                  <a:pt x="210026" y="38077"/>
                </a:lnTo>
                <a:close/>
              </a:path>
              <a:path w="411479" h="396240">
                <a:moveTo>
                  <a:pt x="210232" y="38084"/>
                </a:moveTo>
                <a:lnTo>
                  <a:pt x="210405" y="38118"/>
                </a:lnTo>
                <a:lnTo>
                  <a:pt x="210693" y="38100"/>
                </a:lnTo>
                <a:lnTo>
                  <a:pt x="210232" y="38084"/>
                </a:lnTo>
                <a:close/>
              </a:path>
              <a:path w="411479" h="396240">
                <a:moveTo>
                  <a:pt x="209676" y="37972"/>
                </a:moveTo>
                <a:lnTo>
                  <a:pt x="210026" y="38077"/>
                </a:lnTo>
                <a:lnTo>
                  <a:pt x="210232" y="38084"/>
                </a:lnTo>
                <a:lnTo>
                  <a:pt x="209676" y="37972"/>
                </a:lnTo>
                <a:close/>
              </a:path>
              <a:path w="411479" h="396240">
                <a:moveTo>
                  <a:pt x="209676" y="37972"/>
                </a:moveTo>
                <a:lnTo>
                  <a:pt x="207899" y="37972"/>
                </a:lnTo>
                <a:lnTo>
                  <a:pt x="210026" y="38077"/>
                </a:lnTo>
                <a:lnTo>
                  <a:pt x="209676" y="37972"/>
                </a:lnTo>
                <a:close/>
              </a:path>
              <a:path w="411479" h="396240">
                <a:moveTo>
                  <a:pt x="207009" y="37972"/>
                </a:moveTo>
                <a:lnTo>
                  <a:pt x="207548" y="38031"/>
                </a:lnTo>
                <a:lnTo>
                  <a:pt x="207746" y="37998"/>
                </a:lnTo>
                <a:lnTo>
                  <a:pt x="207009" y="37972"/>
                </a:lnTo>
                <a:close/>
              </a:path>
              <a:path w="411479" h="396240">
                <a:moveTo>
                  <a:pt x="207899" y="37972"/>
                </a:moveTo>
                <a:lnTo>
                  <a:pt x="207009" y="37972"/>
                </a:lnTo>
                <a:lnTo>
                  <a:pt x="207746" y="37998"/>
                </a:lnTo>
                <a:lnTo>
                  <a:pt x="207899" y="37972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96733" y="1732026"/>
            <a:ext cx="419100" cy="466725"/>
          </a:xfrm>
          <a:custGeom>
            <a:avLst/>
            <a:gdLst/>
            <a:ahLst/>
            <a:cxnLst/>
            <a:rect l="l" t="t" r="r" b="b"/>
            <a:pathLst>
              <a:path w="419100" h="466725">
                <a:moveTo>
                  <a:pt x="0" y="233172"/>
                </a:moveTo>
                <a:lnTo>
                  <a:pt x="4258" y="186179"/>
                </a:lnTo>
                <a:lnTo>
                  <a:pt x="16472" y="142410"/>
                </a:lnTo>
                <a:lnTo>
                  <a:pt x="35796" y="102803"/>
                </a:lnTo>
                <a:lnTo>
                  <a:pt x="61388" y="68294"/>
                </a:lnTo>
                <a:lnTo>
                  <a:pt x="92403" y="39821"/>
                </a:lnTo>
                <a:lnTo>
                  <a:pt x="127998" y="18323"/>
                </a:lnTo>
                <a:lnTo>
                  <a:pt x="167328" y="4737"/>
                </a:lnTo>
                <a:lnTo>
                  <a:pt x="209550" y="0"/>
                </a:lnTo>
                <a:lnTo>
                  <a:pt x="251771" y="4737"/>
                </a:lnTo>
                <a:lnTo>
                  <a:pt x="291101" y="18323"/>
                </a:lnTo>
                <a:lnTo>
                  <a:pt x="326696" y="39821"/>
                </a:lnTo>
                <a:lnTo>
                  <a:pt x="357711" y="68294"/>
                </a:lnTo>
                <a:lnTo>
                  <a:pt x="383303" y="102803"/>
                </a:lnTo>
                <a:lnTo>
                  <a:pt x="402627" y="142410"/>
                </a:lnTo>
                <a:lnTo>
                  <a:pt x="414841" y="186179"/>
                </a:lnTo>
                <a:lnTo>
                  <a:pt x="419100" y="233172"/>
                </a:lnTo>
                <a:lnTo>
                  <a:pt x="414841" y="280164"/>
                </a:lnTo>
                <a:lnTo>
                  <a:pt x="402627" y="323933"/>
                </a:lnTo>
                <a:lnTo>
                  <a:pt x="383303" y="363540"/>
                </a:lnTo>
                <a:lnTo>
                  <a:pt x="357711" y="398049"/>
                </a:lnTo>
                <a:lnTo>
                  <a:pt x="326696" y="426522"/>
                </a:lnTo>
                <a:lnTo>
                  <a:pt x="291101" y="448020"/>
                </a:lnTo>
                <a:lnTo>
                  <a:pt x="251771" y="461606"/>
                </a:lnTo>
                <a:lnTo>
                  <a:pt x="209550" y="466344"/>
                </a:lnTo>
                <a:lnTo>
                  <a:pt x="167328" y="461606"/>
                </a:lnTo>
                <a:lnTo>
                  <a:pt x="127998" y="448020"/>
                </a:lnTo>
                <a:lnTo>
                  <a:pt x="92403" y="426522"/>
                </a:lnTo>
                <a:lnTo>
                  <a:pt x="61388" y="398049"/>
                </a:lnTo>
                <a:lnTo>
                  <a:pt x="35796" y="363540"/>
                </a:lnTo>
                <a:lnTo>
                  <a:pt x="16472" y="323933"/>
                </a:lnTo>
                <a:lnTo>
                  <a:pt x="4258" y="280164"/>
                </a:lnTo>
                <a:lnTo>
                  <a:pt x="0" y="23317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530210" y="1790826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666797" y="1687067"/>
            <a:ext cx="477520" cy="554990"/>
          </a:xfrm>
          <a:custGeom>
            <a:avLst/>
            <a:gdLst/>
            <a:ahLst/>
            <a:cxnLst/>
            <a:rect l="l" t="t" r="r" b="b"/>
            <a:pathLst>
              <a:path w="477520" h="554989">
                <a:moveTo>
                  <a:pt x="265874" y="0"/>
                </a:moveTo>
                <a:lnTo>
                  <a:pt x="252793" y="0"/>
                </a:lnTo>
                <a:lnTo>
                  <a:pt x="213169" y="3810"/>
                </a:lnTo>
                <a:lnTo>
                  <a:pt x="174942" y="13969"/>
                </a:lnTo>
                <a:lnTo>
                  <a:pt x="129095" y="35560"/>
                </a:lnTo>
                <a:lnTo>
                  <a:pt x="89090" y="67310"/>
                </a:lnTo>
                <a:lnTo>
                  <a:pt x="55308" y="105410"/>
                </a:lnTo>
                <a:lnTo>
                  <a:pt x="29019" y="148589"/>
                </a:lnTo>
                <a:lnTo>
                  <a:pt x="10477" y="198119"/>
                </a:lnTo>
                <a:lnTo>
                  <a:pt x="1079" y="252729"/>
                </a:lnTo>
                <a:lnTo>
                  <a:pt x="0" y="280669"/>
                </a:lnTo>
                <a:lnTo>
                  <a:pt x="1333" y="307339"/>
                </a:lnTo>
                <a:lnTo>
                  <a:pt x="11620" y="360679"/>
                </a:lnTo>
                <a:lnTo>
                  <a:pt x="30670" y="410210"/>
                </a:lnTo>
                <a:lnTo>
                  <a:pt x="57721" y="454660"/>
                </a:lnTo>
                <a:lnTo>
                  <a:pt x="92265" y="491489"/>
                </a:lnTo>
                <a:lnTo>
                  <a:pt x="133032" y="521969"/>
                </a:lnTo>
                <a:lnTo>
                  <a:pt x="179514" y="543560"/>
                </a:lnTo>
                <a:lnTo>
                  <a:pt x="241998" y="554989"/>
                </a:lnTo>
                <a:lnTo>
                  <a:pt x="268668" y="554989"/>
                </a:lnTo>
                <a:lnTo>
                  <a:pt x="294703" y="552450"/>
                </a:lnTo>
                <a:lnTo>
                  <a:pt x="308292" y="548639"/>
                </a:lnTo>
                <a:lnTo>
                  <a:pt x="332930" y="542289"/>
                </a:lnTo>
                <a:lnTo>
                  <a:pt x="356425" y="532129"/>
                </a:lnTo>
                <a:lnTo>
                  <a:pt x="367601" y="525779"/>
                </a:lnTo>
                <a:lnTo>
                  <a:pt x="242760" y="525779"/>
                </a:lnTo>
                <a:lnTo>
                  <a:pt x="220027" y="523239"/>
                </a:lnTo>
                <a:lnTo>
                  <a:pt x="166814" y="506729"/>
                </a:lnTo>
                <a:lnTo>
                  <a:pt x="128460" y="483869"/>
                </a:lnTo>
                <a:lnTo>
                  <a:pt x="95186" y="453389"/>
                </a:lnTo>
                <a:lnTo>
                  <a:pt x="67881" y="416560"/>
                </a:lnTo>
                <a:lnTo>
                  <a:pt x="47307" y="374650"/>
                </a:lnTo>
                <a:lnTo>
                  <a:pt x="34099" y="327660"/>
                </a:lnTo>
                <a:lnTo>
                  <a:pt x="29654" y="280669"/>
                </a:lnTo>
                <a:lnTo>
                  <a:pt x="29647" y="275589"/>
                </a:lnTo>
                <a:lnTo>
                  <a:pt x="30670" y="254000"/>
                </a:lnTo>
                <a:lnTo>
                  <a:pt x="39433" y="205739"/>
                </a:lnTo>
                <a:lnTo>
                  <a:pt x="56070" y="161289"/>
                </a:lnTo>
                <a:lnTo>
                  <a:pt x="79946" y="121919"/>
                </a:lnTo>
                <a:lnTo>
                  <a:pt x="110172" y="87629"/>
                </a:lnTo>
                <a:lnTo>
                  <a:pt x="145732" y="60960"/>
                </a:lnTo>
                <a:lnTo>
                  <a:pt x="186118" y="41910"/>
                </a:lnTo>
                <a:lnTo>
                  <a:pt x="241871" y="30479"/>
                </a:lnTo>
                <a:lnTo>
                  <a:pt x="369816" y="30479"/>
                </a:lnTo>
                <a:lnTo>
                  <a:pt x="352234" y="21589"/>
                </a:lnTo>
                <a:lnTo>
                  <a:pt x="328358" y="12700"/>
                </a:lnTo>
                <a:lnTo>
                  <a:pt x="304990" y="6350"/>
                </a:lnTo>
                <a:lnTo>
                  <a:pt x="279336" y="1269"/>
                </a:lnTo>
                <a:lnTo>
                  <a:pt x="265874" y="0"/>
                </a:lnTo>
                <a:close/>
              </a:path>
              <a:path w="477520" h="554989">
                <a:moveTo>
                  <a:pt x="477202" y="302260"/>
                </a:moveTo>
                <a:lnTo>
                  <a:pt x="468439" y="350519"/>
                </a:lnTo>
                <a:lnTo>
                  <a:pt x="451675" y="394969"/>
                </a:lnTo>
                <a:lnTo>
                  <a:pt x="427926" y="434339"/>
                </a:lnTo>
                <a:lnTo>
                  <a:pt x="397700" y="468629"/>
                </a:lnTo>
                <a:lnTo>
                  <a:pt x="362140" y="495300"/>
                </a:lnTo>
                <a:lnTo>
                  <a:pt x="321754" y="514350"/>
                </a:lnTo>
                <a:lnTo>
                  <a:pt x="266001" y="525779"/>
                </a:lnTo>
                <a:lnTo>
                  <a:pt x="367601" y="525779"/>
                </a:lnTo>
                <a:lnTo>
                  <a:pt x="418782" y="488950"/>
                </a:lnTo>
                <a:lnTo>
                  <a:pt x="452564" y="450850"/>
                </a:lnTo>
                <a:lnTo>
                  <a:pt x="477202" y="410210"/>
                </a:lnTo>
                <a:lnTo>
                  <a:pt x="477202" y="302260"/>
                </a:lnTo>
                <a:close/>
              </a:path>
              <a:path w="477520" h="554989">
                <a:moveTo>
                  <a:pt x="264350" y="59689"/>
                </a:moveTo>
                <a:lnTo>
                  <a:pt x="244538" y="59689"/>
                </a:lnTo>
                <a:lnTo>
                  <a:pt x="215836" y="63500"/>
                </a:lnTo>
                <a:lnTo>
                  <a:pt x="179387" y="76200"/>
                </a:lnTo>
                <a:lnTo>
                  <a:pt x="146240" y="96519"/>
                </a:lnTo>
                <a:lnTo>
                  <a:pt x="117157" y="121919"/>
                </a:lnTo>
                <a:lnTo>
                  <a:pt x="93154" y="154939"/>
                </a:lnTo>
                <a:lnTo>
                  <a:pt x="74993" y="191769"/>
                </a:lnTo>
                <a:lnTo>
                  <a:pt x="63309" y="232410"/>
                </a:lnTo>
                <a:lnTo>
                  <a:pt x="59305" y="275589"/>
                </a:lnTo>
                <a:lnTo>
                  <a:pt x="59294" y="278129"/>
                </a:lnTo>
                <a:lnTo>
                  <a:pt x="60134" y="299719"/>
                </a:lnTo>
                <a:lnTo>
                  <a:pt x="67881" y="342900"/>
                </a:lnTo>
                <a:lnTo>
                  <a:pt x="82613" y="382269"/>
                </a:lnTo>
                <a:lnTo>
                  <a:pt x="103695" y="416560"/>
                </a:lnTo>
                <a:lnTo>
                  <a:pt x="130111" y="447039"/>
                </a:lnTo>
                <a:lnTo>
                  <a:pt x="160972" y="469900"/>
                </a:lnTo>
                <a:lnTo>
                  <a:pt x="195643" y="486410"/>
                </a:lnTo>
                <a:lnTo>
                  <a:pt x="243522" y="496569"/>
                </a:lnTo>
                <a:lnTo>
                  <a:pt x="263334" y="496569"/>
                </a:lnTo>
                <a:lnTo>
                  <a:pt x="310705" y="486410"/>
                </a:lnTo>
                <a:lnTo>
                  <a:pt x="352671" y="466089"/>
                </a:lnTo>
                <a:lnTo>
                  <a:pt x="236410" y="466089"/>
                </a:lnTo>
                <a:lnTo>
                  <a:pt x="228028" y="464819"/>
                </a:lnTo>
                <a:lnTo>
                  <a:pt x="220662" y="462279"/>
                </a:lnTo>
                <a:lnTo>
                  <a:pt x="203771" y="458469"/>
                </a:lnTo>
                <a:lnTo>
                  <a:pt x="189166" y="452119"/>
                </a:lnTo>
                <a:lnTo>
                  <a:pt x="149161" y="424179"/>
                </a:lnTo>
                <a:lnTo>
                  <a:pt x="117157" y="383539"/>
                </a:lnTo>
                <a:lnTo>
                  <a:pt x="96075" y="334010"/>
                </a:lnTo>
                <a:lnTo>
                  <a:pt x="89471" y="295910"/>
                </a:lnTo>
                <a:lnTo>
                  <a:pt x="88836" y="275589"/>
                </a:lnTo>
                <a:lnTo>
                  <a:pt x="89852" y="256539"/>
                </a:lnTo>
                <a:lnTo>
                  <a:pt x="97091" y="218439"/>
                </a:lnTo>
                <a:lnTo>
                  <a:pt x="119189" y="168910"/>
                </a:lnTo>
                <a:lnTo>
                  <a:pt x="152209" y="129539"/>
                </a:lnTo>
                <a:lnTo>
                  <a:pt x="193357" y="102869"/>
                </a:lnTo>
                <a:lnTo>
                  <a:pt x="230949" y="91439"/>
                </a:lnTo>
                <a:lnTo>
                  <a:pt x="247078" y="88900"/>
                </a:lnTo>
                <a:lnTo>
                  <a:pt x="350869" y="88900"/>
                </a:lnTo>
                <a:lnTo>
                  <a:pt x="346900" y="86360"/>
                </a:lnTo>
                <a:lnTo>
                  <a:pt x="329882" y="76200"/>
                </a:lnTo>
                <a:lnTo>
                  <a:pt x="312229" y="69850"/>
                </a:lnTo>
                <a:lnTo>
                  <a:pt x="293179" y="63500"/>
                </a:lnTo>
                <a:lnTo>
                  <a:pt x="264350" y="59689"/>
                </a:lnTo>
                <a:close/>
              </a:path>
              <a:path w="477520" h="554989">
                <a:moveTo>
                  <a:pt x="350869" y="88900"/>
                </a:moveTo>
                <a:lnTo>
                  <a:pt x="263461" y="88900"/>
                </a:lnTo>
                <a:lnTo>
                  <a:pt x="279844" y="91439"/>
                </a:lnTo>
                <a:lnTo>
                  <a:pt x="287210" y="92710"/>
                </a:lnTo>
                <a:lnTo>
                  <a:pt x="332930" y="111760"/>
                </a:lnTo>
                <a:lnTo>
                  <a:pt x="370649" y="144779"/>
                </a:lnTo>
                <a:lnTo>
                  <a:pt x="399097" y="187960"/>
                </a:lnTo>
                <a:lnTo>
                  <a:pt x="415861" y="241300"/>
                </a:lnTo>
                <a:lnTo>
                  <a:pt x="419036" y="280669"/>
                </a:lnTo>
                <a:lnTo>
                  <a:pt x="418020" y="299719"/>
                </a:lnTo>
                <a:lnTo>
                  <a:pt x="410781" y="337819"/>
                </a:lnTo>
                <a:lnTo>
                  <a:pt x="388683" y="387350"/>
                </a:lnTo>
                <a:lnTo>
                  <a:pt x="355663" y="426719"/>
                </a:lnTo>
                <a:lnTo>
                  <a:pt x="314515" y="453389"/>
                </a:lnTo>
                <a:lnTo>
                  <a:pt x="276923" y="464819"/>
                </a:lnTo>
                <a:lnTo>
                  <a:pt x="269303" y="466089"/>
                </a:lnTo>
                <a:lnTo>
                  <a:pt x="352671" y="466089"/>
                </a:lnTo>
                <a:lnTo>
                  <a:pt x="390715" y="433069"/>
                </a:lnTo>
                <a:lnTo>
                  <a:pt x="414718" y="401319"/>
                </a:lnTo>
                <a:lnTo>
                  <a:pt x="432879" y="364489"/>
                </a:lnTo>
                <a:lnTo>
                  <a:pt x="444563" y="322579"/>
                </a:lnTo>
                <a:lnTo>
                  <a:pt x="448514" y="280669"/>
                </a:lnTo>
                <a:lnTo>
                  <a:pt x="448507" y="275589"/>
                </a:lnTo>
                <a:lnTo>
                  <a:pt x="444817" y="233679"/>
                </a:lnTo>
                <a:lnTo>
                  <a:pt x="433387" y="193039"/>
                </a:lnTo>
                <a:lnTo>
                  <a:pt x="415353" y="156210"/>
                </a:lnTo>
                <a:lnTo>
                  <a:pt x="391604" y="123189"/>
                </a:lnTo>
                <a:lnTo>
                  <a:pt x="362775" y="96519"/>
                </a:lnTo>
                <a:lnTo>
                  <a:pt x="350869" y="88900"/>
                </a:lnTo>
                <a:close/>
              </a:path>
              <a:path w="477520" h="554989">
                <a:moveTo>
                  <a:pt x="369816" y="30479"/>
                </a:moveTo>
                <a:lnTo>
                  <a:pt x="265112" y="30479"/>
                </a:lnTo>
                <a:lnTo>
                  <a:pt x="287845" y="33019"/>
                </a:lnTo>
                <a:lnTo>
                  <a:pt x="299148" y="35560"/>
                </a:lnTo>
                <a:lnTo>
                  <a:pt x="341058" y="49529"/>
                </a:lnTo>
                <a:lnTo>
                  <a:pt x="379412" y="72389"/>
                </a:lnTo>
                <a:lnTo>
                  <a:pt x="412686" y="102869"/>
                </a:lnTo>
                <a:lnTo>
                  <a:pt x="439991" y="139700"/>
                </a:lnTo>
                <a:lnTo>
                  <a:pt x="460565" y="181610"/>
                </a:lnTo>
                <a:lnTo>
                  <a:pt x="473646" y="227329"/>
                </a:lnTo>
                <a:lnTo>
                  <a:pt x="477202" y="255269"/>
                </a:lnTo>
                <a:lnTo>
                  <a:pt x="477202" y="146050"/>
                </a:lnTo>
                <a:lnTo>
                  <a:pt x="450151" y="101600"/>
                </a:lnTo>
                <a:lnTo>
                  <a:pt x="415607" y="63500"/>
                </a:lnTo>
                <a:lnTo>
                  <a:pt x="374840" y="33019"/>
                </a:lnTo>
                <a:lnTo>
                  <a:pt x="369816" y="3047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844788" y="1790826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345426" y="2358389"/>
            <a:ext cx="506730" cy="551180"/>
          </a:xfrm>
          <a:custGeom>
            <a:avLst/>
            <a:gdLst/>
            <a:ahLst/>
            <a:cxnLst/>
            <a:rect l="l" t="t" r="r" b="b"/>
            <a:pathLst>
              <a:path w="506729" h="551180">
                <a:moveTo>
                  <a:pt x="265175" y="0"/>
                </a:moveTo>
                <a:lnTo>
                  <a:pt x="238505" y="0"/>
                </a:lnTo>
                <a:lnTo>
                  <a:pt x="212978" y="2539"/>
                </a:lnTo>
                <a:lnTo>
                  <a:pt x="198881" y="6350"/>
                </a:lnTo>
                <a:lnTo>
                  <a:pt x="174371" y="12700"/>
                </a:lnTo>
                <a:lnTo>
                  <a:pt x="128904" y="35559"/>
                </a:lnTo>
                <a:lnTo>
                  <a:pt x="88900" y="66039"/>
                </a:lnTo>
                <a:lnTo>
                  <a:pt x="55245" y="102869"/>
                </a:lnTo>
                <a:lnTo>
                  <a:pt x="28955" y="147319"/>
                </a:lnTo>
                <a:lnTo>
                  <a:pt x="10541" y="196850"/>
                </a:lnTo>
                <a:lnTo>
                  <a:pt x="1143" y="250189"/>
                </a:lnTo>
                <a:lnTo>
                  <a:pt x="0" y="278129"/>
                </a:lnTo>
                <a:lnTo>
                  <a:pt x="1524" y="306069"/>
                </a:lnTo>
                <a:lnTo>
                  <a:pt x="11683" y="358139"/>
                </a:lnTo>
                <a:lnTo>
                  <a:pt x="30733" y="407669"/>
                </a:lnTo>
                <a:lnTo>
                  <a:pt x="57657" y="450850"/>
                </a:lnTo>
                <a:lnTo>
                  <a:pt x="92075" y="488950"/>
                </a:lnTo>
                <a:lnTo>
                  <a:pt x="132842" y="518159"/>
                </a:lnTo>
                <a:lnTo>
                  <a:pt x="178943" y="539750"/>
                </a:lnTo>
                <a:lnTo>
                  <a:pt x="241300" y="551179"/>
                </a:lnTo>
                <a:lnTo>
                  <a:pt x="267970" y="551179"/>
                </a:lnTo>
                <a:lnTo>
                  <a:pt x="293497" y="548639"/>
                </a:lnTo>
                <a:lnTo>
                  <a:pt x="307594" y="544829"/>
                </a:lnTo>
                <a:lnTo>
                  <a:pt x="332104" y="538479"/>
                </a:lnTo>
                <a:lnTo>
                  <a:pt x="355346" y="528319"/>
                </a:lnTo>
                <a:lnTo>
                  <a:pt x="366458" y="521969"/>
                </a:lnTo>
                <a:lnTo>
                  <a:pt x="242062" y="521969"/>
                </a:lnTo>
                <a:lnTo>
                  <a:pt x="219455" y="519429"/>
                </a:lnTo>
                <a:lnTo>
                  <a:pt x="166370" y="502919"/>
                </a:lnTo>
                <a:lnTo>
                  <a:pt x="128270" y="480059"/>
                </a:lnTo>
                <a:lnTo>
                  <a:pt x="95123" y="449579"/>
                </a:lnTo>
                <a:lnTo>
                  <a:pt x="67818" y="414019"/>
                </a:lnTo>
                <a:lnTo>
                  <a:pt x="47244" y="372109"/>
                </a:lnTo>
                <a:lnTo>
                  <a:pt x="34290" y="325119"/>
                </a:lnTo>
                <a:lnTo>
                  <a:pt x="29657" y="278129"/>
                </a:lnTo>
                <a:lnTo>
                  <a:pt x="29762" y="273050"/>
                </a:lnTo>
                <a:lnTo>
                  <a:pt x="34035" y="227329"/>
                </a:lnTo>
                <a:lnTo>
                  <a:pt x="46735" y="180339"/>
                </a:lnTo>
                <a:lnTo>
                  <a:pt x="67182" y="138429"/>
                </a:lnTo>
                <a:lnTo>
                  <a:pt x="94106" y="102869"/>
                </a:lnTo>
                <a:lnTo>
                  <a:pt x="127126" y="72389"/>
                </a:lnTo>
                <a:lnTo>
                  <a:pt x="164973" y="49529"/>
                </a:lnTo>
                <a:lnTo>
                  <a:pt x="207009" y="34289"/>
                </a:lnTo>
                <a:lnTo>
                  <a:pt x="241173" y="29209"/>
                </a:lnTo>
                <a:lnTo>
                  <a:pt x="366267" y="29209"/>
                </a:lnTo>
                <a:lnTo>
                  <a:pt x="351281" y="21589"/>
                </a:lnTo>
                <a:lnTo>
                  <a:pt x="327532" y="11429"/>
                </a:lnTo>
                <a:lnTo>
                  <a:pt x="303783" y="5079"/>
                </a:lnTo>
                <a:lnTo>
                  <a:pt x="291083" y="2539"/>
                </a:lnTo>
                <a:lnTo>
                  <a:pt x="265175" y="0"/>
                </a:lnTo>
                <a:close/>
              </a:path>
              <a:path w="506729" h="551180">
                <a:moveTo>
                  <a:pt x="366267" y="29209"/>
                </a:moveTo>
                <a:lnTo>
                  <a:pt x="264414" y="29209"/>
                </a:lnTo>
                <a:lnTo>
                  <a:pt x="287020" y="31750"/>
                </a:lnTo>
                <a:lnTo>
                  <a:pt x="298196" y="34289"/>
                </a:lnTo>
                <a:lnTo>
                  <a:pt x="340105" y="48259"/>
                </a:lnTo>
                <a:lnTo>
                  <a:pt x="378205" y="71119"/>
                </a:lnTo>
                <a:lnTo>
                  <a:pt x="411352" y="101600"/>
                </a:lnTo>
                <a:lnTo>
                  <a:pt x="438657" y="138429"/>
                </a:lnTo>
                <a:lnTo>
                  <a:pt x="459231" y="179069"/>
                </a:lnTo>
                <a:lnTo>
                  <a:pt x="472185" y="226059"/>
                </a:lnTo>
                <a:lnTo>
                  <a:pt x="476818" y="273050"/>
                </a:lnTo>
                <a:lnTo>
                  <a:pt x="476827" y="275589"/>
                </a:lnTo>
                <a:lnTo>
                  <a:pt x="475742" y="299719"/>
                </a:lnTo>
                <a:lnTo>
                  <a:pt x="466978" y="347979"/>
                </a:lnTo>
                <a:lnTo>
                  <a:pt x="450469" y="392429"/>
                </a:lnTo>
                <a:lnTo>
                  <a:pt x="426720" y="431800"/>
                </a:lnTo>
                <a:lnTo>
                  <a:pt x="396494" y="464819"/>
                </a:lnTo>
                <a:lnTo>
                  <a:pt x="361060" y="491489"/>
                </a:lnTo>
                <a:lnTo>
                  <a:pt x="320928" y="510539"/>
                </a:lnTo>
                <a:lnTo>
                  <a:pt x="265302" y="521969"/>
                </a:lnTo>
                <a:lnTo>
                  <a:pt x="366458" y="521969"/>
                </a:lnTo>
                <a:lnTo>
                  <a:pt x="417575" y="485139"/>
                </a:lnTo>
                <a:lnTo>
                  <a:pt x="451230" y="448309"/>
                </a:lnTo>
                <a:lnTo>
                  <a:pt x="477647" y="403859"/>
                </a:lnTo>
                <a:lnTo>
                  <a:pt x="495934" y="354329"/>
                </a:lnTo>
                <a:lnTo>
                  <a:pt x="505332" y="300989"/>
                </a:lnTo>
                <a:lnTo>
                  <a:pt x="506475" y="273050"/>
                </a:lnTo>
                <a:lnTo>
                  <a:pt x="504951" y="246379"/>
                </a:lnTo>
                <a:lnTo>
                  <a:pt x="494919" y="193039"/>
                </a:lnTo>
                <a:lnTo>
                  <a:pt x="475869" y="143509"/>
                </a:lnTo>
                <a:lnTo>
                  <a:pt x="448818" y="100329"/>
                </a:lnTo>
                <a:lnTo>
                  <a:pt x="414527" y="62229"/>
                </a:lnTo>
                <a:lnTo>
                  <a:pt x="373760" y="33019"/>
                </a:lnTo>
                <a:lnTo>
                  <a:pt x="366267" y="29209"/>
                </a:lnTo>
                <a:close/>
              </a:path>
              <a:path w="506729" h="551180">
                <a:moveTo>
                  <a:pt x="253619" y="58419"/>
                </a:moveTo>
                <a:lnTo>
                  <a:pt x="243840" y="58419"/>
                </a:lnTo>
                <a:lnTo>
                  <a:pt x="224281" y="60959"/>
                </a:lnTo>
                <a:lnTo>
                  <a:pt x="178943" y="74929"/>
                </a:lnTo>
                <a:lnTo>
                  <a:pt x="146050" y="95250"/>
                </a:lnTo>
                <a:lnTo>
                  <a:pt x="117094" y="120650"/>
                </a:lnTo>
                <a:lnTo>
                  <a:pt x="93218" y="153669"/>
                </a:lnTo>
                <a:lnTo>
                  <a:pt x="74929" y="190500"/>
                </a:lnTo>
                <a:lnTo>
                  <a:pt x="63373" y="231139"/>
                </a:lnTo>
                <a:lnTo>
                  <a:pt x="59421" y="273050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631" y="414019"/>
                </a:lnTo>
                <a:lnTo>
                  <a:pt x="129921" y="443229"/>
                </a:lnTo>
                <a:lnTo>
                  <a:pt x="160654" y="466089"/>
                </a:lnTo>
                <a:lnTo>
                  <a:pt x="195199" y="482600"/>
                </a:lnTo>
                <a:lnTo>
                  <a:pt x="242824" y="492759"/>
                </a:lnTo>
                <a:lnTo>
                  <a:pt x="262635" y="492759"/>
                </a:lnTo>
                <a:lnTo>
                  <a:pt x="309752" y="482600"/>
                </a:lnTo>
                <a:lnTo>
                  <a:pt x="351662" y="462279"/>
                </a:lnTo>
                <a:lnTo>
                  <a:pt x="235839" y="462279"/>
                </a:lnTo>
                <a:lnTo>
                  <a:pt x="227456" y="461009"/>
                </a:lnTo>
                <a:lnTo>
                  <a:pt x="219582" y="458469"/>
                </a:lnTo>
                <a:lnTo>
                  <a:pt x="203326" y="454659"/>
                </a:lnTo>
                <a:lnTo>
                  <a:pt x="188722" y="448309"/>
                </a:lnTo>
                <a:lnTo>
                  <a:pt x="148844" y="420369"/>
                </a:lnTo>
                <a:lnTo>
                  <a:pt x="117094" y="379729"/>
                </a:lnTo>
                <a:lnTo>
                  <a:pt x="96139" y="330200"/>
                </a:lnTo>
                <a:lnTo>
                  <a:pt x="89026" y="278129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89"/>
                </a:lnTo>
                <a:lnTo>
                  <a:pt x="129031" y="153669"/>
                </a:lnTo>
                <a:lnTo>
                  <a:pt x="164973" y="118109"/>
                </a:lnTo>
                <a:lnTo>
                  <a:pt x="207899" y="95250"/>
                </a:lnTo>
                <a:lnTo>
                  <a:pt x="237871" y="88900"/>
                </a:lnTo>
                <a:lnTo>
                  <a:pt x="351821" y="88900"/>
                </a:lnTo>
                <a:lnTo>
                  <a:pt x="345821" y="85089"/>
                </a:lnTo>
                <a:lnTo>
                  <a:pt x="328929" y="76200"/>
                </a:lnTo>
                <a:lnTo>
                  <a:pt x="311276" y="68579"/>
                </a:lnTo>
                <a:lnTo>
                  <a:pt x="283082" y="60959"/>
                </a:lnTo>
                <a:lnTo>
                  <a:pt x="273303" y="59689"/>
                </a:lnTo>
                <a:lnTo>
                  <a:pt x="263651" y="59689"/>
                </a:lnTo>
                <a:lnTo>
                  <a:pt x="253619" y="58419"/>
                </a:lnTo>
                <a:close/>
              </a:path>
              <a:path w="506729" h="551180">
                <a:moveTo>
                  <a:pt x="351821" y="88900"/>
                </a:moveTo>
                <a:lnTo>
                  <a:pt x="270637" y="88900"/>
                </a:lnTo>
                <a:lnTo>
                  <a:pt x="279019" y="90169"/>
                </a:lnTo>
                <a:lnTo>
                  <a:pt x="286893" y="92709"/>
                </a:lnTo>
                <a:lnTo>
                  <a:pt x="331724" y="111759"/>
                </a:lnTo>
                <a:lnTo>
                  <a:pt x="369316" y="143509"/>
                </a:lnTo>
                <a:lnTo>
                  <a:pt x="397764" y="186689"/>
                </a:lnTo>
                <a:lnTo>
                  <a:pt x="414400" y="238759"/>
                </a:lnTo>
                <a:lnTo>
                  <a:pt x="417575" y="278129"/>
                </a:lnTo>
                <a:lnTo>
                  <a:pt x="416559" y="297179"/>
                </a:lnTo>
                <a:lnTo>
                  <a:pt x="403351" y="351789"/>
                </a:lnTo>
                <a:lnTo>
                  <a:pt x="377571" y="398779"/>
                </a:lnTo>
                <a:lnTo>
                  <a:pt x="341502" y="433069"/>
                </a:lnTo>
                <a:lnTo>
                  <a:pt x="298576" y="455929"/>
                </a:lnTo>
                <a:lnTo>
                  <a:pt x="268604" y="462279"/>
                </a:lnTo>
                <a:lnTo>
                  <a:pt x="351662" y="462279"/>
                </a:lnTo>
                <a:lnTo>
                  <a:pt x="389381" y="430529"/>
                </a:lnTo>
                <a:lnTo>
                  <a:pt x="413384" y="397509"/>
                </a:lnTo>
                <a:lnTo>
                  <a:pt x="431546" y="360679"/>
                </a:lnTo>
                <a:lnTo>
                  <a:pt x="443102" y="320039"/>
                </a:lnTo>
                <a:lnTo>
                  <a:pt x="447107" y="278129"/>
                </a:lnTo>
                <a:lnTo>
                  <a:pt x="446997" y="273050"/>
                </a:lnTo>
                <a:lnTo>
                  <a:pt x="443356" y="232409"/>
                </a:lnTo>
                <a:lnTo>
                  <a:pt x="432053" y="191769"/>
                </a:lnTo>
                <a:lnTo>
                  <a:pt x="414147" y="154939"/>
                </a:lnTo>
                <a:lnTo>
                  <a:pt x="390398" y="121919"/>
                </a:lnTo>
                <a:lnTo>
                  <a:pt x="361823" y="95250"/>
                </a:lnTo>
                <a:lnTo>
                  <a:pt x="351821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523733" y="2460117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51521" y="3024377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7" y="0"/>
                </a:moveTo>
                <a:lnTo>
                  <a:pt x="239268" y="0"/>
                </a:lnTo>
                <a:lnTo>
                  <a:pt x="213613" y="2539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412" y="35559"/>
                </a:lnTo>
                <a:lnTo>
                  <a:pt x="89280" y="66039"/>
                </a:lnTo>
                <a:lnTo>
                  <a:pt x="55372" y="102869"/>
                </a:lnTo>
                <a:lnTo>
                  <a:pt x="29082" y="147319"/>
                </a:lnTo>
                <a:lnTo>
                  <a:pt x="10541" y="196850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4800"/>
                </a:lnTo>
                <a:lnTo>
                  <a:pt x="11683" y="358139"/>
                </a:lnTo>
                <a:lnTo>
                  <a:pt x="30860" y="407669"/>
                </a:lnTo>
                <a:lnTo>
                  <a:pt x="57911" y="450850"/>
                </a:lnTo>
                <a:lnTo>
                  <a:pt x="92328" y="488950"/>
                </a:lnTo>
                <a:lnTo>
                  <a:pt x="133350" y="518159"/>
                </a:lnTo>
                <a:lnTo>
                  <a:pt x="179577" y="539750"/>
                </a:lnTo>
                <a:lnTo>
                  <a:pt x="242061" y="551179"/>
                </a:lnTo>
                <a:lnTo>
                  <a:pt x="268731" y="551179"/>
                </a:lnTo>
                <a:lnTo>
                  <a:pt x="294385" y="548639"/>
                </a:lnTo>
                <a:lnTo>
                  <a:pt x="308355" y="544829"/>
                </a:lnTo>
                <a:lnTo>
                  <a:pt x="332994" y="538479"/>
                </a:lnTo>
                <a:lnTo>
                  <a:pt x="356361" y="528319"/>
                </a:lnTo>
                <a:lnTo>
                  <a:pt x="367537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250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2" y="325119"/>
                </a:lnTo>
                <a:lnTo>
                  <a:pt x="29657" y="278129"/>
                </a:lnTo>
                <a:lnTo>
                  <a:pt x="29762" y="273050"/>
                </a:lnTo>
                <a:lnTo>
                  <a:pt x="34035" y="227329"/>
                </a:lnTo>
                <a:lnTo>
                  <a:pt x="46862" y="180339"/>
                </a:lnTo>
                <a:lnTo>
                  <a:pt x="67309" y="138429"/>
                </a:lnTo>
                <a:lnTo>
                  <a:pt x="94360" y="102869"/>
                </a:lnTo>
                <a:lnTo>
                  <a:pt x="127380" y="72389"/>
                </a:lnTo>
                <a:lnTo>
                  <a:pt x="165480" y="49529"/>
                </a:lnTo>
                <a:lnTo>
                  <a:pt x="207772" y="34289"/>
                </a:lnTo>
                <a:lnTo>
                  <a:pt x="241934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7" y="0"/>
                </a:lnTo>
                <a:close/>
              </a:path>
              <a:path w="508000" h="551179">
                <a:moveTo>
                  <a:pt x="367368" y="29209"/>
                </a:moveTo>
                <a:lnTo>
                  <a:pt x="265175" y="29209"/>
                </a:lnTo>
                <a:lnTo>
                  <a:pt x="287908" y="31750"/>
                </a:lnTo>
                <a:lnTo>
                  <a:pt x="299084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600"/>
                </a:lnTo>
                <a:lnTo>
                  <a:pt x="440054" y="138429"/>
                </a:lnTo>
                <a:lnTo>
                  <a:pt x="460628" y="179069"/>
                </a:lnTo>
                <a:lnTo>
                  <a:pt x="473709" y="226059"/>
                </a:lnTo>
                <a:lnTo>
                  <a:pt x="478342" y="273050"/>
                </a:lnTo>
                <a:lnTo>
                  <a:pt x="478351" y="275589"/>
                </a:lnTo>
                <a:lnTo>
                  <a:pt x="477266" y="299719"/>
                </a:lnTo>
                <a:lnTo>
                  <a:pt x="468502" y="347979"/>
                </a:lnTo>
                <a:lnTo>
                  <a:pt x="451738" y="392429"/>
                </a:lnTo>
                <a:lnTo>
                  <a:pt x="427989" y="431800"/>
                </a:lnTo>
                <a:lnTo>
                  <a:pt x="397763" y="464819"/>
                </a:lnTo>
                <a:lnTo>
                  <a:pt x="362203" y="491489"/>
                </a:lnTo>
                <a:lnTo>
                  <a:pt x="321818" y="510539"/>
                </a:lnTo>
                <a:lnTo>
                  <a:pt x="266064" y="521969"/>
                </a:lnTo>
                <a:lnTo>
                  <a:pt x="367537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8917" y="403859"/>
                </a:lnTo>
                <a:lnTo>
                  <a:pt x="497458" y="354329"/>
                </a:lnTo>
                <a:lnTo>
                  <a:pt x="506856" y="300989"/>
                </a:lnTo>
                <a:lnTo>
                  <a:pt x="508000" y="273050"/>
                </a:lnTo>
                <a:lnTo>
                  <a:pt x="506475" y="246379"/>
                </a:lnTo>
                <a:lnTo>
                  <a:pt x="496316" y="193039"/>
                </a:lnTo>
                <a:lnTo>
                  <a:pt x="477266" y="143509"/>
                </a:lnTo>
                <a:lnTo>
                  <a:pt x="450087" y="100329"/>
                </a:lnTo>
                <a:lnTo>
                  <a:pt x="415671" y="62229"/>
                </a:lnTo>
                <a:lnTo>
                  <a:pt x="374903" y="33019"/>
                </a:lnTo>
                <a:lnTo>
                  <a:pt x="367368" y="29209"/>
                </a:lnTo>
                <a:close/>
              </a:path>
              <a:path w="508000" h="551179">
                <a:moveTo>
                  <a:pt x="254380" y="58419"/>
                </a:moveTo>
                <a:lnTo>
                  <a:pt x="244601" y="5841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3" y="95250"/>
                </a:lnTo>
                <a:lnTo>
                  <a:pt x="117221" y="120650"/>
                </a:lnTo>
                <a:lnTo>
                  <a:pt x="93218" y="153669"/>
                </a:lnTo>
                <a:lnTo>
                  <a:pt x="75056" y="190500"/>
                </a:lnTo>
                <a:lnTo>
                  <a:pt x="63373" y="231139"/>
                </a:lnTo>
                <a:lnTo>
                  <a:pt x="59421" y="273050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758" y="414019"/>
                </a:lnTo>
                <a:lnTo>
                  <a:pt x="130175" y="443229"/>
                </a:lnTo>
                <a:lnTo>
                  <a:pt x="161035" y="466089"/>
                </a:lnTo>
                <a:lnTo>
                  <a:pt x="195706" y="482600"/>
                </a:lnTo>
                <a:lnTo>
                  <a:pt x="243585" y="492759"/>
                </a:lnTo>
                <a:lnTo>
                  <a:pt x="263398" y="492759"/>
                </a:lnTo>
                <a:lnTo>
                  <a:pt x="310769" y="482600"/>
                </a:lnTo>
                <a:lnTo>
                  <a:pt x="345694" y="467359"/>
                </a:lnTo>
                <a:lnTo>
                  <a:pt x="35280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220345" y="458469"/>
                </a:lnTo>
                <a:lnTo>
                  <a:pt x="203834" y="454659"/>
                </a:lnTo>
                <a:lnTo>
                  <a:pt x="189229" y="448309"/>
                </a:lnTo>
                <a:lnTo>
                  <a:pt x="149098" y="420369"/>
                </a:lnTo>
                <a:lnTo>
                  <a:pt x="117094" y="379729"/>
                </a:lnTo>
                <a:lnTo>
                  <a:pt x="96011" y="330200"/>
                </a:lnTo>
                <a:lnTo>
                  <a:pt x="89026" y="278129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89"/>
                </a:lnTo>
                <a:lnTo>
                  <a:pt x="129158" y="153669"/>
                </a:lnTo>
                <a:lnTo>
                  <a:pt x="165226" y="118109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964" y="88900"/>
                </a:lnTo>
                <a:lnTo>
                  <a:pt x="346963" y="85089"/>
                </a:lnTo>
                <a:lnTo>
                  <a:pt x="329946" y="76200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lnTo>
                  <a:pt x="264413" y="59689"/>
                </a:lnTo>
                <a:lnTo>
                  <a:pt x="254380" y="58419"/>
                </a:lnTo>
                <a:close/>
              </a:path>
              <a:path w="508000" h="551179">
                <a:moveTo>
                  <a:pt x="352964" y="88900"/>
                </a:moveTo>
                <a:lnTo>
                  <a:pt x="271525" y="88900"/>
                </a:lnTo>
                <a:lnTo>
                  <a:pt x="279907" y="90169"/>
                </a:lnTo>
                <a:lnTo>
                  <a:pt x="287654" y="92709"/>
                </a:lnTo>
                <a:lnTo>
                  <a:pt x="332994" y="111759"/>
                </a:lnTo>
                <a:lnTo>
                  <a:pt x="370839" y="143509"/>
                </a:lnTo>
                <a:lnTo>
                  <a:pt x="399160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3" y="297179"/>
                </a:lnTo>
                <a:lnTo>
                  <a:pt x="404875" y="351789"/>
                </a:lnTo>
                <a:lnTo>
                  <a:pt x="378841" y="398779"/>
                </a:lnTo>
                <a:lnTo>
                  <a:pt x="342773" y="433069"/>
                </a:lnTo>
                <a:lnTo>
                  <a:pt x="299593" y="455929"/>
                </a:lnTo>
                <a:lnTo>
                  <a:pt x="269367" y="462279"/>
                </a:lnTo>
                <a:lnTo>
                  <a:pt x="352805" y="462279"/>
                </a:lnTo>
                <a:lnTo>
                  <a:pt x="390778" y="430529"/>
                </a:lnTo>
                <a:lnTo>
                  <a:pt x="414781" y="397509"/>
                </a:lnTo>
                <a:lnTo>
                  <a:pt x="433070" y="360679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21" y="273050"/>
                </a:lnTo>
                <a:lnTo>
                  <a:pt x="444880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668" y="121919"/>
                </a:lnTo>
                <a:lnTo>
                  <a:pt x="362966" y="95250"/>
                </a:lnTo>
                <a:lnTo>
                  <a:pt x="352964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530210" y="3124911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375397" y="3725417"/>
            <a:ext cx="419100" cy="463550"/>
          </a:xfrm>
          <a:custGeom>
            <a:avLst/>
            <a:gdLst/>
            <a:ahLst/>
            <a:cxnLst/>
            <a:rect l="l" t="t" r="r" b="b"/>
            <a:pathLst>
              <a:path w="419100" h="463550">
                <a:moveTo>
                  <a:pt x="0" y="231647"/>
                </a:moveTo>
                <a:lnTo>
                  <a:pt x="4258" y="184976"/>
                </a:lnTo>
                <a:lnTo>
                  <a:pt x="16472" y="141499"/>
                </a:lnTo>
                <a:lnTo>
                  <a:pt x="35796" y="102151"/>
                </a:lnTo>
                <a:lnTo>
                  <a:pt x="61388" y="67865"/>
                </a:lnTo>
                <a:lnTo>
                  <a:pt x="92403" y="39574"/>
                </a:lnTo>
                <a:lnTo>
                  <a:pt x="127998" y="18210"/>
                </a:lnTo>
                <a:lnTo>
                  <a:pt x="167328" y="4708"/>
                </a:lnTo>
                <a:lnTo>
                  <a:pt x="209550" y="0"/>
                </a:lnTo>
                <a:lnTo>
                  <a:pt x="251771" y="4708"/>
                </a:lnTo>
                <a:lnTo>
                  <a:pt x="291101" y="18210"/>
                </a:lnTo>
                <a:lnTo>
                  <a:pt x="326696" y="39574"/>
                </a:lnTo>
                <a:lnTo>
                  <a:pt x="357711" y="67865"/>
                </a:lnTo>
                <a:lnTo>
                  <a:pt x="383303" y="102151"/>
                </a:lnTo>
                <a:lnTo>
                  <a:pt x="402627" y="141499"/>
                </a:lnTo>
                <a:lnTo>
                  <a:pt x="414841" y="184976"/>
                </a:lnTo>
                <a:lnTo>
                  <a:pt x="419100" y="231647"/>
                </a:lnTo>
                <a:lnTo>
                  <a:pt x="414841" y="278319"/>
                </a:lnTo>
                <a:lnTo>
                  <a:pt x="402627" y="321796"/>
                </a:lnTo>
                <a:lnTo>
                  <a:pt x="383303" y="361144"/>
                </a:lnTo>
                <a:lnTo>
                  <a:pt x="357711" y="395430"/>
                </a:lnTo>
                <a:lnTo>
                  <a:pt x="326696" y="423721"/>
                </a:lnTo>
                <a:lnTo>
                  <a:pt x="291101" y="445085"/>
                </a:lnTo>
                <a:lnTo>
                  <a:pt x="251771" y="458587"/>
                </a:lnTo>
                <a:lnTo>
                  <a:pt x="209550" y="463295"/>
                </a:lnTo>
                <a:lnTo>
                  <a:pt x="167328" y="458587"/>
                </a:lnTo>
                <a:lnTo>
                  <a:pt x="127998" y="445085"/>
                </a:lnTo>
                <a:lnTo>
                  <a:pt x="92403" y="423721"/>
                </a:lnTo>
                <a:lnTo>
                  <a:pt x="61388" y="395430"/>
                </a:lnTo>
                <a:lnTo>
                  <a:pt x="35796" y="361144"/>
                </a:lnTo>
                <a:lnTo>
                  <a:pt x="16472" y="321796"/>
                </a:lnTo>
                <a:lnTo>
                  <a:pt x="4258" y="278319"/>
                </a:lnTo>
                <a:lnTo>
                  <a:pt x="0" y="231647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507985" y="3782695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56421" y="3685794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7" y="0"/>
                </a:moveTo>
                <a:lnTo>
                  <a:pt x="239268" y="0"/>
                </a:lnTo>
                <a:lnTo>
                  <a:pt x="213613" y="2539"/>
                </a:lnTo>
                <a:lnTo>
                  <a:pt x="199644" y="6349"/>
                </a:lnTo>
                <a:lnTo>
                  <a:pt x="175005" y="12699"/>
                </a:lnTo>
                <a:lnTo>
                  <a:pt x="129412" y="35559"/>
                </a:lnTo>
                <a:lnTo>
                  <a:pt x="89280" y="66039"/>
                </a:lnTo>
                <a:lnTo>
                  <a:pt x="55372" y="102869"/>
                </a:lnTo>
                <a:lnTo>
                  <a:pt x="29082" y="147319"/>
                </a:lnTo>
                <a:lnTo>
                  <a:pt x="10541" y="196849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4799"/>
                </a:lnTo>
                <a:lnTo>
                  <a:pt x="11683" y="358139"/>
                </a:lnTo>
                <a:lnTo>
                  <a:pt x="30860" y="407669"/>
                </a:lnTo>
                <a:lnTo>
                  <a:pt x="57911" y="450849"/>
                </a:lnTo>
                <a:lnTo>
                  <a:pt x="92328" y="488949"/>
                </a:lnTo>
                <a:lnTo>
                  <a:pt x="133350" y="519429"/>
                </a:lnTo>
                <a:lnTo>
                  <a:pt x="179577" y="539749"/>
                </a:lnTo>
                <a:lnTo>
                  <a:pt x="242061" y="551179"/>
                </a:lnTo>
                <a:lnTo>
                  <a:pt x="268731" y="551179"/>
                </a:lnTo>
                <a:lnTo>
                  <a:pt x="294385" y="548639"/>
                </a:lnTo>
                <a:lnTo>
                  <a:pt x="308355" y="544829"/>
                </a:lnTo>
                <a:lnTo>
                  <a:pt x="332994" y="538479"/>
                </a:lnTo>
                <a:lnTo>
                  <a:pt x="356361" y="528319"/>
                </a:lnTo>
                <a:lnTo>
                  <a:pt x="367537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250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2" y="325119"/>
                </a:lnTo>
                <a:lnTo>
                  <a:pt x="29657" y="278129"/>
                </a:lnTo>
                <a:lnTo>
                  <a:pt x="29762" y="273049"/>
                </a:lnTo>
                <a:lnTo>
                  <a:pt x="34035" y="227329"/>
                </a:lnTo>
                <a:lnTo>
                  <a:pt x="46862" y="180339"/>
                </a:lnTo>
                <a:lnTo>
                  <a:pt x="67309" y="138429"/>
                </a:lnTo>
                <a:lnTo>
                  <a:pt x="94360" y="102869"/>
                </a:lnTo>
                <a:lnTo>
                  <a:pt x="127380" y="72389"/>
                </a:lnTo>
                <a:lnTo>
                  <a:pt x="165480" y="49529"/>
                </a:lnTo>
                <a:lnTo>
                  <a:pt x="207772" y="34289"/>
                </a:lnTo>
                <a:lnTo>
                  <a:pt x="241934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7" y="0"/>
                </a:lnTo>
                <a:close/>
              </a:path>
              <a:path w="508000" h="551179">
                <a:moveTo>
                  <a:pt x="367368" y="29209"/>
                </a:moveTo>
                <a:lnTo>
                  <a:pt x="265175" y="29209"/>
                </a:lnTo>
                <a:lnTo>
                  <a:pt x="287908" y="31749"/>
                </a:lnTo>
                <a:lnTo>
                  <a:pt x="299084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599"/>
                </a:lnTo>
                <a:lnTo>
                  <a:pt x="440054" y="138429"/>
                </a:lnTo>
                <a:lnTo>
                  <a:pt x="460628" y="179069"/>
                </a:lnTo>
                <a:lnTo>
                  <a:pt x="473709" y="226059"/>
                </a:lnTo>
                <a:lnTo>
                  <a:pt x="478342" y="273049"/>
                </a:lnTo>
                <a:lnTo>
                  <a:pt x="478351" y="275589"/>
                </a:lnTo>
                <a:lnTo>
                  <a:pt x="477266" y="299719"/>
                </a:lnTo>
                <a:lnTo>
                  <a:pt x="468502" y="347979"/>
                </a:lnTo>
                <a:lnTo>
                  <a:pt x="451738" y="392429"/>
                </a:lnTo>
                <a:lnTo>
                  <a:pt x="427989" y="431799"/>
                </a:lnTo>
                <a:lnTo>
                  <a:pt x="397763" y="464819"/>
                </a:lnTo>
                <a:lnTo>
                  <a:pt x="362203" y="491489"/>
                </a:lnTo>
                <a:lnTo>
                  <a:pt x="321818" y="510539"/>
                </a:lnTo>
                <a:lnTo>
                  <a:pt x="266064" y="521969"/>
                </a:lnTo>
                <a:lnTo>
                  <a:pt x="367537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8917" y="403859"/>
                </a:lnTo>
                <a:lnTo>
                  <a:pt x="497458" y="354329"/>
                </a:lnTo>
                <a:lnTo>
                  <a:pt x="506856" y="300989"/>
                </a:lnTo>
                <a:lnTo>
                  <a:pt x="508000" y="273049"/>
                </a:lnTo>
                <a:lnTo>
                  <a:pt x="506475" y="246379"/>
                </a:lnTo>
                <a:lnTo>
                  <a:pt x="496316" y="193039"/>
                </a:lnTo>
                <a:lnTo>
                  <a:pt x="477266" y="143509"/>
                </a:lnTo>
                <a:lnTo>
                  <a:pt x="450087" y="100329"/>
                </a:lnTo>
                <a:lnTo>
                  <a:pt x="415671" y="62229"/>
                </a:lnTo>
                <a:lnTo>
                  <a:pt x="374903" y="33019"/>
                </a:lnTo>
                <a:lnTo>
                  <a:pt x="367368" y="29209"/>
                </a:lnTo>
                <a:close/>
              </a:path>
              <a:path w="508000" h="551179">
                <a:moveTo>
                  <a:pt x="254380" y="58419"/>
                </a:moveTo>
                <a:lnTo>
                  <a:pt x="244601" y="5841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3" y="95249"/>
                </a:lnTo>
                <a:lnTo>
                  <a:pt x="117221" y="120649"/>
                </a:lnTo>
                <a:lnTo>
                  <a:pt x="93218" y="153669"/>
                </a:lnTo>
                <a:lnTo>
                  <a:pt x="75056" y="190499"/>
                </a:lnTo>
                <a:lnTo>
                  <a:pt x="63373" y="231139"/>
                </a:lnTo>
                <a:lnTo>
                  <a:pt x="59421" y="273049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758" y="414019"/>
                </a:lnTo>
                <a:lnTo>
                  <a:pt x="130175" y="443229"/>
                </a:lnTo>
                <a:lnTo>
                  <a:pt x="161035" y="466089"/>
                </a:lnTo>
                <a:lnTo>
                  <a:pt x="195706" y="482599"/>
                </a:lnTo>
                <a:lnTo>
                  <a:pt x="243585" y="492759"/>
                </a:lnTo>
                <a:lnTo>
                  <a:pt x="263398" y="492759"/>
                </a:lnTo>
                <a:lnTo>
                  <a:pt x="310769" y="482599"/>
                </a:lnTo>
                <a:lnTo>
                  <a:pt x="345694" y="467359"/>
                </a:lnTo>
                <a:lnTo>
                  <a:pt x="35280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220345" y="458469"/>
                </a:lnTo>
                <a:lnTo>
                  <a:pt x="203834" y="454659"/>
                </a:lnTo>
                <a:lnTo>
                  <a:pt x="189229" y="448309"/>
                </a:lnTo>
                <a:lnTo>
                  <a:pt x="149098" y="420369"/>
                </a:lnTo>
                <a:lnTo>
                  <a:pt x="117094" y="379729"/>
                </a:lnTo>
                <a:lnTo>
                  <a:pt x="96011" y="330199"/>
                </a:lnTo>
                <a:lnTo>
                  <a:pt x="89026" y="278129"/>
                </a:lnTo>
                <a:lnTo>
                  <a:pt x="88963" y="273049"/>
                </a:lnTo>
                <a:lnTo>
                  <a:pt x="89916" y="253999"/>
                </a:lnTo>
                <a:lnTo>
                  <a:pt x="103124" y="199389"/>
                </a:lnTo>
                <a:lnTo>
                  <a:pt x="129158" y="153669"/>
                </a:lnTo>
                <a:lnTo>
                  <a:pt x="165226" y="118109"/>
                </a:lnTo>
                <a:lnTo>
                  <a:pt x="208406" y="95249"/>
                </a:lnTo>
                <a:lnTo>
                  <a:pt x="238632" y="88899"/>
                </a:lnTo>
                <a:lnTo>
                  <a:pt x="352964" y="88899"/>
                </a:lnTo>
                <a:lnTo>
                  <a:pt x="346963" y="85089"/>
                </a:lnTo>
                <a:lnTo>
                  <a:pt x="329946" y="76199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lnTo>
                  <a:pt x="264413" y="59689"/>
                </a:lnTo>
                <a:lnTo>
                  <a:pt x="254380" y="58419"/>
                </a:lnTo>
                <a:close/>
              </a:path>
              <a:path w="508000" h="551179">
                <a:moveTo>
                  <a:pt x="352964" y="88899"/>
                </a:moveTo>
                <a:lnTo>
                  <a:pt x="271525" y="88899"/>
                </a:lnTo>
                <a:lnTo>
                  <a:pt x="279907" y="90169"/>
                </a:lnTo>
                <a:lnTo>
                  <a:pt x="287654" y="92709"/>
                </a:lnTo>
                <a:lnTo>
                  <a:pt x="332994" y="111759"/>
                </a:lnTo>
                <a:lnTo>
                  <a:pt x="370712" y="143509"/>
                </a:lnTo>
                <a:lnTo>
                  <a:pt x="399160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3" y="297179"/>
                </a:lnTo>
                <a:lnTo>
                  <a:pt x="410845" y="335279"/>
                </a:lnTo>
                <a:lnTo>
                  <a:pt x="388747" y="383539"/>
                </a:lnTo>
                <a:lnTo>
                  <a:pt x="355853" y="422909"/>
                </a:lnTo>
                <a:lnTo>
                  <a:pt x="314705" y="449579"/>
                </a:lnTo>
                <a:lnTo>
                  <a:pt x="277368" y="461009"/>
                </a:lnTo>
                <a:lnTo>
                  <a:pt x="269367" y="462279"/>
                </a:lnTo>
                <a:lnTo>
                  <a:pt x="352805" y="462279"/>
                </a:lnTo>
                <a:lnTo>
                  <a:pt x="390778" y="430529"/>
                </a:lnTo>
                <a:lnTo>
                  <a:pt x="414781" y="398779"/>
                </a:lnTo>
                <a:lnTo>
                  <a:pt x="433070" y="360679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21" y="273049"/>
                </a:lnTo>
                <a:lnTo>
                  <a:pt x="444880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668" y="121919"/>
                </a:lnTo>
                <a:lnTo>
                  <a:pt x="362966" y="95249"/>
                </a:lnTo>
                <a:lnTo>
                  <a:pt x="352964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635365" y="3787521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456421" y="4327397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7" y="0"/>
                </a:moveTo>
                <a:lnTo>
                  <a:pt x="239268" y="0"/>
                </a:lnTo>
                <a:lnTo>
                  <a:pt x="213613" y="2539"/>
                </a:lnTo>
                <a:lnTo>
                  <a:pt x="199644" y="6349"/>
                </a:lnTo>
                <a:lnTo>
                  <a:pt x="175005" y="12699"/>
                </a:lnTo>
                <a:lnTo>
                  <a:pt x="129412" y="35559"/>
                </a:lnTo>
                <a:lnTo>
                  <a:pt x="89280" y="66039"/>
                </a:lnTo>
                <a:lnTo>
                  <a:pt x="55372" y="104139"/>
                </a:lnTo>
                <a:lnTo>
                  <a:pt x="29082" y="147319"/>
                </a:lnTo>
                <a:lnTo>
                  <a:pt x="10541" y="196849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6069"/>
                </a:lnTo>
                <a:lnTo>
                  <a:pt x="11683" y="358139"/>
                </a:lnTo>
                <a:lnTo>
                  <a:pt x="30860" y="407669"/>
                </a:lnTo>
                <a:lnTo>
                  <a:pt x="57911" y="450849"/>
                </a:lnTo>
                <a:lnTo>
                  <a:pt x="92328" y="488949"/>
                </a:lnTo>
                <a:lnTo>
                  <a:pt x="133350" y="519429"/>
                </a:lnTo>
                <a:lnTo>
                  <a:pt x="179577" y="539749"/>
                </a:lnTo>
                <a:lnTo>
                  <a:pt x="242061" y="551179"/>
                </a:lnTo>
                <a:lnTo>
                  <a:pt x="268731" y="551179"/>
                </a:lnTo>
                <a:lnTo>
                  <a:pt x="294385" y="548639"/>
                </a:lnTo>
                <a:lnTo>
                  <a:pt x="308355" y="544829"/>
                </a:lnTo>
                <a:lnTo>
                  <a:pt x="332994" y="538479"/>
                </a:lnTo>
                <a:lnTo>
                  <a:pt x="356361" y="528319"/>
                </a:lnTo>
                <a:lnTo>
                  <a:pt x="368779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250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2" y="326389"/>
                </a:lnTo>
                <a:lnTo>
                  <a:pt x="29657" y="278129"/>
                </a:lnTo>
                <a:lnTo>
                  <a:pt x="29762" y="273049"/>
                </a:lnTo>
                <a:lnTo>
                  <a:pt x="34035" y="227329"/>
                </a:lnTo>
                <a:lnTo>
                  <a:pt x="46862" y="180339"/>
                </a:lnTo>
                <a:lnTo>
                  <a:pt x="67309" y="138429"/>
                </a:lnTo>
                <a:lnTo>
                  <a:pt x="94360" y="102869"/>
                </a:lnTo>
                <a:lnTo>
                  <a:pt x="127380" y="72389"/>
                </a:lnTo>
                <a:lnTo>
                  <a:pt x="165480" y="49529"/>
                </a:lnTo>
                <a:lnTo>
                  <a:pt x="207772" y="34289"/>
                </a:lnTo>
                <a:lnTo>
                  <a:pt x="241934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7" y="0"/>
                </a:lnTo>
                <a:close/>
              </a:path>
              <a:path w="508000" h="551179">
                <a:moveTo>
                  <a:pt x="367368" y="29209"/>
                </a:moveTo>
                <a:lnTo>
                  <a:pt x="265175" y="29209"/>
                </a:lnTo>
                <a:lnTo>
                  <a:pt x="287908" y="31749"/>
                </a:lnTo>
                <a:lnTo>
                  <a:pt x="299084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599"/>
                </a:lnTo>
                <a:lnTo>
                  <a:pt x="440054" y="138429"/>
                </a:lnTo>
                <a:lnTo>
                  <a:pt x="460628" y="179069"/>
                </a:lnTo>
                <a:lnTo>
                  <a:pt x="473709" y="226059"/>
                </a:lnTo>
                <a:lnTo>
                  <a:pt x="478281" y="273049"/>
                </a:lnTo>
                <a:lnTo>
                  <a:pt x="478288" y="278129"/>
                </a:lnTo>
                <a:lnTo>
                  <a:pt x="477266" y="299719"/>
                </a:lnTo>
                <a:lnTo>
                  <a:pt x="468502" y="347979"/>
                </a:lnTo>
                <a:lnTo>
                  <a:pt x="451738" y="392429"/>
                </a:lnTo>
                <a:lnTo>
                  <a:pt x="427989" y="431799"/>
                </a:lnTo>
                <a:lnTo>
                  <a:pt x="397763" y="464819"/>
                </a:lnTo>
                <a:lnTo>
                  <a:pt x="362203" y="491489"/>
                </a:lnTo>
                <a:lnTo>
                  <a:pt x="321818" y="510539"/>
                </a:lnTo>
                <a:lnTo>
                  <a:pt x="266064" y="521969"/>
                </a:lnTo>
                <a:lnTo>
                  <a:pt x="368779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8917" y="403859"/>
                </a:lnTo>
                <a:lnTo>
                  <a:pt x="497458" y="354329"/>
                </a:lnTo>
                <a:lnTo>
                  <a:pt x="506856" y="300989"/>
                </a:lnTo>
                <a:lnTo>
                  <a:pt x="508000" y="273049"/>
                </a:lnTo>
                <a:lnTo>
                  <a:pt x="506475" y="246379"/>
                </a:lnTo>
                <a:lnTo>
                  <a:pt x="496316" y="193039"/>
                </a:lnTo>
                <a:lnTo>
                  <a:pt x="477266" y="143509"/>
                </a:lnTo>
                <a:lnTo>
                  <a:pt x="450087" y="100329"/>
                </a:lnTo>
                <a:lnTo>
                  <a:pt x="415671" y="62229"/>
                </a:lnTo>
                <a:lnTo>
                  <a:pt x="374903" y="33019"/>
                </a:lnTo>
                <a:lnTo>
                  <a:pt x="367368" y="29209"/>
                </a:lnTo>
                <a:close/>
              </a:path>
              <a:path w="508000" h="551179">
                <a:moveTo>
                  <a:pt x="274066" y="59689"/>
                </a:moveTo>
                <a:lnTo>
                  <a:pt x="234569" y="5968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3" y="95249"/>
                </a:lnTo>
                <a:lnTo>
                  <a:pt x="117221" y="121919"/>
                </a:lnTo>
                <a:lnTo>
                  <a:pt x="93218" y="153669"/>
                </a:lnTo>
                <a:lnTo>
                  <a:pt x="75056" y="190499"/>
                </a:lnTo>
                <a:lnTo>
                  <a:pt x="63373" y="231139"/>
                </a:lnTo>
                <a:lnTo>
                  <a:pt x="59421" y="273049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758" y="414019"/>
                </a:lnTo>
                <a:lnTo>
                  <a:pt x="130175" y="443229"/>
                </a:lnTo>
                <a:lnTo>
                  <a:pt x="161035" y="466089"/>
                </a:lnTo>
                <a:lnTo>
                  <a:pt x="195706" y="482599"/>
                </a:lnTo>
                <a:lnTo>
                  <a:pt x="243585" y="492759"/>
                </a:lnTo>
                <a:lnTo>
                  <a:pt x="263398" y="492759"/>
                </a:lnTo>
                <a:lnTo>
                  <a:pt x="310769" y="483869"/>
                </a:lnTo>
                <a:lnTo>
                  <a:pt x="345694" y="467359"/>
                </a:lnTo>
                <a:lnTo>
                  <a:pt x="35280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189229" y="448309"/>
                </a:lnTo>
                <a:lnTo>
                  <a:pt x="149098" y="420369"/>
                </a:lnTo>
                <a:lnTo>
                  <a:pt x="117094" y="379729"/>
                </a:lnTo>
                <a:lnTo>
                  <a:pt x="96011" y="330199"/>
                </a:lnTo>
                <a:lnTo>
                  <a:pt x="89026" y="278129"/>
                </a:lnTo>
                <a:lnTo>
                  <a:pt x="88963" y="273049"/>
                </a:lnTo>
                <a:lnTo>
                  <a:pt x="89916" y="253999"/>
                </a:lnTo>
                <a:lnTo>
                  <a:pt x="103124" y="199389"/>
                </a:lnTo>
                <a:lnTo>
                  <a:pt x="129158" y="153669"/>
                </a:lnTo>
                <a:lnTo>
                  <a:pt x="165226" y="118109"/>
                </a:lnTo>
                <a:lnTo>
                  <a:pt x="208406" y="95249"/>
                </a:lnTo>
                <a:lnTo>
                  <a:pt x="238632" y="88899"/>
                </a:lnTo>
                <a:lnTo>
                  <a:pt x="352298" y="88899"/>
                </a:lnTo>
                <a:lnTo>
                  <a:pt x="346963" y="85089"/>
                </a:lnTo>
                <a:lnTo>
                  <a:pt x="329946" y="76199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close/>
              </a:path>
              <a:path w="508000" h="551179">
                <a:moveTo>
                  <a:pt x="352298" y="88899"/>
                </a:moveTo>
                <a:lnTo>
                  <a:pt x="263525" y="88899"/>
                </a:lnTo>
                <a:lnTo>
                  <a:pt x="279907" y="91439"/>
                </a:lnTo>
                <a:lnTo>
                  <a:pt x="287654" y="92709"/>
                </a:lnTo>
                <a:lnTo>
                  <a:pt x="332994" y="111759"/>
                </a:lnTo>
                <a:lnTo>
                  <a:pt x="370839" y="143509"/>
                </a:lnTo>
                <a:lnTo>
                  <a:pt x="399160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3" y="297179"/>
                </a:lnTo>
                <a:lnTo>
                  <a:pt x="410845" y="335279"/>
                </a:lnTo>
                <a:lnTo>
                  <a:pt x="388747" y="383539"/>
                </a:lnTo>
                <a:lnTo>
                  <a:pt x="355853" y="422909"/>
                </a:lnTo>
                <a:lnTo>
                  <a:pt x="314705" y="449579"/>
                </a:lnTo>
                <a:lnTo>
                  <a:pt x="277368" y="461009"/>
                </a:lnTo>
                <a:lnTo>
                  <a:pt x="269367" y="462279"/>
                </a:lnTo>
                <a:lnTo>
                  <a:pt x="352805" y="462279"/>
                </a:lnTo>
                <a:lnTo>
                  <a:pt x="390778" y="430529"/>
                </a:lnTo>
                <a:lnTo>
                  <a:pt x="414781" y="398779"/>
                </a:lnTo>
                <a:lnTo>
                  <a:pt x="433070" y="360679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21" y="273049"/>
                </a:lnTo>
                <a:lnTo>
                  <a:pt x="444880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668" y="121919"/>
                </a:lnTo>
                <a:lnTo>
                  <a:pt x="362966" y="96519"/>
                </a:lnTo>
                <a:lnTo>
                  <a:pt x="352298" y="88899"/>
                </a:lnTo>
                <a:close/>
              </a:path>
              <a:path w="508000" h="551179">
                <a:moveTo>
                  <a:pt x="254380" y="58419"/>
                </a:moveTo>
                <a:lnTo>
                  <a:pt x="244601" y="59689"/>
                </a:lnTo>
                <a:lnTo>
                  <a:pt x="264413" y="59689"/>
                </a:lnTo>
                <a:lnTo>
                  <a:pt x="254380" y="5841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635365" y="4428566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456421" y="5071097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7" y="0"/>
                </a:moveTo>
                <a:lnTo>
                  <a:pt x="239268" y="0"/>
                </a:lnTo>
                <a:lnTo>
                  <a:pt x="213613" y="2540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412" y="35560"/>
                </a:lnTo>
                <a:lnTo>
                  <a:pt x="89280" y="66040"/>
                </a:lnTo>
                <a:lnTo>
                  <a:pt x="55372" y="104140"/>
                </a:lnTo>
                <a:lnTo>
                  <a:pt x="29082" y="147320"/>
                </a:lnTo>
                <a:lnTo>
                  <a:pt x="10541" y="196850"/>
                </a:lnTo>
                <a:lnTo>
                  <a:pt x="1143" y="250190"/>
                </a:lnTo>
                <a:lnTo>
                  <a:pt x="0" y="278130"/>
                </a:lnTo>
                <a:lnTo>
                  <a:pt x="1397" y="306070"/>
                </a:lnTo>
                <a:lnTo>
                  <a:pt x="11683" y="358140"/>
                </a:lnTo>
                <a:lnTo>
                  <a:pt x="30860" y="407670"/>
                </a:lnTo>
                <a:lnTo>
                  <a:pt x="57911" y="450850"/>
                </a:lnTo>
                <a:lnTo>
                  <a:pt x="92328" y="488950"/>
                </a:lnTo>
                <a:lnTo>
                  <a:pt x="133350" y="518160"/>
                </a:lnTo>
                <a:lnTo>
                  <a:pt x="179577" y="539750"/>
                </a:lnTo>
                <a:lnTo>
                  <a:pt x="242061" y="551180"/>
                </a:lnTo>
                <a:lnTo>
                  <a:pt x="268731" y="551180"/>
                </a:lnTo>
                <a:lnTo>
                  <a:pt x="294385" y="548640"/>
                </a:lnTo>
                <a:lnTo>
                  <a:pt x="308355" y="544830"/>
                </a:lnTo>
                <a:lnTo>
                  <a:pt x="332994" y="538480"/>
                </a:lnTo>
                <a:lnTo>
                  <a:pt x="356361" y="528320"/>
                </a:lnTo>
                <a:lnTo>
                  <a:pt x="368779" y="521970"/>
                </a:lnTo>
                <a:lnTo>
                  <a:pt x="242824" y="521970"/>
                </a:lnTo>
                <a:lnTo>
                  <a:pt x="220091" y="519430"/>
                </a:lnTo>
                <a:lnTo>
                  <a:pt x="166877" y="502920"/>
                </a:lnTo>
                <a:lnTo>
                  <a:pt x="128524" y="480060"/>
                </a:lnTo>
                <a:lnTo>
                  <a:pt x="95250" y="449580"/>
                </a:lnTo>
                <a:lnTo>
                  <a:pt x="67945" y="414020"/>
                </a:lnTo>
                <a:lnTo>
                  <a:pt x="47371" y="372110"/>
                </a:lnTo>
                <a:lnTo>
                  <a:pt x="34162" y="326390"/>
                </a:lnTo>
                <a:lnTo>
                  <a:pt x="29657" y="278130"/>
                </a:lnTo>
                <a:lnTo>
                  <a:pt x="29762" y="273050"/>
                </a:lnTo>
                <a:lnTo>
                  <a:pt x="34035" y="227330"/>
                </a:lnTo>
                <a:lnTo>
                  <a:pt x="46862" y="180340"/>
                </a:lnTo>
                <a:lnTo>
                  <a:pt x="67309" y="139700"/>
                </a:lnTo>
                <a:lnTo>
                  <a:pt x="94360" y="102870"/>
                </a:lnTo>
                <a:lnTo>
                  <a:pt x="127380" y="72390"/>
                </a:lnTo>
                <a:lnTo>
                  <a:pt x="165480" y="49530"/>
                </a:lnTo>
                <a:lnTo>
                  <a:pt x="207772" y="34290"/>
                </a:lnTo>
                <a:lnTo>
                  <a:pt x="241934" y="29210"/>
                </a:lnTo>
                <a:lnTo>
                  <a:pt x="367368" y="29210"/>
                </a:lnTo>
                <a:lnTo>
                  <a:pt x="352298" y="21590"/>
                </a:lnTo>
                <a:lnTo>
                  <a:pt x="328422" y="11430"/>
                </a:lnTo>
                <a:lnTo>
                  <a:pt x="304673" y="5080"/>
                </a:lnTo>
                <a:lnTo>
                  <a:pt x="291973" y="2540"/>
                </a:lnTo>
                <a:lnTo>
                  <a:pt x="265937" y="0"/>
                </a:lnTo>
                <a:close/>
              </a:path>
              <a:path w="508000" h="551179">
                <a:moveTo>
                  <a:pt x="367368" y="29210"/>
                </a:moveTo>
                <a:lnTo>
                  <a:pt x="265175" y="29210"/>
                </a:lnTo>
                <a:lnTo>
                  <a:pt x="287908" y="31750"/>
                </a:lnTo>
                <a:lnTo>
                  <a:pt x="299084" y="34290"/>
                </a:lnTo>
                <a:lnTo>
                  <a:pt x="341122" y="48260"/>
                </a:lnTo>
                <a:lnTo>
                  <a:pt x="379349" y="71120"/>
                </a:lnTo>
                <a:lnTo>
                  <a:pt x="412623" y="101600"/>
                </a:lnTo>
                <a:lnTo>
                  <a:pt x="440054" y="138430"/>
                </a:lnTo>
                <a:lnTo>
                  <a:pt x="460628" y="179070"/>
                </a:lnTo>
                <a:lnTo>
                  <a:pt x="473709" y="226060"/>
                </a:lnTo>
                <a:lnTo>
                  <a:pt x="478281" y="273050"/>
                </a:lnTo>
                <a:lnTo>
                  <a:pt x="478288" y="278130"/>
                </a:lnTo>
                <a:lnTo>
                  <a:pt x="477266" y="299720"/>
                </a:lnTo>
                <a:lnTo>
                  <a:pt x="468502" y="347980"/>
                </a:lnTo>
                <a:lnTo>
                  <a:pt x="451738" y="392430"/>
                </a:lnTo>
                <a:lnTo>
                  <a:pt x="427989" y="431800"/>
                </a:lnTo>
                <a:lnTo>
                  <a:pt x="397763" y="464820"/>
                </a:lnTo>
                <a:lnTo>
                  <a:pt x="362203" y="491490"/>
                </a:lnTo>
                <a:lnTo>
                  <a:pt x="321818" y="510540"/>
                </a:lnTo>
                <a:lnTo>
                  <a:pt x="266064" y="521970"/>
                </a:lnTo>
                <a:lnTo>
                  <a:pt x="368779" y="521970"/>
                </a:lnTo>
                <a:lnTo>
                  <a:pt x="418719" y="486410"/>
                </a:lnTo>
                <a:lnTo>
                  <a:pt x="452627" y="448310"/>
                </a:lnTo>
                <a:lnTo>
                  <a:pt x="478917" y="403860"/>
                </a:lnTo>
                <a:lnTo>
                  <a:pt x="497458" y="354330"/>
                </a:lnTo>
                <a:lnTo>
                  <a:pt x="506856" y="300990"/>
                </a:lnTo>
                <a:lnTo>
                  <a:pt x="508000" y="273050"/>
                </a:lnTo>
                <a:lnTo>
                  <a:pt x="506475" y="246380"/>
                </a:lnTo>
                <a:lnTo>
                  <a:pt x="496316" y="193040"/>
                </a:lnTo>
                <a:lnTo>
                  <a:pt x="477266" y="143510"/>
                </a:lnTo>
                <a:lnTo>
                  <a:pt x="450087" y="100330"/>
                </a:lnTo>
                <a:lnTo>
                  <a:pt x="415671" y="62230"/>
                </a:lnTo>
                <a:lnTo>
                  <a:pt x="374903" y="33020"/>
                </a:lnTo>
                <a:lnTo>
                  <a:pt x="367368" y="29210"/>
                </a:lnTo>
                <a:close/>
              </a:path>
              <a:path w="508000" h="551179">
                <a:moveTo>
                  <a:pt x="274066" y="59690"/>
                </a:moveTo>
                <a:lnTo>
                  <a:pt x="234569" y="59690"/>
                </a:lnTo>
                <a:lnTo>
                  <a:pt x="224917" y="60960"/>
                </a:lnTo>
                <a:lnTo>
                  <a:pt x="179450" y="74930"/>
                </a:lnTo>
                <a:lnTo>
                  <a:pt x="146303" y="95250"/>
                </a:lnTo>
                <a:lnTo>
                  <a:pt x="117221" y="121920"/>
                </a:lnTo>
                <a:lnTo>
                  <a:pt x="93218" y="153670"/>
                </a:lnTo>
                <a:lnTo>
                  <a:pt x="75056" y="190500"/>
                </a:lnTo>
                <a:lnTo>
                  <a:pt x="63373" y="231140"/>
                </a:lnTo>
                <a:lnTo>
                  <a:pt x="59421" y="273050"/>
                </a:lnTo>
                <a:lnTo>
                  <a:pt x="59413" y="278130"/>
                </a:lnTo>
                <a:lnTo>
                  <a:pt x="60198" y="297180"/>
                </a:lnTo>
                <a:lnTo>
                  <a:pt x="67945" y="340360"/>
                </a:lnTo>
                <a:lnTo>
                  <a:pt x="82676" y="378460"/>
                </a:lnTo>
                <a:lnTo>
                  <a:pt x="103758" y="414020"/>
                </a:lnTo>
                <a:lnTo>
                  <a:pt x="130175" y="443230"/>
                </a:lnTo>
                <a:lnTo>
                  <a:pt x="161035" y="466090"/>
                </a:lnTo>
                <a:lnTo>
                  <a:pt x="195706" y="482600"/>
                </a:lnTo>
                <a:lnTo>
                  <a:pt x="243585" y="492760"/>
                </a:lnTo>
                <a:lnTo>
                  <a:pt x="263398" y="492760"/>
                </a:lnTo>
                <a:lnTo>
                  <a:pt x="310769" y="483870"/>
                </a:lnTo>
                <a:lnTo>
                  <a:pt x="345694" y="467360"/>
                </a:lnTo>
                <a:lnTo>
                  <a:pt x="351027" y="463550"/>
                </a:lnTo>
                <a:lnTo>
                  <a:pt x="252856" y="463550"/>
                </a:lnTo>
                <a:lnTo>
                  <a:pt x="244475" y="462280"/>
                </a:lnTo>
                <a:lnTo>
                  <a:pt x="236474" y="462280"/>
                </a:lnTo>
                <a:lnTo>
                  <a:pt x="228092" y="461010"/>
                </a:lnTo>
                <a:lnTo>
                  <a:pt x="189229" y="448310"/>
                </a:lnTo>
                <a:lnTo>
                  <a:pt x="149098" y="420370"/>
                </a:lnTo>
                <a:lnTo>
                  <a:pt x="117094" y="381000"/>
                </a:lnTo>
                <a:lnTo>
                  <a:pt x="96011" y="330200"/>
                </a:lnTo>
                <a:lnTo>
                  <a:pt x="89026" y="278130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90"/>
                </a:lnTo>
                <a:lnTo>
                  <a:pt x="129158" y="153670"/>
                </a:lnTo>
                <a:lnTo>
                  <a:pt x="165226" y="118110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298" y="88900"/>
                </a:lnTo>
                <a:lnTo>
                  <a:pt x="346963" y="85090"/>
                </a:lnTo>
                <a:lnTo>
                  <a:pt x="329946" y="76200"/>
                </a:lnTo>
                <a:lnTo>
                  <a:pt x="312293" y="68580"/>
                </a:lnTo>
                <a:lnTo>
                  <a:pt x="283845" y="60960"/>
                </a:lnTo>
                <a:lnTo>
                  <a:pt x="274066" y="59690"/>
                </a:lnTo>
                <a:close/>
              </a:path>
              <a:path w="508000" h="551179">
                <a:moveTo>
                  <a:pt x="352298" y="88900"/>
                </a:moveTo>
                <a:lnTo>
                  <a:pt x="263525" y="88900"/>
                </a:lnTo>
                <a:lnTo>
                  <a:pt x="279907" y="91440"/>
                </a:lnTo>
                <a:lnTo>
                  <a:pt x="287654" y="92710"/>
                </a:lnTo>
                <a:lnTo>
                  <a:pt x="332994" y="111760"/>
                </a:lnTo>
                <a:lnTo>
                  <a:pt x="370839" y="143510"/>
                </a:lnTo>
                <a:lnTo>
                  <a:pt x="399160" y="186690"/>
                </a:lnTo>
                <a:lnTo>
                  <a:pt x="415925" y="238760"/>
                </a:lnTo>
                <a:lnTo>
                  <a:pt x="419100" y="278130"/>
                </a:lnTo>
                <a:lnTo>
                  <a:pt x="418083" y="297180"/>
                </a:lnTo>
                <a:lnTo>
                  <a:pt x="410845" y="335280"/>
                </a:lnTo>
                <a:lnTo>
                  <a:pt x="388747" y="383540"/>
                </a:lnTo>
                <a:lnTo>
                  <a:pt x="355853" y="422910"/>
                </a:lnTo>
                <a:lnTo>
                  <a:pt x="314705" y="449580"/>
                </a:lnTo>
                <a:lnTo>
                  <a:pt x="277368" y="461010"/>
                </a:lnTo>
                <a:lnTo>
                  <a:pt x="269367" y="462280"/>
                </a:lnTo>
                <a:lnTo>
                  <a:pt x="260857" y="462280"/>
                </a:lnTo>
                <a:lnTo>
                  <a:pt x="252856" y="463550"/>
                </a:lnTo>
                <a:lnTo>
                  <a:pt x="351027" y="463550"/>
                </a:lnTo>
                <a:lnTo>
                  <a:pt x="361696" y="455930"/>
                </a:lnTo>
                <a:lnTo>
                  <a:pt x="390778" y="430530"/>
                </a:lnTo>
                <a:lnTo>
                  <a:pt x="414781" y="398780"/>
                </a:lnTo>
                <a:lnTo>
                  <a:pt x="433070" y="361950"/>
                </a:lnTo>
                <a:lnTo>
                  <a:pt x="444626" y="320040"/>
                </a:lnTo>
                <a:lnTo>
                  <a:pt x="448631" y="278130"/>
                </a:lnTo>
                <a:lnTo>
                  <a:pt x="448521" y="273050"/>
                </a:lnTo>
                <a:lnTo>
                  <a:pt x="444880" y="232410"/>
                </a:lnTo>
                <a:lnTo>
                  <a:pt x="433450" y="191770"/>
                </a:lnTo>
                <a:lnTo>
                  <a:pt x="415417" y="154940"/>
                </a:lnTo>
                <a:lnTo>
                  <a:pt x="391668" y="121920"/>
                </a:lnTo>
                <a:lnTo>
                  <a:pt x="362966" y="96520"/>
                </a:lnTo>
                <a:lnTo>
                  <a:pt x="352298" y="88900"/>
                </a:lnTo>
                <a:close/>
              </a:path>
              <a:path w="508000" h="551179">
                <a:moveTo>
                  <a:pt x="254380" y="58420"/>
                </a:moveTo>
                <a:lnTo>
                  <a:pt x="244601" y="59690"/>
                </a:lnTo>
                <a:lnTo>
                  <a:pt x="264413" y="59690"/>
                </a:lnTo>
                <a:lnTo>
                  <a:pt x="254380" y="5842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8571356" y="5173726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307326" y="4418838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39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413" y="35560"/>
                </a:lnTo>
                <a:lnTo>
                  <a:pt x="89280" y="66039"/>
                </a:lnTo>
                <a:lnTo>
                  <a:pt x="55372" y="102870"/>
                </a:lnTo>
                <a:lnTo>
                  <a:pt x="29082" y="147319"/>
                </a:lnTo>
                <a:lnTo>
                  <a:pt x="10541" y="196850"/>
                </a:lnTo>
                <a:lnTo>
                  <a:pt x="1143" y="250190"/>
                </a:lnTo>
                <a:lnTo>
                  <a:pt x="0" y="278130"/>
                </a:lnTo>
                <a:lnTo>
                  <a:pt x="1397" y="304800"/>
                </a:lnTo>
                <a:lnTo>
                  <a:pt x="11683" y="358140"/>
                </a:lnTo>
                <a:lnTo>
                  <a:pt x="30860" y="407669"/>
                </a:lnTo>
                <a:lnTo>
                  <a:pt x="57912" y="450850"/>
                </a:lnTo>
                <a:lnTo>
                  <a:pt x="92328" y="488950"/>
                </a:lnTo>
                <a:lnTo>
                  <a:pt x="133350" y="519430"/>
                </a:lnTo>
                <a:lnTo>
                  <a:pt x="179577" y="539750"/>
                </a:lnTo>
                <a:lnTo>
                  <a:pt x="242062" y="551180"/>
                </a:lnTo>
                <a:lnTo>
                  <a:pt x="268731" y="551180"/>
                </a:lnTo>
                <a:lnTo>
                  <a:pt x="294385" y="548640"/>
                </a:lnTo>
                <a:lnTo>
                  <a:pt x="308355" y="544830"/>
                </a:lnTo>
                <a:lnTo>
                  <a:pt x="332994" y="538480"/>
                </a:lnTo>
                <a:lnTo>
                  <a:pt x="356362" y="528319"/>
                </a:lnTo>
                <a:lnTo>
                  <a:pt x="367538" y="521969"/>
                </a:lnTo>
                <a:lnTo>
                  <a:pt x="242824" y="521969"/>
                </a:lnTo>
                <a:lnTo>
                  <a:pt x="220091" y="519430"/>
                </a:lnTo>
                <a:lnTo>
                  <a:pt x="166877" y="502919"/>
                </a:lnTo>
                <a:lnTo>
                  <a:pt x="128524" y="480060"/>
                </a:lnTo>
                <a:lnTo>
                  <a:pt x="95250" y="449580"/>
                </a:lnTo>
                <a:lnTo>
                  <a:pt x="67945" y="414019"/>
                </a:lnTo>
                <a:lnTo>
                  <a:pt x="47371" y="372110"/>
                </a:lnTo>
                <a:lnTo>
                  <a:pt x="34163" y="325119"/>
                </a:lnTo>
                <a:lnTo>
                  <a:pt x="29657" y="278130"/>
                </a:lnTo>
                <a:lnTo>
                  <a:pt x="29762" y="273050"/>
                </a:lnTo>
                <a:lnTo>
                  <a:pt x="34035" y="227330"/>
                </a:lnTo>
                <a:lnTo>
                  <a:pt x="46863" y="180340"/>
                </a:lnTo>
                <a:lnTo>
                  <a:pt x="67309" y="138430"/>
                </a:lnTo>
                <a:lnTo>
                  <a:pt x="94360" y="102870"/>
                </a:lnTo>
                <a:lnTo>
                  <a:pt x="127380" y="72389"/>
                </a:lnTo>
                <a:lnTo>
                  <a:pt x="165480" y="49530"/>
                </a:lnTo>
                <a:lnTo>
                  <a:pt x="207772" y="34289"/>
                </a:lnTo>
                <a:lnTo>
                  <a:pt x="241934" y="29210"/>
                </a:lnTo>
                <a:lnTo>
                  <a:pt x="367368" y="29210"/>
                </a:lnTo>
                <a:lnTo>
                  <a:pt x="352298" y="21589"/>
                </a:lnTo>
                <a:lnTo>
                  <a:pt x="328422" y="11430"/>
                </a:lnTo>
                <a:lnTo>
                  <a:pt x="304673" y="5080"/>
                </a:lnTo>
                <a:lnTo>
                  <a:pt x="291973" y="2539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10"/>
                </a:moveTo>
                <a:lnTo>
                  <a:pt x="265175" y="29210"/>
                </a:lnTo>
                <a:lnTo>
                  <a:pt x="287908" y="31750"/>
                </a:lnTo>
                <a:lnTo>
                  <a:pt x="299084" y="34289"/>
                </a:lnTo>
                <a:lnTo>
                  <a:pt x="341122" y="48260"/>
                </a:lnTo>
                <a:lnTo>
                  <a:pt x="379349" y="71120"/>
                </a:lnTo>
                <a:lnTo>
                  <a:pt x="412623" y="101600"/>
                </a:lnTo>
                <a:lnTo>
                  <a:pt x="440054" y="138430"/>
                </a:lnTo>
                <a:lnTo>
                  <a:pt x="460628" y="179069"/>
                </a:lnTo>
                <a:lnTo>
                  <a:pt x="473709" y="226060"/>
                </a:lnTo>
                <a:lnTo>
                  <a:pt x="478342" y="273050"/>
                </a:lnTo>
                <a:lnTo>
                  <a:pt x="478351" y="275590"/>
                </a:lnTo>
                <a:lnTo>
                  <a:pt x="477266" y="299719"/>
                </a:lnTo>
                <a:lnTo>
                  <a:pt x="468502" y="347980"/>
                </a:lnTo>
                <a:lnTo>
                  <a:pt x="451739" y="392430"/>
                </a:lnTo>
                <a:lnTo>
                  <a:pt x="427990" y="431800"/>
                </a:lnTo>
                <a:lnTo>
                  <a:pt x="397764" y="464819"/>
                </a:lnTo>
                <a:lnTo>
                  <a:pt x="362203" y="491490"/>
                </a:lnTo>
                <a:lnTo>
                  <a:pt x="321818" y="510540"/>
                </a:lnTo>
                <a:lnTo>
                  <a:pt x="266065" y="521969"/>
                </a:lnTo>
                <a:lnTo>
                  <a:pt x="367538" y="521969"/>
                </a:lnTo>
                <a:lnTo>
                  <a:pt x="418719" y="486410"/>
                </a:lnTo>
                <a:lnTo>
                  <a:pt x="452627" y="448310"/>
                </a:lnTo>
                <a:lnTo>
                  <a:pt x="478917" y="403860"/>
                </a:lnTo>
                <a:lnTo>
                  <a:pt x="497458" y="354330"/>
                </a:lnTo>
                <a:lnTo>
                  <a:pt x="506856" y="300990"/>
                </a:lnTo>
                <a:lnTo>
                  <a:pt x="508000" y="273050"/>
                </a:lnTo>
                <a:lnTo>
                  <a:pt x="506475" y="246380"/>
                </a:lnTo>
                <a:lnTo>
                  <a:pt x="496316" y="193040"/>
                </a:lnTo>
                <a:lnTo>
                  <a:pt x="477266" y="143510"/>
                </a:lnTo>
                <a:lnTo>
                  <a:pt x="450088" y="100330"/>
                </a:lnTo>
                <a:lnTo>
                  <a:pt x="415671" y="62230"/>
                </a:lnTo>
                <a:lnTo>
                  <a:pt x="374903" y="33020"/>
                </a:lnTo>
                <a:lnTo>
                  <a:pt x="367368" y="29210"/>
                </a:lnTo>
                <a:close/>
              </a:path>
              <a:path w="508000" h="551179">
                <a:moveTo>
                  <a:pt x="254380" y="58420"/>
                </a:moveTo>
                <a:lnTo>
                  <a:pt x="244601" y="58420"/>
                </a:lnTo>
                <a:lnTo>
                  <a:pt x="224917" y="60960"/>
                </a:lnTo>
                <a:lnTo>
                  <a:pt x="179450" y="74930"/>
                </a:lnTo>
                <a:lnTo>
                  <a:pt x="146303" y="95250"/>
                </a:lnTo>
                <a:lnTo>
                  <a:pt x="117221" y="120650"/>
                </a:lnTo>
                <a:lnTo>
                  <a:pt x="93218" y="153669"/>
                </a:lnTo>
                <a:lnTo>
                  <a:pt x="75056" y="190500"/>
                </a:lnTo>
                <a:lnTo>
                  <a:pt x="63373" y="231140"/>
                </a:lnTo>
                <a:lnTo>
                  <a:pt x="59421" y="273050"/>
                </a:lnTo>
                <a:lnTo>
                  <a:pt x="59413" y="278130"/>
                </a:lnTo>
                <a:lnTo>
                  <a:pt x="60198" y="297180"/>
                </a:lnTo>
                <a:lnTo>
                  <a:pt x="67945" y="340360"/>
                </a:lnTo>
                <a:lnTo>
                  <a:pt x="82676" y="378460"/>
                </a:lnTo>
                <a:lnTo>
                  <a:pt x="103758" y="414019"/>
                </a:lnTo>
                <a:lnTo>
                  <a:pt x="130175" y="443230"/>
                </a:lnTo>
                <a:lnTo>
                  <a:pt x="161035" y="466090"/>
                </a:lnTo>
                <a:lnTo>
                  <a:pt x="195706" y="482600"/>
                </a:lnTo>
                <a:lnTo>
                  <a:pt x="243585" y="492760"/>
                </a:lnTo>
                <a:lnTo>
                  <a:pt x="263398" y="492760"/>
                </a:lnTo>
                <a:lnTo>
                  <a:pt x="310769" y="482600"/>
                </a:lnTo>
                <a:lnTo>
                  <a:pt x="345694" y="467360"/>
                </a:lnTo>
                <a:lnTo>
                  <a:pt x="352805" y="462280"/>
                </a:lnTo>
                <a:lnTo>
                  <a:pt x="236474" y="462280"/>
                </a:lnTo>
                <a:lnTo>
                  <a:pt x="228092" y="461010"/>
                </a:lnTo>
                <a:lnTo>
                  <a:pt x="220345" y="458469"/>
                </a:lnTo>
                <a:lnTo>
                  <a:pt x="203834" y="454660"/>
                </a:lnTo>
                <a:lnTo>
                  <a:pt x="189229" y="448310"/>
                </a:lnTo>
                <a:lnTo>
                  <a:pt x="149098" y="420369"/>
                </a:lnTo>
                <a:lnTo>
                  <a:pt x="117094" y="379730"/>
                </a:lnTo>
                <a:lnTo>
                  <a:pt x="96012" y="330200"/>
                </a:lnTo>
                <a:lnTo>
                  <a:pt x="89026" y="278130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90"/>
                </a:lnTo>
                <a:lnTo>
                  <a:pt x="129158" y="153669"/>
                </a:lnTo>
                <a:lnTo>
                  <a:pt x="165226" y="118110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964" y="88900"/>
                </a:lnTo>
                <a:lnTo>
                  <a:pt x="346964" y="85089"/>
                </a:lnTo>
                <a:lnTo>
                  <a:pt x="329946" y="76200"/>
                </a:lnTo>
                <a:lnTo>
                  <a:pt x="312293" y="68580"/>
                </a:lnTo>
                <a:lnTo>
                  <a:pt x="283845" y="60960"/>
                </a:lnTo>
                <a:lnTo>
                  <a:pt x="274066" y="59689"/>
                </a:lnTo>
                <a:lnTo>
                  <a:pt x="264414" y="59689"/>
                </a:lnTo>
                <a:lnTo>
                  <a:pt x="254380" y="58420"/>
                </a:lnTo>
                <a:close/>
              </a:path>
              <a:path w="508000" h="551179">
                <a:moveTo>
                  <a:pt x="352964" y="88900"/>
                </a:moveTo>
                <a:lnTo>
                  <a:pt x="271525" y="88900"/>
                </a:lnTo>
                <a:lnTo>
                  <a:pt x="279907" y="90170"/>
                </a:lnTo>
                <a:lnTo>
                  <a:pt x="287654" y="92710"/>
                </a:lnTo>
                <a:lnTo>
                  <a:pt x="332994" y="111760"/>
                </a:lnTo>
                <a:lnTo>
                  <a:pt x="370840" y="143510"/>
                </a:lnTo>
                <a:lnTo>
                  <a:pt x="399160" y="186690"/>
                </a:lnTo>
                <a:lnTo>
                  <a:pt x="415925" y="238760"/>
                </a:lnTo>
                <a:lnTo>
                  <a:pt x="419100" y="278130"/>
                </a:lnTo>
                <a:lnTo>
                  <a:pt x="418083" y="297180"/>
                </a:lnTo>
                <a:lnTo>
                  <a:pt x="410845" y="335280"/>
                </a:lnTo>
                <a:lnTo>
                  <a:pt x="388747" y="383540"/>
                </a:lnTo>
                <a:lnTo>
                  <a:pt x="355853" y="422910"/>
                </a:lnTo>
                <a:lnTo>
                  <a:pt x="314705" y="449580"/>
                </a:lnTo>
                <a:lnTo>
                  <a:pt x="277368" y="461010"/>
                </a:lnTo>
                <a:lnTo>
                  <a:pt x="269367" y="462280"/>
                </a:lnTo>
                <a:lnTo>
                  <a:pt x="352805" y="462280"/>
                </a:lnTo>
                <a:lnTo>
                  <a:pt x="390778" y="430530"/>
                </a:lnTo>
                <a:lnTo>
                  <a:pt x="414781" y="398780"/>
                </a:lnTo>
                <a:lnTo>
                  <a:pt x="433070" y="360680"/>
                </a:lnTo>
                <a:lnTo>
                  <a:pt x="444626" y="320040"/>
                </a:lnTo>
                <a:lnTo>
                  <a:pt x="448631" y="278130"/>
                </a:lnTo>
                <a:lnTo>
                  <a:pt x="448521" y="273050"/>
                </a:lnTo>
                <a:lnTo>
                  <a:pt x="444880" y="232410"/>
                </a:lnTo>
                <a:lnTo>
                  <a:pt x="433450" y="191769"/>
                </a:lnTo>
                <a:lnTo>
                  <a:pt x="415417" y="154940"/>
                </a:lnTo>
                <a:lnTo>
                  <a:pt x="391795" y="121920"/>
                </a:lnTo>
                <a:lnTo>
                  <a:pt x="362966" y="95250"/>
                </a:lnTo>
                <a:lnTo>
                  <a:pt x="352964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429245" y="4521200"/>
            <a:ext cx="2546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307326" y="5145773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40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413" y="35560"/>
                </a:lnTo>
                <a:lnTo>
                  <a:pt x="89280" y="66040"/>
                </a:lnTo>
                <a:lnTo>
                  <a:pt x="55372" y="104140"/>
                </a:lnTo>
                <a:lnTo>
                  <a:pt x="29082" y="147320"/>
                </a:lnTo>
                <a:lnTo>
                  <a:pt x="10541" y="196850"/>
                </a:lnTo>
                <a:lnTo>
                  <a:pt x="1143" y="250190"/>
                </a:lnTo>
                <a:lnTo>
                  <a:pt x="0" y="278130"/>
                </a:lnTo>
                <a:lnTo>
                  <a:pt x="1397" y="306070"/>
                </a:lnTo>
                <a:lnTo>
                  <a:pt x="11683" y="358140"/>
                </a:lnTo>
                <a:lnTo>
                  <a:pt x="30860" y="407670"/>
                </a:lnTo>
                <a:lnTo>
                  <a:pt x="57912" y="450850"/>
                </a:lnTo>
                <a:lnTo>
                  <a:pt x="92328" y="488950"/>
                </a:lnTo>
                <a:lnTo>
                  <a:pt x="133350" y="518160"/>
                </a:lnTo>
                <a:lnTo>
                  <a:pt x="179577" y="539750"/>
                </a:lnTo>
                <a:lnTo>
                  <a:pt x="242062" y="551180"/>
                </a:lnTo>
                <a:lnTo>
                  <a:pt x="268731" y="551180"/>
                </a:lnTo>
                <a:lnTo>
                  <a:pt x="294385" y="548640"/>
                </a:lnTo>
                <a:lnTo>
                  <a:pt x="308355" y="544830"/>
                </a:lnTo>
                <a:lnTo>
                  <a:pt x="332994" y="538480"/>
                </a:lnTo>
                <a:lnTo>
                  <a:pt x="356362" y="528320"/>
                </a:lnTo>
                <a:lnTo>
                  <a:pt x="368779" y="521970"/>
                </a:lnTo>
                <a:lnTo>
                  <a:pt x="242824" y="521970"/>
                </a:lnTo>
                <a:lnTo>
                  <a:pt x="220091" y="519430"/>
                </a:lnTo>
                <a:lnTo>
                  <a:pt x="166877" y="502920"/>
                </a:lnTo>
                <a:lnTo>
                  <a:pt x="128524" y="480060"/>
                </a:lnTo>
                <a:lnTo>
                  <a:pt x="95250" y="449580"/>
                </a:lnTo>
                <a:lnTo>
                  <a:pt x="67945" y="414020"/>
                </a:lnTo>
                <a:lnTo>
                  <a:pt x="47371" y="372110"/>
                </a:lnTo>
                <a:lnTo>
                  <a:pt x="34163" y="326390"/>
                </a:lnTo>
                <a:lnTo>
                  <a:pt x="29657" y="278130"/>
                </a:lnTo>
                <a:lnTo>
                  <a:pt x="29762" y="273050"/>
                </a:lnTo>
                <a:lnTo>
                  <a:pt x="34035" y="227330"/>
                </a:lnTo>
                <a:lnTo>
                  <a:pt x="46863" y="180340"/>
                </a:lnTo>
                <a:lnTo>
                  <a:pt x="67309" y="139700"/>
                </a:lnTo>
                <a:lnTo>
                  <a:pt x="94360" y="102870"/>
                </a:lnTo>
                <a:lnTo>
                  <a:pt x="127380" y="72390"/>
                </a:lnTo>
                <a:lnTo>
                  <a:pt x="165480" y="49530"/>
                </a:lnTo>
                <a:lnTo>
                  <a:pt x="207772" y="34290"/>
                </a:lnTo>
                <a:lnTo>
                  <a:pt x="241934" y="29210"/>
                </a:lnTo>
                <a:lnTo>
                  <a:pt x="367368" y="29210"/>
                </a:lnTo>
                <a:lnTo>
                  <a:pt x="352298" y="21590"/>
                </a:lnTo>
                <a:lnTo>
                  <a:pt x="328422" y="11430"/>
                </a:lnTo>
                <a:lnTo>
                  <a:pt x="304673" y="5080"/>
                </a:lnTo>
                <a:lnTo>
                  <a:pt x="291973" y="2540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10"/>
                </a:moveTo>
                <a:lnTo>
                  <a:pt x="265175" y="29210"/>
                </a:lnTo>
                <a:lnTo>
                  <a:pt x="287908" y="31750"/>
                </a:lnTo>
                <a:lnTo>
                  <a:pt x="299084" y="34290"/>
                </a:lnTo>
                <a:lnTo>
                  <a:pt x="341122" y="48260"/>
                </a:lnTo>
                <a:lnTo>
                  <a:pt x="379349" y="71120"/>
                </a:lnTo>
                <a:lnTo>
                  <a:pt x="412623" y="101600"/>
                </a:lnTo>
                <a:lnTo>
                  <a:pt x="440054" y="138430"/>
                </a:lnTo>
                <a:lnTo>
                  <a:pt x="460628" y="179070"/>
                </a:lnTo>
                <a:lnTo>
                  <a:pt x="473709" y="226060"/>
                </a:lnTo>
                <a:lnTo>
                  <a:pt x="478281" y="273050"/>
                </a:lnTo>
                <a:lnTo>
                  <a:pt x="478288" y="278130"/>
                </a:lnTo>
                <a:lnTo>
                  <a:pt x="477266" y="299720"/>
                </a:lnTo>
                <a:lnTo>
                  <a:pt x="468502" y="347980"/>
                </a:lnTo>
                <a:lnTo>
                  <a:pt x="451739" y="392430"/>
                </a:lnTo>
                <a:lnTo>
                  <a:pt x="427990" y="431800"/>
                </a:lnTo>
                <a:lnTo>
                  <a:pt x="397764" y="464820"/>
                </a:lnTo>
                <a:lnTo>
                  <a:pt x="362203" y="491490"/>
                </a:lnTo>
                <a:lnTo>
                  <a:pt x="321818" y="510540"/>
                </a:lnTo>
                <a:lnTo>
                  <a:pt x="266065" y="521970"/>
                </a:lnTo>
                <a:lnTo>
                  <a:pt x="368779" y="521970"/>
                </a:lnTo>
                <a:lnTo>
                  <a:pt x="418719" y="486410"/>
                </a:lnTo>
                <a:lnTo>
                  <a:pt x="452627" y="448310"/>
                </a:lnTo>
                <a:lnTo>
                  <a:pt x="478917" y="403860"/>
                </a:lnTo>
                <a:lnTo>
                  <a:pt x="497458" y="354330"/>
                </a:lnTo>
                <a:lnTo>
                  <a:pt x="506856" y="300990"/>
                </a:lnTo>
                <a:lnTo>
                  <a:pt x="508000" y="273050"/>
                </a:lnTo>
                <a:lnTo>
                  <a:pt x="506475" y="246380"/>
                </a:lnTo>
                <a:lnTo>
                  <a:pt x="496316" y="193040"/>
                </a:lnTo>
                <a:lnTo>
                  <a:pt x="477266" y="143510"/>
                </a:lnTo>
                <a:lnTo>
                  <a:pt x="450088" y="100330"/>
                </a:lnTo>
                <a:lnTo>
                  <a:pt x="415671" y="62230"/>
                </a:lnTo>
                <a:lnTo>
                  <a:pt x="374903" y="33020"/>
                </a:lnTo>
                <a:lnTo>
                  <a:pt x="367368" y="29210"/>
                </a:lnTo>
                <a:close/>
              </a:path>
              <a:path w="508000" h="551179">
                <a:moveTo>
                  <a:pt x="274066" y="59690"/>
                </a:moveTo>
                <a:lnTo>
                  <a:pt x="234569" y="59690"/>
                </a:lnTo>
                <a:lnTo>
                  <a:pt x="224917" y="60960"/>
                </a:lnTo>
                <a:lnTo>
                  <a:pt x="179450" y="74930"/>
                </a:lnTo>
                <a:lnTo>
                  <a:pt x="146303" y="95250"/>
                </a:lnTo>
                <a:lnTo>
                  <a:pt x="117221" y="121920"/>
                </a:lnTo>
                <a:lnTo>
                  <a:pt x="93218" y="153670"/>
                </a:lnTo>
                <a:lnTo>
                  <a:pt x="75056" y="190500"/>
                </a:lnTo>
                <a:lnTo>
                  <a:pt x="63373" y="231140"/>
                </a:lnTo>
                <a:lnTo>
                  <a:pt x="59421" y="273050"/>
                </a:lnTo>
                <a:lnTo>
                  <a:pt x="59413" y="278130"/>
                </a:lnTo>
                <a:lnTo>
                  <a:pt x="60198" y="297180"/>
                </a:lnTo>
                <a:lnTo>
                  <a:pt x="67945" y="340360"/>
                </a:lnTo>
                <a:lnTo>
                  <a:pt x="82676" y="378460"/>
                </a:lnTo>
                <a:lnTo>
                  <a:pt x="103758" y="414020"/>
                </a:lnTo>
                <a:lnTo>
                  <a:pt x="130175" y="443230"/>
                </a:lnTo>
                <a:lnTo>
                  <a:pt x="161035" y="466090"/>
                </a:lnTo>
                <a:lnTo>
                  <a:pt x="195706" y="482600"/>
                </a:lnTo>
                <a:lnTo>
                  <a:pt x="243585" y="492760"/>
                </a:lnTo>
                <a:lnTo>
                  <a:pt x="263398" y="492760"/>
                </a:lnTo>
                <a:lnTo>
                  <a:pt x="310769" y="483870"/>
                </a:lnTo>
                <a:lnTo>
                  <a:pt x="345694" y="467360"/>
                </a:lnTo>
                <a:lnTo>
                  <a:pt x="351027" y="463550"/>
                </a:lnTo>
                <a:lnTo>
                  <a:pt x="252856" y="463550"/>
                </a:lnTo>
                <a:lnTo>
                  <a:pt x="244475" y="462280"/>
                </a:lnTo>
                <a:lnTo>
                  <a:pt x="236474" y="462280"/>
                </a:lnTo>
                <a:lnTo>
                  <a:pt x="228092" y="461010"/>
                </a:lnTo>
                <a:lnTo>
                  <a:pt x="220345" y="458470"/>
                </a:lnTo>
                <a:lnTo>
                  <a:pt x="203834" y="454660"/>
                </a:lnTo>
                <a:lnTo>
                  <a:pt x="161671" y="430530"/>
                </a:lnTo>
                <a:lnTo>
                  <a:pt x="126619" y="394970"/>
                </a:lnTo>
                <a:lnTo>
                  <a:pt x="101726" y="347980"/>
                </a:lnTo>
                <a:lnTo>
                  <a:pt x="89534" y="293370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90"/>
                </a:lnTo>
                <a:lnTo>
                  <a:pt x="129158" y="153670"/>
                </a:lnTo>
                <a:lnTo>
                  <a:pt x="165226" y="118110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298" y="88900"/>
                </a:lnTo>
                <a:lnTo>
                  <a:pt x="346964" y="85090"/>
                </a:lnTo>
                <a:lnTo>
                  <a:pt x="329946" y="76200"/>
                </a:lnTo>
                <a:lnTo>
                  <a:pt x="312293" y="68580"/>
                </a:lnTo>
                <a:lnTo>
                  <a:pt x="283845" y="60960"/>
                </a:lnTo>
                <a:lnTo>
                  <a:pt x="274066" y="59690"/>
                </a:lnTo>
                <a:close/>
              </a:path>
              <a:path w="508000" h="551179">
                <a:moveTo>
                  <a:pt x="352298" y="88900"/>
                </a:moveTo>
                <a:lnTo>
                  <a:pt x="263525" y="88900"/>
                </a:lnTo>
                <a:lnTo>
                  <a:pt x="279907" y="91440"/>
                </a:lnTo>
                <a:lnTo>
                  <a:pt x="287654" y="92710"/>
                </a:lnTo>
                <a:lnTo>
                  <a:pt x="332994" y="111760"/>
                </a:lnTo>
                <a:lnTo>
                  <a:pt x="370840" y="143510"/>
                </a:lnTo>
                <a:lnTo>
                  <a:pt x="399160" y="186690"/>
                </a:lnTo>
                <a:lnTo>
                  <a:pt x="415925" y="238760"/>
                </a:lnTo>
                <a:lnTo>
                  <a:pt x="419100" y="278130"/>
                </a:lnTo>
                <a:lnTo>
                  <a:pt x="418083" y="297180"/>
                </a:lnTo>
                <a:lnTo>
                  <a:pt x="410845" y="335280"/>
                </a:lnTo>
                <a:lnTo>
                  <a:pt x="388747" y="383540"/>
                </a:lnTo>
                <a:lnTo>
                  <a:pt x="355853" y="422910"/>
                </a:lnTo>
                <a:lnTo>
                  <a:pt x="314705" y="449580"/>
                </a:lnTo>
                <a:lnTo>
                  <a:pt x="277368" y="461010"/>
                </a:lnTo>
                <a:lnTo>
                  <a:pt x="269367" y="462280"/>
                </a:lnTo>
                <a:lnTo>
                  <a:pt x="260857" y="462280"/>
                </a:lnTo>
                <a:lnTo>
                  <a:pt x="252856" y="463550"/>
                </a:lnTo>
                <a:lnTo>
                  <a:pt x="351027" y="463550"/>
                </a:lnTo>
                <a:lnTo>
                  <a:pt x="361696" y="455930"/>
                </a:lnTo>
                <a:lnTo>
                  <a:pt x="390778" y="430530"/>
                </a:lnTo>
                <a:lnTo>
                  <a:pt x="414781" y="398780"/>
                </a:lnTo>
                <a:lnTo>
                  <a:pt x="433070" y="361950"/>
                </a:lnTo>
                <a:lnTo>
                  <a:pt x="444626" y="320040"/>
                </a:lnTo>
                <a:lnTo>
                  <a:pt x="448631" y="278130"/>
                </a:lnTo>
                <a:lnTo>
                  <a:pt x="448521" y="273050"/>
                </a:lnTo>
                <a:lnTo>
                  <a:pt x="444880" y="232410"/>
                </a:lnTo>
                <a:lnTo>
                  <a:pt x="433450" y="191770"/>
                </a:lnTo>
                <a:lnTo>
                  <a:pt x="415417" y="154940"/>
                </a:lnTo>
                <a:lnTo>
                  <a:pt x="391795" y="121920"/>
                </a:lnTo>
                <a:lnTo>
                  <a:pt x="362966" y="96520"/>
                </a:lnTo>
                <a:lnTo>
                  <a:pt x="352298" y="88900"/>
                </a:lnTo>
                <a:close/>
              </a:path>
              <a:path w="508000" h="551179">
                <a:moveTo>
                  <a:pt x="254380" y="58420"/>
                </a:moveTo>
                <a:lnTo>
                  <a:pt x="244601" y="59690"/>
                </a:lnTo>
                <a:lnTo>
                  <a:pt x="264414" y="59690"/>
                </a:lnTo>
                <a:lnTo>
                  <a:pt x="254380" y="5842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7421626" y="5248402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307326" y="5837923"/>
            <a:ext cx="508000" cy="552450"/>
          </a:xfrm>
          <a:custGeom>
            <a:avLst/>
            <a:gdLst/>
            <a:ahLst/>
            <a:cxnLst/>
            <a:rect l="l" t="t" r="r" b="b"/>
            <a:pathLst>
              <a:path w="508000" h="552450">
                <a:moveTo>
                  <a:pt x="265938" y="0"/>
                </a:moveTo>
                <a:lnTo>
                  <a:pt x="239268" y="0"/>
                </a:lnTo>
                <a:lnTo>
                  <a:pt x="213232" y="2540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285" y="35560"/>
                </a:lnTo>
                <a:lnTo>
                  <a:pt x="89153" y="66040"/>
                </a:lnTo>
                <a:lnTo>
                  <a:pt x="55372" y="104140"/>
                </a:lnTo>
                <a:lnTo>
                  <a:pt x="29082" y="147320"/>
                </a:lnTo>
                <a:lnTo>
                  <a:pt x="10541" y="196850"/>
                </a:lnTo>
                <a:lnTo>
                  <a:pt x="1143" y="250190"/>
                </a:lnTo>
                <a:lnTo>
                  <a:pt x="0" y="278130"/>
                </a:lnTo>
                <a:lnTo>
                  <a:pt x="1397" y="306070"/>
                </a:lnTo>
                <a:lnTo>
                  <a:pt x="11683" y="359410"/>
                </a:lnTo>
                <a:lnTo>
                  <a:pt x="30733" y="408940"/>
                </a:lnTo>
                <a:lnTo>
                  <a:pt x="57912" y="452120"/>
                </a:lnTo>
                <a:lnTo>
                  <a:pt x="92328" y="490220"/>
                </a:lnTo>
                <a:lnTo>
                  <a:pt x="133350" y="519430"/>
                </a:lnTo>
                <a:lnTo>
                  <a:pt x="179577" y="541020"/>
                </a:lnTo>
                <a:lnTo>
                  <a:pt x="242062" y="552450"/>
                </a:lnTo>
                <a:lnTo>
                  <a:pt x="268731" y="552450"/>
                </a:lnTo>
                <a:lnTo>
                  <a:pt x="294767" y="549910"/>
                </a:lnTo>
                <a:lnTo>
                  <a:pt x="308355" y="546100"/>
                </a:lnTo>
                <a:lnTo>
                  <a:pt x="332994" y="539750"/>
                </a:lnTo>
                <a:lnTo>
                  <a:pt x="356362" y="529590"/>
                </a:lnTo>
                <a:lnTo>
                  <a:pt x="367601" y="523240"/>
                </a:lnTo>
                <a:lnTo>
                  <a:pt x="242824" y="523240"/>
                </a:lnTo>
                <a:lnTo>
                  <a:pt x="220091" y="520700"/>
                </a:lnTo>
                <a:lnTo>
                  <a:pt x="166877" y="504190"/>
                </a:lnTo>
                <a:lnTo>
                  <a:pt x="128524" y="481330"/>
                </a:lnTo>
                <a:lnTo>
                  <a:pt x="95250" y="450850"/>
                </a:lnTo>
                <a:lnTo>
                  <a:pt x="67945" y="414020"/>
                </a:lnTo>
                <a:lnTo>
                  <a:pt x="47371" y="372110"/>
                </a:lnTo>
                <a:lnTo>
                  <a:pt x="34163" y="326390"/>
                </a:lnTo>
                <a:lnTo>
                  <a:pt x="29654" y="278130"/>
                </a:lnTo>
                <a:lnTo>
                  <a:pt x="29705" y="274320"/>
                </a:lnTo>
                <a:lnTo>
                  <a:pt x="34035" y="227330"/>
                </a:lnTo>
                <a:lnTo>
                  <a:pt x="46863" y="181610"/>
                </a:lnTo>
                <a:lnTo>
                  <a:pt x="67309" y="139700"/>
                </a:lnTo>
                <a:lnTo>
                  <a:pt x="94360" y="102870"/>
                </a:lnTo>
                <a:lnTo>
                  <a:pt x="127380" y="72390"/>
                </a:lnTo>
                <a:lnTo>
                  <a:pt x="165480" y="49530"/>
                </a:lnTo>
                <a:lnTo>
                  <a:pt x="207772" y="34290"/>
                </a:lnTo>
                <a:lnTo>
                  <a:pt x="241934" y="29210"/>
                </a:lnTo>
                <a:lnTo>
                  <a:pt x="368122" y="29210"/>
                </a:lnTo>
                <a:lnTo>
                  <a:pt x="352298" y="20320"/>
                </a:lnTo>
                <a:lnTo>
                  <a:pt x="328422" y="11430"/>
                </a:lnTo>
                <a:lnTo>
                  <a:pt x="305053" y="5080"/>
                </a:lnTo>
                <a:lnTo>
                  <a:pt x="291973" y="2540"/>
                </a:lnTo>
                <a:lnTo>
                  <a:pt x="265938" y="0"/>
                </a:lnTo>
                <a:close/>
              </a:path>
              <a:path w="508000" h="552450">
                <a:moveTo>
                  <a:pt x="368122" y="29210"/>
                </a:moveTo>
                <a:lnTo>
                  <a:pt x="265175" y="29210"/>
                </a:lnTo>
                <a:lnTo>
                  <a:pt x="287908" y="31750"/>
                </a:lnTo>
                <a:lnTo>
                  <a:pt x="299212" y="34290"/>
                </a:lnTo>
                <a:lnTo>
                  <a:pt x="341122" y="48260"/>
                </a:lnTo>
                <a:lnTo>
                  <a:pt x="379475" y="71120"/>
                </a:lnTo>
                <a:lnTo>
                  <a:pt x="412750" y="101600"/>
                </a:lnTo>
                <a:lnTo>
                  <a:pt x="440054" y="138430"/>
                </a:lnTo>
                <a:lnTo>
                  <a:pt x="460628" y="180340"/>
                </a:lnTo>
                <a:lnTo>
                  <a:pt x="473709" y="226060"/>
                </a:lnTo>
                <a:lnTo>
                  <a:pt x="478345" y="274320"/>
                </a:lnTo>
                <a:lnTo>
                  <a:pt x="478294" y="278130"/>
                </a:lnTo>
                <a:lnTo>
                  <a:pt x="473964" y="325120"/>
                </a:lnTo>
                <a:lnTo>
                  <a:pt x="461137" y="370840"/>
                </a:lnTo>
                <a:lnTo>
                  <a:pt x="440690" y="412750"/>
                </a:lnTo>
                <a:lnTo>
                  <a:pt x="413639" y="449580"/>
                </a:lnTo>
                <a:lnTo>
                  <a:pt x="380619" y="480060"/>
                </a:lnTo>
                <a:lnTo>
                  <a:pt x="342519" y="502920"/>
                </a:lnTo>
                <a:lnTo>
                  <a:pt x="300227" y="518160"/>
                </a:lnTo>
                <a:lnTo>
                  <a:pt x="266065" y="523240"/>
                </a:lnTo>
                <a:lnTo>
                  <a:pt x="367601" y="523240"/>
                </a:lnTo>
                <a:lnTo>
                  <a:pt x="418719" y="486410"/>
                </a:lnTo>
                <a:lnTo>
                  <a:pt x="452627" y="448310"/>
                </a:lnTo>
                <a:lnTo>
                  <a:pt x="478917" y="405130"/>
                </a:lnTo>
                <a:lnTo>
                  <a:pt x="497458" y="355600"/>
                </a:lnTo>
                <a:lnTo>
                  <a:pt x="506856" y="302260"/>
                </a:lnTo>
                <a:lnTo>
                  <a:pt x="508000" y="274320"/>
                </a:lnTo>
                <a:lnTo>
                  <a:pt x="506475" y="246380"/>
                </a:lnTo>
                <a:lnTo>
                  <a:pt x="496316" y="193040"/>
                </a:lnTo>
                <a:lnTo>
                  <a:pt x="477266" y="143510"/>
                </a:lnTo>
                <a:lnTo>
                  <a:pt x="450088" y="100330"/>
                </a:lnTo>
                <a:lnTo>
                  <a:pt x="415671" y="62230"/>
                </a:lnTo>
                <a:lnTo>
                  <a:pt x="374903" y="33020"/>
                </a:lnTo>
                <a:lnTo>
                  <a:pt x="368122" y="29210"/>
                </a:lnTo>
                <a:close/>
              </a:path>
              <a:path w="508000" h="552450">
                <a:moveTo>
                  <a:pt x="264414" y="58420"/>
                </a:moveTo>
                <a:lnTo>
                  <a:pt x="244601" y="58420"/>
                </a:lnTo>
                <a:lnTo>
                  <a:pt x="215900" y="62230"/>
                </a:lnTo>
                <a:lnTo>
                  <a:pt x="179450" y="74930"/>
                </a:lnTo>
                <a:lnTo>
                  <a:pt x="146303" y="95250"/>
                </a:lnTo>
                <a:lnTo>
                  <a:pt x="117221" y="121920"/>
                </a:lnTo>
                <a:lnTo>
                  <a:pt x="93218" y="153670"/>
                </a:lnTo>
                <a:lnTo>
                  <a:pt x="75056" y="190500"/>
                </a:lnTo>
                <a:lnTo>
                  <a:pt x="63373" y="231140"/>
                </a:lnTo>
                <a:lnTo>
                  <a:pt x="59365" y="274320"/>
                </a:lnTo>
                <a:lnTo>
                  <a:pt x="59407" y="278130"/>
                </a:lnTo>
                <a:lnTo>
                  <a:pt x="63119" y="320040"/>
                </a:lnTo>
                <a:lnTo>
                  <a:pt x="74549" y="360680"/>
                </a:lnTo>
                <a:lnTo>
                  <a:pt x="92582" y="397510"/>
                </a:lnTo>
                <a:lnTo>
                  <a:pt x="116331" y="430530"/>
                </a:lnTo>
                <a:lnTo>
                  <a:pt x="145160" y="457200"/>
                </a:lnTo>
                <a:lnTo>
                  <a:pt x="195706" y="483870"/>
                </a:lnTo>
                <a:lnTo>
                  <a:pt x="243585" y="494030"/>
                </a:lnTo>
                <a:lnTo>
                  <a:pt x="263398" y="494030"/>
                </a:lnTo>
                <a:lnTo>
                  <a:pt x="310769" y="483870"/>
                </a:lnTo>
                <a:lnTo>
                  <a:pt x="350943" y="464820"/>
                </a:lnTo>
                <a:lnTo>
                  <a:pt x="252856" y="464820"/>
                </a:lnTo>
                <a:lnTo>
                  <a:pt x="244475" y="463550"/>
                </a:lnTo>
                <a:lnTo>
                  <a:pt x="236474" y="463550"/>
                </a:lnTo>
                <a:lnTo>
                  <a:pt x="228092" y="462280"/>
                </a:lnTo>
                <a:lnTo>
                  <a:pt x="220725" y="459740"/>
                </a:lnTo>
                <a:lnTo>
                  <a:pt x="203834" y="455930"/>
                </a:lnTo>
                <a:lnTo>
                  <a:pt x="161798" y="431800"/>
                </a:lnTo>
                <a:lnTo>
                  <a:pt x="126619" y="396240"/>
                </a:lnTo>
                <a:lnTo>
                  <a:pt x="101726" y="349250"/>
                </a:lnTo>
                <a:lnTo>
                  <a:pt x="91948" y="312420"/>
                </a:lnTo>
                <a:lnTo>
                  <a:pt x="88900" y="274320"/>
                </a:lnTo>
                <a:lnTo>
                  <a:pt x="89916" y="254000"/>
                </a:lnTo>
                <a:lnTo>
                  <a:pt x="103124" y="199390"/>
                </a:lnTo>
                <a:lnTo>
                  <a:pt x="129158" y="153670"/>
                </a:lnTo>
                <a:lnTo>
                  <a:pt x="165226" y="118110"/>
                </a:lnTo>
                <a:lnTo>
                  <a:pt x="208406" y="95250"/>
                </a:lnTo>
                <a:lnTo>
                  <a:pt x="238632" y="88900"/>
                </a:lnTo>
                <a:lnTo>
                  <a:pt x="247142" y="88900"/>
                </a:lnTo>
                <a:lnTo>
                  <a:pt x="255143" y="87630"/>
                </a:lnTo>
                <a:lnTo>
                  <a:pt x="350932" y="87630"/>
                </a:lnTo>
                <a:lnTo>
                  <a:pt x="346964" y="85090"/>
                </a:lnTo>
                <a:lnTo>
                  <a:pt x="329946" y="76200"/>
                </a:lnTo>
                <a:lnTo>
                  <a:pt x="312293" y="68580"/>
                </a:lnTo>
                <a:lnTo>
                  <a:pt x="283845" y="60960"/>
                </a:lnTo>
                <a:lnTo>
                  <a:pt x="264414" y="58420"/>
                </a:lnTo>
                <a:close/>
              </a:path>
              <a:path w="508000" h="552450">
                <a:moveTo>
                  <a:pt x="350932" y="87630"/>
                </a:moveTo>
                <a:lnTo>
                  <a:pt x="255143" y="87630"/>
                </a:lnTo>
                <a:lnTo>
                  <a:pt x="263525" y="88900"/>
                </a:lnTo>
                <a:lnTo>
                  <a:pt x="271525" y="88900"/>
                </a:lnTo>
                <a:lnTo>
                  <a:pt x="279907" y="90170"/>
                </a:lnTo>
                <a:lnTo>
                  <a:pt x="287274" y="92710"/>
                </a:lnTo>
                <a:lnTo>
                  <a:pt x="304165" y="96520"/>
                </a:lnTo>
                <a:lnTo>
                  <a:pt x="318770" y="102870"/>
                </a:lnTo>
                <a:lnTo>
                  <a:pt x="358901" y="130810"/>
                </a:lnTo>
                <a:lnTo>
                  <a:pt x="390778" y="171450"/>
                </a:lnTo>
                <a:lnTo>
                  <a:pt x="411860" y="220980"/>
                </a:lnTo>
                <a:lnTo>
                  <a:pt x="419100" y="278130"/>
                </a:lnTo>
                <a:lnTo>
                  <a:pt x="418083" y="298450"/>
                </a:lnTo>
                <a:lnTo>
                  <a:pt x="404875" y="353060"/>
                </a:lnTo>
                <a:lnTo>
                  <a:pt x="378841" y="398780"/>
                </a:lnTo>
                <a:lnTo>
                  <a:pt x="342773" y="434340"/>
                </a:lnTo>
                <a:lnTo>
                  <a:pt x="299593" y="457200"/>
                </a:lnTo>
                <a:lnTo>
                  <a:pt x="269367" y="463550"/>
                </a:lnTo>
                <a:lnTo>
                  <a:pt x="260857" y="463550"/>
                </a:lnTo>
                <a:lnTo>
                  <a:pt x="252856" y="464820"/>
                </a:lnTo>
                <a:lnTo>
                  <a:pt x="350943" y="464820"/>
                </a:lnTo>
                <a:lnTo>
                  <a:pt x="361696" y="457200"/>
                </a:lnTo>
                <a:lnTo>
                  <a:pt x="390778" y="431800"/>
                </a:lnTo>
                <a:lnTo>
                  <a:pt x="414781" y="398780"/>
                </a:lnTo>
                <a:lnTo>
                  <a:pt x="432943" y="361950"/>
                </a:lnTo>
                <a:lnTo>
                  <a:pt x="444626" y="321310"/>
                </a:lnTo>
                <a:lnTo>
                  <a:pt x="448634" y="278130"/>
                </a:lnTo>
                <a:lnTo>
                  <a:pt x="448578" y="274320"/>
                </a:lnTo>
                <a:lnTo>
                  <a:pt x="444880" y="232410"/>
                </a:lnTo>
                <a:lnTo>
                  <a:pt x="433450" y="191770"/>
                </a:lnTo>
                <a:lnTo>
                  <a:pt x="415417" y="154940"/>
                </a:lnTo>
                <a:lnTo>
                  <a:pt x="391668" y="121920"/>
                </a:lnTo>
                <a:lnTo>
                  <a:pt x="362839" y="95250"/>
                </a:lnTo>
                <a:lnTo>
                  <a:pt x="350932" y="8763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421626" y="5940653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663690" y="1290066"/>
            <a:ext cx="0" cy="4907280"/>
          </a:xfrm>
          <a:custGeom>
            <a:avLst/>
            <a:gdLst/>
            <a:ahLst/>
            <a:cxnLst/>
            <a:rect l="l" t="t" r="r" b="b"/>
            <a:pathLst>
              <a:path w="0" h="4907280">
                <a:moveTo>
                  <a:pt x="0" y="0"/>
                </a:moveTo>
                <a:lnTo>
                  <a:pt x="0" y="490728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663690" y="1940051"/>
            <a:ext cx="727075" cy="114300"/>
          </a:xfrm>
          <a:custGeom>
            <a:avLst/>
            <a:gdLst/>
            <a:ahLst/>
            <a:cxnLst/>
            <a:rect l="l" t="t" r="r" b="b"/>
            <a:pathLst>
              <a:path w="727075" h="114300">
                <a:moveTo>
                  <a:pt x="612648" y="0"/>
                </a:moveTo>
                <a:lnTo>
                  <a:pt x="612648" y="114300"/>
                </a:lnTo>
                <a:lnTo>
                  <a:pt x="688848" y="76200"/>
                </a:lnTo>
                <a:lnTo>
                  <a:pt x="631698" y="76200"/>
                </a:lnTo>
                <a:lnTo>
                  <a:pt x="631698" y="38100"/>
                </a:lnTo>
                <a:lnTo>
                  <a:pt x="688848" y="38100"/>
                </a:lnTo>
                <a:lnTo>
                  <a:pt x="612648" y="0"/>
                </a:lnTo>
                <a:close/>
              </a:path>
              <a:path w="727075" h="114300">
                <a:moveTo>
                  <a:pt x="6126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12648" y="76200"/>
                </a:lnTo>
                <a:lnTo>
                  <a:pt x="612648" y="38100"/>
                </a:lnTo>
                <a:close/>
              </a:path>
              <a:path w="727075" h="114300">
                <a:moveTo>
                  <a:pt x="688848" y="38100"/>
                </a:moveTo>
                <a:lnTo>
                  <a:pt x="631698" y="38100"/>
                </a:lnTo>
                <a:lnTo>
                  <a:pt x="631698" y="76200"/>
                </a:lnTo>
                <a:lnTo>
                  <a:pt x="688848" y="76200"/>
                </a:lnTo>
                <a:lnTo>
                  <a:pt x="726948" y="57150"/>
                </a:lnTo>
                <a:lnTo>
                  <a:pt x="6888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808214" y="1930907"/>
            <a:ext cx="904240" cy="114300"/>
          </a:xfrm>
          <a:custGeom>
            <a:avLst/>
            <a:gdLst/>
            <a:ahLst/>
            <a:cxnLst/>
            <a:rect l="l" t="t" r="r" b="b"/>
            <a:pathLst>
              <a:path w="904240" h="114300">
                <a:moveTo>
                  <a:pt x="789431" y="0"/>
                </a:moveTo>
                <a:lnTo>
                  <a:pt x="789431" y="114300"/>
                </a:lnTo>
                <a:lnTo>
                  <a:pt x="865631" y="76200"/>
                </a:lnTo>
                <a:lnTo>
                  <a:pt x="808481" y="76200"/>
                </a:lnTo>
                <a:lnTo>
                  <a:pt x="808481" y="38100"/>
                </a:lnTo>
                <a:lnTo>
                  <a:pt x="865631" y="38100"/>
                </a:lnTo>
                <a:lnTo>
                  <a:pt x="789431" y="0"/>
                </a:lnTo>
                <a:close/>
              </a:path>
              <a:path w="904240" h="114300">
                <a:moveTo>
                  <a:pt x="7894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9431" y="76200"/>
                </a:lnTo>
                <a:lnTo>
                  <a:pt x="789431" y="38100"/>
                </a:lnTo>
                <a:close/>
              </a:path>
              <a:path w="904240" h="114300">
                <a:moveTo>
                  <a:pt x="865631" y="38100"/>
                </a:moveTo>
                <a:lnTo>
                  <a:pt x="808481" y="38100"/>
                </a:lnTo>
                <a:lnTo>
                  <a:pt x="808481" y="76200"/>
                </a:lnTo>
                <a:lnTo>
                  <a:pt x="865631" y="76200"/>
                </a:lnTo>
                <a:lnTo>
                  <a:pt x="903731" y="57150"/>
                </a:lnTo>
                <a:lnTo>
                  <a:pt x="865631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663690" y="2613660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300"/>
                </a:lnTo>
                <a:lnTo>
                  <a:pt x="650748" y="76200"/>
                </a:lnTo>
                <a:lnTo>
                  <a:pt x="593598" y="76200"/>
                </a:lnTo>
                <a:lnTo>
                  <a:pt x="593598" y="38100"/>
                </a:lnTo>
                <a:lnTo>
                  <a:pt x="650748" y="38100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4548" y="76200"/>
                </a:lnTo>
                <a:lnTo>
                  <a:pt x="574548" y="38100"/>
                </a:lnTo>
                <a:close/>
              </a:path>
              <a:path w="688975" h="114300">
                <a:moveTo>
                  <a:pt x="650748" y="38100"/>
                </a:moveTo>
                <a:lnTo>
                  <a:pt x="593598" y="38100"/>
                </a:lnTo>
                <a:lnTo>
                  <a:pt x="593598" y="76200"/>
                </a:lnTo>
                <a:lnTo>
                  <a:pt x="650748" y="76200"/>
                </a:lnTo>
                <a:lnTo>
                  <a:pt x="688848" y="57150"/>
                </a:lnTo>
                <a:lnTo>
                  <a:pt x="6507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663690" y="3244595"/>
            <a:ext cx="727075" cy="114300"/>
          </a:xfrm>
          <a:custGeom>
            <a:avLst/>
            <a:gdLst/>
            <a:ahLst/>
            <a:cxnLst/>
            <a:rect l="l" t="t" r="r" b="b"/>
            <a:pathLst>
              <a:path w="727075" h="114300">
                <a:moveTo>
                  <a:pt x="612648" y="0"/>
                </a:moveTo>
                <a:lnTo>
                  <a:pt x="612648" y="114300"/>
                </a:lnTo>
                <a:lnTo>
                  <a:pt x="688848" y="76200"/>
                </a:lnTo>
                <a:lnTo>
                  <a:pt x="631698" y="76200"/>
                </a:lnTo>
                <a:lnTo>
                  <a:pt x="631698" y="38100"/>
                </a:lnTo>
                <a:lnTo>
                  <a:pt x="688848" y="38100"/>
                </a:lnTo>
                <a:lnTo>
                  <a:pt x="612648" y="0"/>
                </a:lnTo>
                <a:close/>
              </a:path>
              <a:path w="727075" h="114300">
                <a:moveTo>
                  <a:pt x="6126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12648" y="76200"/>
                </a:lnTo>
                <a:lnTo>
                  <a:pt x="612648" y="38100"/>
                </a:lnTo>
                <a:close/>
              </a:path>
              <a:path w="727075" h="114300">
                <a:moveTo>
                  <a:pt x="688848" y="38100"/>
                </a:moveTo>
                <a:lnTo>
                  <a:pt x="631698" y="38100"/>
                </a:lnTo>
                <a:lnTo>
                  <a:pt x="631698" y="76200"/>
                </a:lnTo>
                <a:lnTo>
                  <a:pt x="688848" y="76200"/>
                </a:lnTo>
                <a:lnTo>
                  <a:pt x="726948" y="57150"/>
                </a:lnTo>
                <a:lnTo>
                  <a:pt x="6888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63690" y="3899915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299"/>
                </a:lnTo>
                <a:lnTo>
                  <a:pt x="650748" y="76199"/>
                </a:lnTo>
                <a:lnTo>
                  <a:pt x="593598" y="76199"/>
                </a:lnTo>
                <a:lnTo>
                  <a:pt x="593598" y="38099"/>
                </a:lnTo>
                <a:lnTo>
                  <a:pt x="650748" y="38099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74548" y="76199"/>
                </a:lnTo>
                <a:lnTo>
                  <a:pt x="574548" y="38099"/>
                </a:lnTo>
                <a:close/>
              </a:path>
              <a:path w="688975" h="114300">
                <a:moveTo>
                  <a:pt x="650748" y="38099"/>
                </a:moveTo>
                <a:lnTo>
                  <a:pt x="593598" y="38099"/>
                </a:lnTo>
                <a:lnTo>
                  <a:pt x="593598" y="76199"/>
                </a:lnTo>
                <a:lnTo>
                  <a:pt x="650748" y="76199"/>
                </a:lnTo>
                <a:lnTo>
                  <a:pt x="688848" y="57149"/>
                </a:lnTo>
                <a:lnTo>
                  <a:pt x="650748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794497" y="3899915"/>
            <a:ext cx="707390" cy="114300"/>
          </a:xfrm>
          <a:custGeom>
            <a:avLst/>
            <a:gdLst/>
            <a:ahLst/>
            <a:cxnLst/>
            <a:rect l="l" t="t" r="r" b="b"/>
            <a:pathLst>
              <a:path w="707390" h="114300">
                <a:moveTo>
                  <a:pt x="592835" y="0"/>
                </a:moveTo>
                <a:lnTo>
                  <a:pt x="592835" y="114299"/>
                </a:lnTo>
                <a:lnTo>
                  <a:pt x="669035" y="76199"/>
                </a:lnTo>
                <a:lnTo>
                  <a:pt x="611885" y="76199"/>
                </a:lnTo>
                <a:lnTo>
                  <a:pt x="611885" y="38099"/>
                </a:lnTo>
                <a:lnTo>
                  <a:pt x="669035" y="38099"/>
                </a:lnTo>
                <a:lnTo>
                  <a:pt x="592835" y="0"/>
                </a:lnTo>
                <a:close/>
              </a:path>
              <a:path w="707390" h="114300">
                <a:moveTo>
                  <a:pt x="59283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92835" y="76199"/>
                </a:lnTo>
                <a:lnTo>
                  <a:pt x="592835" y="38099"/>
                </a:lnTo>
                <a:close/>
              </a:path>
              <a:path w="707390" h="114300">
                <a:moveTo>
                  <a:pt x="669035" y="38099"/>
                </a:moveTo>
                <a:lnTo>
                  <a:pt x="611885" y="38099"/>
                </a:lnTo>
                <a:lnTo>
                  <a:pt x="611885" y="76199"/>
                </a:lnTo>
                <a:lnTo>
                  <a:pt x="669035" y="76199"/>
                </a:lnTo>
                <a:lnTo>
                  <a:pt x="707135" y="57149"/>
                </a:lnTo>
                <a:lnTo>
                  <a:pt x="669035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882890" y="3957065"/>
            <a:ext cx="0" cy="1391920"/>
          </a:xfrm>
          <a:custGeom>
            <a:avLst/>
            <a:gdLst/>
            <a:ahLst/>
            <a:cxnLst/>
            <a:rect l="l" t="t" r="r" b="b"/>
            <a:pathLst>
              <a:path w="0" h="1391920">
                <a:moveTo>
                  <a:pt x="0" y="0"/>
                </a:moveTo>
                <a:lnTo>
                  <a:pt x="0" y="1391411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882890" y="4529328"/>
            <a:ext cx="619125" cy="114300"/>
          </a:xfrm>
          <a:custGeom>
            <a:avLst/>
            <a:gdLst/>
            <a:ahLst/>
            <a:cxnLst/>
            <a:rect l="l" t="t" r="r" b="b"/>
            <a:pathLst>
              <a:path w="619125" h="114300">
                <a:moveTo>
                  <a:pt x="504443" y="0"/>
                </a:moveTo>
                <a:lnTo>
                  <a:pt x="504443" y="114300"/>
                </a:lnTo>
                <a:lnTo>
                  <a:pt x="580643" y="76200"/>
                </a:lnTo>
                <a:lnTo>
                  <a:pt x="523493" y="76200"/>
                </a:lnTo>
                <a:lnTo>
                  <a:pt x="523493" y="38100"/>
                </a:lnTo>
                <a:lnTo>
                  <a:pt x="580643" y="38100"/>
                </a:lnTo>
                <a:lnTo>
                  <a:pt x="504443" y="0"/>
                </a:lnTo>
                <a:close/>
              </a:path>
              <a:path w="619125" h="114300">
                <a:moveTo>
                  <a:pt x="504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4443" y="76200"/>
                </a:lnTo>
                <a:lnTo>
                  <a:pt x="504443" y="38100"/>
                </a:lnTo>
                <a:close/>
              </a:path>
              <a:path w="619125" h="114300">
                <a:moveTo>
                  <a:pt x="580643" y="38100"/>
                </a:moveTo>
                <a:lnTo>
                  <a:pt x="523493" y="38100"/>
                </a:lnTo>
                <a:lnTo>
                  <a:pt x="523493" y="76200"/>
                </a:lnTo>
                <a:lnTo>
                  <a:pt x="580643" y="76200"/>
                </a:lnTo>
                <a:lnTo>
                  <a:pt x="618743" y="57150"/>
                </a:lnTo>
                <a:lnTo>
                  <a:pt x="580643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882890" y="5291328"/>
            <a:ext cx="619125" cy="114300"/>
          </a:xfrm>
          <a:custGeom>
            <a:avLst/>
            <a:gdLst/>
            <a:ahLst/>
            <a:cxnLst/>
            <a:rect l="l" t="t" r="r" b="b"/>
            <a:pathLst>
              <a:path w="619125" h="114300">
                <a:moveTo>
                  <a:pt x="504443" y="0"/>
                </a:moveTo>
                <a:lnTo>
                  <a:pt x="504443" y="114300"/>
                </a:lnTo>
                <a:lnTo>
                  <a:pt x="580643" y="76200"/>
                </a:lnTo>
                <a:lnTo>
                  <a:pt x="523493" y="76200"/>
                </a:lnTo>
                <a:lnTo>
                  <a:pt x="523493" y="38100"/>
                </a:lnTo>
                <a:lnTo>
                  <a:pt x="580643" y="38100"/>
                </a:lnTo>
                <a:lnTo>
                  <a:pt x="504443" y="0"/>
                </a:lnTo>
                <a:close/>
              </a:path>
              <a:path w="619125" h="114300">
                <a:moveTo>
                  <a:pt x="504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4443" y="76200"/>
                </a:lnTo>
                <a:lnTo>
                  <a:pt x="504443" y="38100"/>
                </a:lnTo>
                <a:close/>
              </a:path>
              <a:path w="619125" h="114300">
                <a:moveTo>
                  <a:pt x="580643" y="38100"/>
                </a:moveTo>
                <a:lnTo>
                  <a:pt x="523493" y="38100"/>
                </a:lnTo>
                <a:lnTo>
                  <a:pt x="523493" y="76200"/>
                </a:lnTo>
                <a:lnTo>
                  <a:pt x="580643" y="76200"/>
                </a:lnTo>
                <a:lnTo>
                  <a:pt x="618743" y="57150"/>
                </a:lnTo>
                <a:lnTo>
                  <a:pt x="580643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663690" y="4634484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300"/>
                </a:lnTo>
                <a:lnTo>
                  <a:pt x="650748" y="76200"/>
                </a:lnTo>
                <a:lnTo>
                  <a:pt x="593598" y="76200"/>
                </a:lnTo>
                <a:lnTo>
                  <a:pt x="593598" y="38100"/>
                </a:lnTo>
                <a:lnTo>
                  <a:pt x="650748" y="38100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4548" y="76200"/>
                </a:lnTo>
                <a:lnTo>
                  <a:pt x="574548" y="38100"/>
                </a:lnTo>
                <a:close/>
              </a:path>
              <a:path w="688975" h="114300">
                <a:moveTo>
                  <a:pt x="650748" y="38100"/>
                </a:moveTo>
                <a:lnTo>
                  <a:pt x="593598" y="38100"/>
                </a:lnTo>
                <a:lnTo>
                  <a:pt x="593598" y="76200"/>
                </a:lnTo>
                <a:lnTo>
                  <a:pt x="650748" y="76200"/>
                </a:lnTo>
                <a:lnTo>
                  <a:pt x="688848" y="57150"/>
                </a:lnTo>
                <a:lnTo>
                  <a:pt x="6507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663690" y="5369052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300"/>
                </a:lnTo>
                <a:lnTo>
                  <a:pt x="650748" y="76200"/>
                </a:lnTo>
                <a:lnTo>
                  <a:pt x="593598" y="76200"/>
                </a:lnTo>
                <a:lnTo>
                  <a:pt x="593598" y="38100"/>
                </a:lnTo>
                <a:lnTo>
                  <a:pt x="650748" y="38100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4548" y="76200"/>
                </a:lnTo>
                <a:lnTo>
                  <a:pt x="574548" y="38100"/>
                </a:lnTo>
                <a:close/>
              </a:path>
              <a:path w="688975" h="114300">
                <a:moveTo>
                  <a:pt x="650748" y="38100"/>
                </a:moveTo>
                <a:lnTo>
                  <a:pt x="593598" y="38100"/>
                </a:lnTo>
                <a:lnTo>
                  <a:pt x="593598" y="76200"/>
                </a:lnTo>
                <a:lnTo>
                  <a:pt x="650748" y="76200"/>
                </a:lnTo>
                <a:lnTo>
                  <a:pt x="688848" y="57150"/>
                </a:lnTo>
                <a:lnTo>
                  <a:pt x="6507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663690" y="6140196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299"/>
                </a:lnTo>
                <a:lnTo>
                  <a:pt x="650748" y="76199"/>
                </a:lnTo>
                <a:lnTo>
                  <a:pt x="593598" y="76199"/>
                </a:lnTo>
                <a:lnTo>
                  <a:pt x="593598" y="38099"/>
                </a:lnTo>
                <a:lnTo>
                  <a:pt x="650748" y="38099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74548" y="76199"/>
                </a:lnTo>
                <a:lnTo>
                  <a:pt x="574548" y="38099"/>
                </a:lnTo>
                <a:close/>
              </a:path>
              <a:path w="688975" h="114300">
                <a:moveTo>
                  <a:pt x="650748" y="38099"/>
                </a:moveTo>
                <a:lnTo>
                  <a:pt x="593598" y="38099"/>
                </a:lnTo>
                <a:lnTo>
                  <a:pt x="593598" y="76199"/>
                </a:lnTo>
                <a:lnTo>
                  <a:pt x="650748" y="76199"/>
                </a:lnTo>
                <a:lnTo>
                  <a:pt x="688848" y="57149"/>
                </a:lnTo>
                <a:lnTo>
                  <a:pt x="650748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6783705" y="1711274"/>
            <a:ext cx="48640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725282" y="1474978"/>
            <a:ext cx="807720" cy="52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75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1800">
              <a:latin typeface="宋体"/>
              <a:cs typeface="宋体"/>
            </a:endParaRPr>
          </a:p>
          <a:p>
            <a:pPr marL="334010">
              <a:lnSpc>
                <a:spcPts val="1975"/>
              </a:lnSpc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53757" y="2418333"/>
            <a:ext cx="1708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969379" y="3083813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938009" y="3696715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089138" y="4333494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916036" y="3650056"/>
            <a:ext cx="5378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097139" y="5103063"/>
            <a:ext cx="1708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935469" y="4376420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935469" y="5103063"/>
            <a:ext cx="12636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747509" y="5881522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438643" y="1560067"/>
            <a:ext cx="342265" cy="224154"/>
          </a:xfrm>
          <a:custGeom>
            <a:avLst/>
            <a:gdLst/>
            <a:ahLst/>
            <a:cxnLst/>
            <a:rect l="l" t="t" r="r" b="b"/>
            <a:pathLst>
              <a:path w="342265" h="224155">
                <a:moveTo>
                  <a:pt x="265542" y="118210"/>
                </a:moveTo>
                <a:lnTo>
                  <a:pt x="231012" y="126873"/>
                </a:lnTo>
                <a:lnTo>
                  <a:pt x="314325" y="223901"/>
                </a:lnTo>
                <a:lnTo>
                  <a:pt x="333192" y="138430"/>
                </a:lnTo>
                <a:lnTo>
                  <a:pt x="273430" y="138430"/>
                </a:lnTo>
                <a:lnTo>
                  <a:pt x="265542" y="118210"/>
                </a:lnTo>
                <a:close/>
              </a:path>
              <a:path w="342265" h="224155">
                <a:moveTo>
                  <a:pt x="165861" y="0"/>
                </a:moveTo>
                <a:lnTo>
                  <a:pt x="116331" y="12446"/>
                </a:lnTo>
                <a:lnTo>
                  <a:pt x="73659" y="43434"/>
                </a:lnTo>
                <a:lnTo>
                  <a:pt x="38607" y="88011"/>
                </a:lnTo>
                <a:lnTo>
                  <a:pt x="20574" y="123317"/>
                </a:lnTo>
                <a:lnTo>
                  <a:pt x="7747" y="161798"/>
                </a:lnTo>
                <a:lnTo>
                  <a:pt x="888" y="202311"/>
                </a:lnTo>
                <a:lnTo>
                  <a:pt x="0" y="221361"/>
                </a:lnTo>
                <a:lnTo>
                  <a:pt x="38100" y="223139"/>
                </a:lnTo>
                <a:lnTo>
                  <a:pt x="38988" y="204089"/>
                </a:lnTo>
                <a:lnTo>
                  <a:pt x="41275" y="186817"/>
                </a:lnTo>
                <a:lnTo>
                  <a:pt x="56133" y="136779"/>
                </a:lnTo>
                <a:lnTo>
                  <a:pt x="81025" y="93091"/>
                </a:lnTo>
                <a:lnTo>
                  <a:pt x="112395" y="59944"/>
                </a:lnTo>
                <a:lnTo>
                  <a:pt x="144081" y="42037"/>
                </a:lnTo>
                <a:lnTo>
                  <a:pt x="143763" y="42037"/>
                </a:lnTo>
                <a:lnTo>
                  <a:pt x="146303" y="41148"/>
                </a:lnTo>
                <a:lnTo>
                  <a:pt x="147319" y="41148"/>
                </a:lnTo>
                <a:lnTo>
                  <a:pt x="157479" y="38608"/>
                </a:lnTo>
                <a:lnTo>
                  <a:pt x="162051" y="38227"/>
                </a:lnTo>
                <a:lnTo>
                  <a:pt x="167512" y="37973"/>
                </a:lnTo>
                <a:lnTo>
                  <a:pt x="253340" y="37973"/>
                </a:lnTo>
                <a:lnTo>
                  <a:pt x="244855" y="30353"/>
                </a:lnTo>
                <a:lnTo>
                  <a:pt x="230377" y="20066"/>
                </a:lnTo>
                <a:lnTo>
                  <a:pt x="214883" y="11430"/>
                </a:lnTo>
                <a:lnTo>
                  <a:pt x="201422" y="5969"/>
                </a:lnTo>
                <a:lnTo>
                  <a:pt x="200532" y="5587"/>
                </a:lnTo>
                <a:lnTo>
                  <a:pt x="199771" y="5334"/>
                </a:lnTo>
                <a:lnTo>
                  <a:pt x="198881" y="5080"/>
                </a:lnTo>
                <a:lnTo>
                  <a:pt x="182879" y="1270"/>
                </a:lnTo>
                <a:lnTo>
                  <a:pt x="174371" y="254"/>
                </a:lnTo>
                <a:lnTo>
                  <a:pt x="165861" y="0"/>
                </a:lnTo>
                <a:close/>
              </a:path>
              <a:path w="342265" h="224155">
                <a:moveTo>
                  <a:pt x="302769" y="108872"/>
                </a:moveTo>
                <a:lnTo>
                  <a:pt x="265542" y="118210"/>
                </a:lnTo>
                <a:lnTo>
                  <a:pt x="273430" y="138430"/>
                </a:lnTo>
                <a:lnTo>
                  <a:pt x="308863" y="124587"/>
                </a:lnTo>
                <a:lnTo>
                  <a:pt x="302769" y="108872"/>
                </a:lnTo>
                <a:close/>
              </a:path>
              <a:path w="342265" h="224155">
                <a:moveTo>
                  <a:pt x="341883" y="99060"/>
                </a:moveTo>
                <a:lnTo>
                  <a:pt x="302769" y="108872"/>
                </a:lnTo>
                <a:lnTo>
                  <a:pt x="308863" y="124587"/>
                </a:lnTo>
                <a:lnTo>
                  <a:pt x="273430" y="138430"/>
                </a:lnTo>
                <a:lnTo>
                  <a:pt x="333192" y="138430"/>
                </a:lnTo>
                <a:lnTo>
                  <a:pt x="341883" y="99060"/>
                </a:lnTo>
                <a:close/>
              </a:path>
              <a:path w="342265" h="224155">
                <a:moveTo>
                  <a:pt x="260998" y="106564"/>
                </a:moveTo>
                <a:lnTo>
                  <a:pt x="265542" y="118210"/>
                </a:lnTo>
                <a:lnTo>
                  <a:pt x="302769" y="108872"/>
                </a:lnTo>
                <a:lnTo>
                  <a:pt x="302608" y="108458"/>
                </a:lnTo>
                <a:lnTo>
                  <a:pt x="262254" y="108458"/>
                </a:lnTo>
                <a:lnTo>
                  <a:pt x="260998" y="106564"/>
                </a:lnTo>
                <a:close/>
              </a:path>
              <a:path w="342265" h="224155">
                <a:moveTo>
                  <a:pt x="260350" y="104902"/>
                </a:moveTo>
                <a:lnTo>
                  <a:pt x="260998" y="106564"/>
                </a:lnTo>
                <a:lnTo>
                  <a:pt x="262254" y="108458"/>
                </a:lnTo>
                <a:lnTo>
                  <a:pt x="260350" y="104902"/>
                </a:lnTo>
                <a:close/>
              </a:path>
              <a:path w="342265" h="224155">
                <a:moveTo>
                  <a:pt x="301229" y="104902"/>
                </a:moveTo>
                <a:lnTo>
                  <a:pt x="260350" y="104902"/>
                </a:lnTo>
                <a:lnTo>
                  <a:pt x="262254" y="108458"/>
                </a:lnTo>
                <a:lnTo>
                  <a:pt x="302608" y="108458"/>
                </a:lnTo>
                <a:lnTo>
                  <a:pt x="301229" y="104902"/>
                </a:lnTo>
                <a:close/>
              </a:path>
              <a:path w="342265" h="224155">
                <a:moveTo>
                  <a:pt x="188497" y="41739"/>
                </a:moveTo>
                <a:lnTo>
                  <a:pt x="222503" y="61341"/>
                </a:lnTo>
                <a:lnTo>
                  <a:pt x="253237" y="94869"/>
                </a:lnTo>
                <a:lnTo>
                  <a:pt x="260998" y="106564"/>
                </a:lnTo>
                <a:lnTo>
                  <a:pt x="260350" y="104902"/>
                </a:lnTo>
                <a:lnTo>
                  <a:pt x="301229" y="104902"/>
                </a:lnTo>
                <a:lnTo>
                  <a:pt x="295909" y="91186"/>
                </a:lnTo>
                <a:lnTo>
                  <a:pt x="295401" y="89916"/>
                </a:lnTo>
                <a:lnTo>
                  <a:pt x="294766" y="88646"/>
                </a:lnTo>
                <a:lnTo>
                  <a:pt x="294004" y="87630"/>
                </a:lnTo>
                <a:lnTo>
                  <a:pt x="283209" y="71120"/>
                </a:lnTo>
                <a:lnTo>
                  <a:pt x="271399" y="56387"/>
                </a:lnTo>
                <a:lnTo>
                  <a:pt x="258572" y="42672"/>
                </a:lnTo>
                <a:lnTo>
                  <a:pt x="257864" y="42037"/>
                </a:lnTo>
                <a:lnTo>
                  <a:pt x="189610" y="42037"/>
                </a:lnTo>
                <a:lnTo>
                  <a:pt x="188497" y="41739"/>
                </a:lnTo>
                <a:close/>
              </a:path>
              <a:path w="342265" h="224155">
                <a:moveTo>
                  <a:pt x="146303" y="41148"/>
                </a:moveTo>
                <a:lnTo>
                  <a:pt x="143763" y="42037"/>
                </a:lnTo>
                <a:lnTo>
                  <a:pt x="144610" y="41825"/>
                </a:lnTo>
                <a:lnTo>
                  <a:pt x="146303" y="41148"/>
                </a:lnTo>
                <a:close/>
              </a:path>
              <a:path w="342265" h="224155">
                <a:moveTo>
                  <a:pt x="144610" y="41825"/>
                </a:moveTo>
                <a:lnTo>
                  <a:pt x="143763" y="42037"/>
                </a:lnTo>
                <a:lnTo>
                  <a:pt x="144081" y="42037"/>
                </a:lnTo>
                <a:lnTo>
                  <a:pt x="144610" y="41825"/>
                </a:lnTo>
                <a:close/>
              </a:path>
              <a:path w="342265" h="224155">
                <a:moveTo>
                  <a:pt x="187071" y="41148"/>
                </a:moveTo>
                <a:lnTo>
                  <a:pt x="188497" y="41739"/>
                </a:lnTo>
                <a:lnTo>
                  <a:pt x="189610" y="42037"/>
                </a:lnTo>
                <a:lnTo>
                  <a:pt x="187071" y="41148"/>
                </a:lnTo>
                <a:close/>
              </a:path>
              <a:path w="342265" h="224155">
                <a:moveTo>
                  <a:pt x="256875" y="41148"/>
                </a:moveTo>
                <a:lnTo>
                  <a:pt x="187071" y="41148"/>
                </a:lnTo>
                <a:lnTo>
                  <a:pt x="189610" y="42037"/>
                </a:lnTo>
                <a:lnTo>
                  <a:pt x="257864" y="42037"/>
                </a:lnTo>
                <a:lnTo>
                  <a:pt x="256875" y="41148"/>
                </a:lnTo>
                <a:close/>
              </a:path>
              <a:path w="342265" h="224155">
                <a:moveTo>
                  <a:pt x="147319" y="41148"/>
                </a:moveTo>
                <a:lnTo>
                  <a:pt x="146303" y="41148"/>
                </a:lnTo>
                <a:lnTo>
                  <a:pt x="144610" y="41825"/>
                </a:lnTo>
                <a:lnTo>
                  <a:pt x="147319" y="41148"/>
                </a:lnTo>
                <a:close/>
              </a:path>
              <a:path w="342265" h="224155">
                <a:moveTo>
                  <a:pt x="253340" y="37973"/>
                </a:moveTo>
                <a:lnTo>
                  <a:pt x="167512" y="37973"/>
                </a:lnTo>
                <a:lnTo>
                  <a:pt x="172847" y="38354"/>
                </a:lnTo>
                <a:lnTo>
                  <a:pt x="178180" y="38989"/>
                </a:lnTo>
                <a:lnTo>
                  <a:pt x="188497" y="41739"/>
                </a:lnTo>
                <a:lnTo>
                  <a:pt x="187071" y="41148"/>
                </a:lnTo>
                <a:lnTo>
                  <a:pt x="256875" y="41148"/>
                </a:lnTo>
                <a:lnTo>
                  <a:pt x="253340" y="37973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51" y="5576722"/>
            <a:ext cx="3672840" cy="1097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185" algn="l"/>
              </a:tabLst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dirty="0" sz="2000" spc="-10" b="1">
                <a:solidFill>
                  <a:srgbClr val="FFFF00"/>
                </a:solidFill>
                <a:latin typeface="Times New Roman"/>
                <a:cs typeface="Times New Roman"/>
              </a:rPr>
              <a:t>error</a:t>
            </a:r>
            <a:r>
              <a:rPr dirty="0" sz="20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是词法错误处理函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数</a:t>
            </a:r>
            <a:r>
              <a:rPr dirty="0" sz="2000" spc="4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39013" y="0"/>
            <a:ext cx="5324475" cy="5662295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  <a:tabLst>
                <a:tab pos="593090" algn="l"/>
                <a:tab pos="199517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</a:t>
            </a:r>
            <a:r>
              <a:rPr dirty="0" sz="2000" spc="44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词法分析器的设计与实现</a:t>
            </a:r>
            <a:endParaRPr sz="20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975"/>
              </a:spcBef>
              <a:tabLst>
                <a:tab pos="111506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7: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if (char1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==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'+')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state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9;</a:t>
            </a:r>
            <a:endParaRPr sz="2400">
              <a:latin typeface="Times New Roman"/>
              <a:cs typeface="Times New Roman"/>
            </a:endParaRPr>
          </a:p>
          <a:p>
            <a:pPr marL="1157605">
              <a:lnSpc>
                <a:spcPct val="100000"/>
              </a:lnSpc>
              <a:spcBef>
                <a:spcPts val="145"/>
              </a:spcBef>
              <a:tabLst>
                <a:tab pos="1783080" algn="l"/>
                <a:tab pos="397002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else	if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(char1==”=”)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state =</a:t>
            </a:r>
            <a:r>
              <a:rPr dirty="0" sz="24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10;</a:t>
            </a:r>
            <a:endParaRPr sz="2400">
              <a:latin typeface="Times New Roman"/>
              <a:cs typeface="Times New Roman"/>
            </a:endParaRPr>
          </a:p>
          <a:p>
            <a:pPr marL="1767839">
              <a:lnSpc>
                <a:spcPct val="100000"/>
              </a:lnSpc>
              <a:spcBef>
                <a:spcPts val="14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else state=8;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4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 8 :untread(); return(08, );</a:t>
            </a:r>
            <a:r>
              <a:rPr dirty="0" sz="2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35"/>
              </a:spcBef>
              <a:tabLst>
                <a:tab pos="415290" algn="l"/>
              </a:tabLst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属性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08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000" spc="470" b="1">
                <a:solidFill>
                  <a:srgbClr val="FFFF00"/>
                </a:solidFill>
                <a:latin typeface="宋体"/>
                <a:cs typeface="宋体"/>
              </a:rPr>
              <a:t>示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“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”</a:t>
            </a:r>
            <a:r>
              <a:rPr dirty="0" sz="2000" spc="48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30"/>
              </a:spcBef>
              <a:tabLst>
                <a:tab pos="784225" algn="l"/>
                <a:tab pos="1191260" algn="l"/>
                <a:tab pos="274320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	9: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return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(09,	);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45"/>
              </a:spcBef>
              <a:tabLst>
                <a:tab pos="415290" algn="l"/>
              </a:tabLst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属性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09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000" spc="470" b="1">
                <a:solidFill>
                  <a:srgbClr val="FFFF00"/>
                </a:solidFill>
                <a:latin typeface="宋体"/>
                <a:cs typeface="宋体"/>
              </a:rPr>
              <a:t>示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“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++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”</a:t>
            </a:r>
            <a:r>
              <a:rPr dirty="0" sz="2000" spc="-4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45"/>
              </a:spcBef>
              <a:tabLst>
                <a:tab pos="1267460" algn="l"/>
                <a:tab pos="281940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10: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return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(12,	);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35"/>
              </a:spcBef>
              <a:tabLst>
                <a:tab pos="415290" algn="l"/>
              </a:tabLst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属性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12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000" spc="470" b="1">
                <a:solidFill>
                  <a:srgbClr val="FFFF00"/>
                </a:solidFill>
                <a:latin typeface="宋体"/>
                <a:cs typeface="宋体"/>
              </a:rPr>
              <a:t>示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“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+=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”</a:t>
            </a:r>
            <a:r>
              <a:rPr dirty="0" sz="2000" spc="-2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30"/>
              </a:spcBef>
              <a:tabLst>
                <a:tab pos="1250950" algn="l"/>
                <a:tab pos="280225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imes New Roman"/>
                <a:cs typeface="Times New Roman"/>
              </a:rPr>
              <a:t>11: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return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(10,	);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35"/>
              </a:spcBef>
              <a:tabLst>
                <a:tab pos="415290" algn="l"/>
                <a:tab pos="2619375" algn="l"/>
              </a:tabLst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属性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10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000" spc="470" b="1">
                <a:solidFill>
                  <a:srgbClr val="FFFF00"/>
                </a:solidFill>
                <a:latin typeface="宋体"/>
                <a:cs typeface="宋体"/>
              </a:rPr>
              <a:t>示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“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”	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30"/>
              </a:spcBef>
              <a:tabLst>
                <a:tab pos="1267460" algn="l"/>
                <a:tab pos="280225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12: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return </a:t>
            </a:r>
            <a:r>
              <a:rPr dirty="0" sz="2400" spc="-35" b="1">
                <a:solidFill>
                  <a:srgbClr val="FFFFFF"/>
                </a:solidFill>
                <a:latin typeface="Times New Roman"/>
                <a:cs typeface="Times New Roman"/>
              </a:rPr>
              <a:t>(11,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);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35"/>
              </a:spcBef>
              <a:tabLst>
                <a:tab pos="415290" algn="l"/>
                <a:tab pos="2606040" algn="l"/>
              </a:tabLst>
            </a:pP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/*	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属性</a:t>
            </a:r>
            <a:r>
              <a:rPr dirty="0" sz="2000" spc="-50" b="1">
                <a:solidFill>
                  <a:srgbClr val="FFFF00"/>
                </a:solidFill>
                <a:latin typeface="Times New Roman"/>
                <a:cs typeface="Times New Roman"/>
              </a:rPr>
              <a:t>11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示</a:t>
            </a:r>
            <a:r>
              <a:rPr dirty="0" sz="2000" spc="-54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“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”	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3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case 13 :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error;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0440" y="26923"/>
            <a:ext cx="2645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95594" y="1070610"/>
            <a:ext cx="419100" cy="464820"/>
          </a:xfrm>
          <a:custGeom>
            <a:avLst/>
            <a:gdLst/>
            <a:ahLst/>
            <a:cxnLst/>
            <a:rect l="l" t="t" r="r" b="b"/>
            <a:pathLst>
              <a:path w="419100" h="464819">
                <a:moveTo>
                  <a:pt x="0" y="232410"/>
                </a:moveTo>
                <a:lnTo>
                  <a:pt x="4258" y="185559"/>
                </a:lnTo>
                <a:lnTo>
                  <a:pt x="16472" y="141928"/>
                </a:lnTo>
                <a:lnTo>
                  <a:pt x="35796" y="102449"/>
                </a:lnTo>
                <a:lnTo>
                  <a:pt x="61388" y="68056"/>
                </a:lnTo>
                <a:lnTo>
                  <a:pt x="92403" y="39681"/>
                </a:lnTo>
                <a:lnTo>
                  <a:pt x="127998" y="18258"/>
                </a:lnTo>
                <a:lnTo>
                  <a:pt x="167328" y="4720"/>
                </a:lnTo>
                <a:lnTo>
                  <a:pt x="209550" y="0"/>
                </a:lnTo>
                <a:lnTo>
                  <a:pt x="251771" y="4720"/>
                </a:lnTo>
                <a:lnTo>
                  <a:pt x="291101" y="18258"/>
                </a:lnTo>
                <a:lnTo>
                  <a:pt x="326696" y="39681"/>
                </a:lnTo>
                <a:lnTo>
                  <a:pt x="357711" y="68056"/>
                </a:lnTo>
                <a:lnTo>
                  <a:pt x="383303" y="102449"/>
                </a:lnTo>
                <a:lnTo>
                  <a:pt x="402627" y="141928"/>
                </a:lnTo>
                <a:lnTo>
                  <a:pt x="414841" y="185559"/>
                </a:lnTo>
                <a:lnTo>
                  <a:pt x="419100" y="232410"/>
                </a:lnTo>
                <a:lnTo>
                  <a:pt x="414841" y="279260"/>
                </a:lnTo>
                <a:lnTo>
                  <a:pt x="402627" y="322891"/>
                </a:lnTo>
                <a:lnTo>
                  <a:pt x="383303" y="362370"/>
                </a:lnTo>
                <a:lnTo>
                  <a:pt x="357711" y="396763"/>
                </a:lnTo>
                <a:lnTo>
                  <a:pt x="326696" y="425138"/>
                </a:lnTo>
                <a:lnTo>
                  <a:pt x="291101" y="446561"/>
                </a:lnTo>
                <a:lnTo>
                  <a:pt x="251771" y="460099"/>
                </a:lnTo>
                <a:lnTo>
                  <a:pt x="209550" y="464819"/>
                </a:lnTo>
                <a:lnTo>
                  <a:pt x="167328" y="460099"/>
                </a:lnTo>
                <a:lnTo>
                  <a:pt x="127998" y="446561"/>
                </a:lnTo>
                <a:lnTo>
                  <a:pt x="92403" y="425138"/>
                </a:lnTo>
                <a:lnTo>
                  <a:pt x="61388" y="396763"/>
                </a:lnTo>
                <a:lnTo>
                  <a:pt x="35796" y="362370"/>
                </a:lnTo>
                <a:lnTo>
                  <a:pt x="16472" y="322891"/>
                </a:lnTo>
                <a:lnTo>
                  <a:pt x="4258" y="279260"/>
                </a:lnTo>
                <a:lnTo>
                  <a:pt x="0" y="232410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028182" y="1128776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20790" y="1232916"/>
            <a:ext cx="887094" cy="114300"/>
          </a:xfrm>
          <a:custGeom>
            <a:avLst/>
            <a:gdLst/>
            <a:ahLst/>
            <a:cxnLst/>
            <a:rect l="l" t="t" r="r" b="b"/>
            <a:pathLst>
              <a:path w="887095" h="114300">
                <a:moveTo>
                  <a:pt x="772667" y="0"/>
                </a:moveTo>
                <a:lnTo>
                  <a:pt x="772667" y="114300"/>
                </a:lnTo>
                <a:lnTo>
                  <a:pt x="848867" y="76200"/>
                </a:lnTo>
                <a:lnTo>
                  <a:pt x="791717" y="76200"/>
                </a:lnTo>
                <a:lnTo>
                  <a:pt x="791717" y="38100"/>
                </a:lnTo>
                <a:lnTo>
                  <a:pt x="848867" y="38100"/>
                </a:lnTo>
                <a:lnTo>
                  <a:pt x="772667" y="0"/>
                </a:lnTo>
                <a:close/>
              </a:path>
              <a:path w="887095" h="114300">
                <a:moveTo>
                  <a:pt x="77266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72667" y="76200"/>
                </a:lnTo>
                <a:lnTo>
                  <a:pt x="772667" y="38100"/>
                </a:lnTo>
                <a:close/>
              </a:path>
              <a:path w="887095" h="114300">
                <a:moveTo>
                  <a:pt x="848867" y="38100"/>
                </a:moveTo>
                <a:lnTo>
                  <a:pt x="791717" y="38100"/>
                </a:lnTo>
                <a:lnTo>
                  <a:pt x="791717" y="76200"/>
                </a:lnTo>
                <a:lnTo>
                  <a:pt x="848867" y="76200"/>
                </a:lnTo>
                <a:lnTo>
                  <a:pt x="886967" y="57150"/>
                </a:lnTo>
                <a:lnTo>
                  <a:pt x="848867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07045" y="1232916"/>
            <a:ext cx="894715" cy="114300"/>
          </a:xfrm>
          <a:custGeom>
            <a:avLst/>
            <a:gdLst/>
            <a:ahLst/>
            <a:cxnLst/>
            <a:rect l="l" t="t" r="r" b="b"/>
            <a:pathLst>
              <a:path w="894715" h="114300">
                <a:moveTo>
                  <a:pt x="780287" y="0"/>
                </a:moveTo>
                <a:lnTo>
                  <a:pt x="780287" y="114300"/>
                </a:lnTo>
                <a:lnTo>
                  <a:pt x="856487" y="76200"/>
                </a:lnTo>
                <a:lnTo>
                  <a:pt x="799337" y="76200"/>
                </a:lnTo>
                <a:lnTo>
                  <a:pt x="799337" y="38100"/>
                </a:lnTo>
                <a:lnTo>
                  <a:pt x="856487" y="38100"/>
                </a:lnTo>
                <a:lnTo>
                  <a:pt x="780287" y="0"/>
                </a:lnTo>
                <a:close/>
              </a:path>
              <a:path w="894715" h="114300">
                <a:moveTo>
                  <a:pt x="7802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0287" y="76200"/>
                </a:lnTo>
                <a:lnTo>
                  <a:pt x="780287" y="38100"/>
                </a:lnTo>
                <a:close/>
              </a:path>
              <a:path w="894715" h="114300">
                <a:moveTo>
                  <a:pt x="856487" y="38100"/>
                </a:moveTo>
                <a:lnTo>
                  <a:pt x="799337" y="38100"/>
                </a:lnTo>
                <a:lnTo>
                  <a:pt x="799337" y="76200"/>
                </a:lnTo>
                <a:lnTo>
                  <a:pt x="856487" y="76200"/>
                </a:lnTo>
                <a:lnTo>
                  <a:pt x="894587" y="57150"/>
                </a:lnTo>
                <a:lnTo>
                  <a:pt x="856487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54851" y="1011428"/>
            <a:ext cx="4864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69885" y="630317"/>
            <a:ext cx="995044" cy="70294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1800">
              <a:latin typeface="宋体"/>
              <a:cs typeface="宋体"/>
            </a:endParaRPr>
          </a:p>
          <a:p>
            <a:pPr marL="347345">
              <a:lnSpc>
                <a:spcPct val="100000"/>
              </a:lnSpc>
              <a:spcBef>
                <a:spcPts val="409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04709" y="1070610"/>
            <a:ext cx="419100" cy="464820"/>
          </a:xfrm>
          <a:custGeom>
            <a:avLst/>
            <a:gdLst/>
            <a:ahLst/>
            <a:cxnLst/>
            <a:rect l="l" t="t" r="r" b="b"/>
            <a:pathLst>
              <a:path w="419100" h="464819">
                <a:moveTo>
                  <a:pt x="0" y="232410"/>
                </a:moveTo>
                <a:lnTo>
                  <a:pt x="4258" y="185559"/>
                </a:lnTo>
                <a:lnTo>
                  <a:pt x="16472" y="141928"/>
                </a:lnTo>
                <a:lnTo>
                  <a:pt x="35796" y="102449"/>
                </a:lnTo>
                <a:lnTo>
                  <a:pt x="61388" y="68056"/>
                </a:lnTo>
                <a:lnTo>
                  <a:pt x="92403" y="39681"/>
                </a:lnTo>
                <a:lnTo>
                  <a:pt x="127998" y="18258"/>
                </a:lnTo>
                <a:lnTo>
                  <a:pt x="167328" y="4720"/>
                </a:lnTo>
                <a:lnTo>
                  <a:pt x="209550" y="0"/>
                </a:lnTo>
                <a:lnTo>
                  <a:pt x="251771" y="4720"/>
                </a:lnTo>
                <a:lnTo>
                  <a:pt x="291101" y="18258"/>
                </a:lnTo>
                <a:lnTo>
                  <a:pt x="326696" y="39681"/>
                </a:lnTo>
                <a:lnTo>
                  <a:pt x="357711" y="68056"/>
                </a:lnTo>
                <a:lnTo>
                  <a:pt x="383303" y="102449"/>
                </a:lnTo>
                <a:lnTo>
                  <a:pt x="402627" y="141928"/>
                </a:lnTo>
                <a:lnTo>
                  <a:pt x="414841" y="185559"/>
                </a:lnTo>
                <a:lnTo>
                  <a:pt x="419100" y="232410"/>
                </a:lnTo>
                <a:lnTo>
                  <a:pt x="414841" y="279260"/>
                </a:lnTo>
                <a:lnTo>
                  <a:pt x="402627" y="322891"/>
                </a:lnTo>
                <a:lnTo>
                  <a:pt x="383303" y="362370"/>
                </a:lnTo>
                <a:lnTo>
                  <a:pt x="357711" y="396763"/>
                </a:lnTo>
                <a:lnTo>
                  <a:pt x="326696" y="425138"/>
                </a:lnTo>
                <a:lnTo>
                  <a:pt x="291101" y="446561"/>
                </a:lnTo>
                <a:lnTo>
                  <a:pt x="251771" y="460099"/>
                </a:lnTo>
                <a:lnTo>
                  <a:pt x="209550" y="464819"/>
                </a:lnTo>
                <a:lnTo>
                  <a:pt x="167328" y="460099"/>
                </a:lnTo>
                <a:lnTo>
                  <a:pt x="127998" y="446561"/>
                </a:lnTo>
                <a:lnTo>
                  <a:pt x="92403" y="425138"/>
                </a:lnTo>
                <a:lnTo>
                  <a:pt x="61388" y="396763"/>
                </a:lnTo>
                <a:lnTo>
                  <a:pt x="35796" y="362370"/>
                </a:lnTo>
                <a:lnTo>
                  <a:pt x="16472" y="322891"/>
                </a:lnTo>
                <a:lnTo>
                  <a:pt x="4258" y="279260"/>
                </a:lnTo>
                <a:lnTo>
                  <a:pt x="0" y="232410"/>
                </a:lnTo>
                <a:close/>
              </a:path>
            </a:pathLst>
          </a:custGeom>
          <a:ln w="38099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338186" y="1128776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56421" y="995933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80">
                <a:moveTo>
                  <a:pt x="265937" y="0"/>
                </a:moveTo>
                <a:lnTo>
                  <a:pt x="239268" y="0"/>
                </a:lnTo>
                <a:lnTo>
                  <a:pt x="213613" y="2539"/>
                </a:lnTo>
                <a:lnTo>
                  <a:pt x="199644" y="6350"/>
                </a:lnTo>
                <a:lnTo>
                  <a:pt x="175005" y="12700"/>
                </a:lnTo>
                <a:lnTo>
                  <a:pt x="129412" y="35559"/>
                </a:lnTo>
                <a:lnTo>
                  <a:pt x="89280" y="66039"/>
                </a:lnTo>
                <a:lnTo>
                  <a:pt x="55372" y="102869"/>
                </a:lnTo>
                <a:lnTo>
                  <a:pt x="29082" y="147319"/>
                </a:lnTo>
                <a:lnTo>
                  <a:pt x="10541" y="196850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6069"/>
                </a:lnTo>
                <a:lnTo>
                  <a:pt x="11683" y="358139"/>
                </a:lnTo>
                <a:lnTo>
                  <a:pt x="30860" y="407669"/>
                </a:lnTo>
                <a:lnTo>
                  <a:pt x="57911" y="450850"/>
                </a:lnTo>
                <a:lnTo>
                  <a:pt x="92328" y="488950"/>
                </a:lnTo>
                <a:lnTo>
                  <a:pt x="133350" y="519429"/>
                </a:lnTo>
                <a:lnTo>
                  <a:pt x="179577" y="539750"/>
                </a:lnTo>
                <a:lnTo>
                  <a:pt x="242061" y="551179"/>
                </a:lnTo>
                <a:lnTo>
                  <a:pt x="268731" y="551179"/>
                </a:lnTo>
                <a:lnTo>
                  <a:pt x="294385" y="548639"/>
                </a:lnTo>
                <a:lnTo>
                  <a:pt x="308355" y="544829"/>
                </a:lnTo>
                <a:lnTo>
                  <a:pt x="332994" y="538479"/>
                </a:lnTo>
                <a:lnTo>
                  <a:pt x="356361" y="528319"/>
                </a:lnTo>
                <a:lnTo>
                  <a:pt x="367537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250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2" y="325119"/>
                </a:lnTo>
                <a:lnTo>
                  <a:pt x="29657" y="278129"/>
                </a:lnTo>
                <a:lnTo>
                  <a:pt x="29762" y="273050"/>
                </a:lnTo>
                <a:lnTo>
                  <a:pt x="34035" y="227329"/>
                </a:lnTo>
                <a:lnTo>
                  <a:pt x="46862" y="180339"/>
                </a:lnTo>
                <a:lnTo>
                  <a:pt x="67309" y="138429"/>
                </a:lnTo>
                <a:lnTo>
                  <a:pt x="94360" y="102869"/>
                </a:lnTo>
                <a:lnTo>
                  <a:pt x="127380" y="72389"/>
                </a:lnTo>
                <a:lnTo>
                  <a:pt x="165480" y="49529"/>
                </a:lnTo>
                <a:lnTo>
                  <a:pt x="207772" y="34289"/>
                </a:lnTo>
                <a:lnTo>
                  <a:pt x="241934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7" y="0"/>
                </a:lnTo>
                <a:close/>
              </a:path>
              <a:path w="508000" h="551180">
                <a:moveTo>
                  <a:pt x="367368" y="29209"/>
                </a:moveTo>
                <a:lnTo>
                  <a:pt x="265175" y="29209"/>
                </a:lnTo>
                <a:lnTo>
                  <a:pt x="287908" y="31750"/>
                </a:lnTo>
                <a:lnTo>
                  <a:pt x="299084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600"/>
                </a:lnTo>
                <a:lnTo>
                  <a:pt x="440054" y="138429"/>
                </a:lnTo>
                <a:lnTo>
                  <a:pt x="460628" y="179069"/>
                </a:lnTo>
                <a:lnTo>
                  <a:pt x="473709" y="226059"/>
                </a:lnTo>
                <a:lnTo>
                  <a:pt x="478342" y="273050"/>
                </a:lnTo>
                <a:lnTo>
                  <a:pt x="478351" y="275589"/>
                </a:lnTo>
                <a:lnTo>
                  <a:pt x="477266" y="299719"/>
                </a:lnTo>
                <a:lnTo>
                  <a:pt x="468502" y="347979"/>
                </a:lnTo>
                <a:lnTo>
                  <a:pt x="451738" y="392429"/>
                </a:lnTo>
                <a:lnTo>
                  <a:pt x="427989" y="431800"/>
                </a:lnTo>
                <a:lnTo>
                  <a:pt x="397763" y="464819"/>
                </a:lnTo>
                <a:lnTo>
                  <a:pt x="362203" y="491489"/>
                </a:lnTo>
                <a:lnTo>
                  <a:pt x="321818" y="510539"/>
                </a:lnTo>
                <a:lnTo>
                  <a:pt x="266064" y="521969"/>
                </a:lnTo>
                <a:lnTo>
                  <a:pt x="367537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8917" y="403859"/>
                </a:lnTo>
                <a:lnTo>
                  <a:pt x="497458" y="354329"/>
                </a:lnTo>
                <a:lnTo>
                  <a:pt x="506856" y="300989"/>
                </a:lnTo>
                <a:lnTo>
                  <a:pt x="508000" y="273050"/>
                </a:lnTo>
                <a:lnTo>
                  <a:pt x="506475" y="246379"/>
                </a:lnTo>
                <a:lnTo>
                  <a:pt x="496316" y="193039"/>
                </a:lnTo>
                <a:lnTo>
                  <a:pt x="477266" y="143509"/>
                </a:lnTo>
                <a:lnTo>
                  <a:pt x="450087" y="100329"/>
                </a:lnTo>
                <a:lnTo>
                  <a:pt x="415671" y="62229"/>
                </a:lnTo>
                <a:lnTo>
                  <a:pt x="374903" y="33019"/>
                </a:lnTo>
                <a:lnTo>
                  <a:pt x="367368" y="29209"/>
                </a:lnTo>
                <a:close/>
              </a:path>
              <a:path w="508000" h="551180">
                <a:moveTo>
                  <a:pt x="254380" y="58419"/>
                </a:moveTo>
                <a:lnTo>
                  <a:pt x="244601" y="5841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3" y="95250"/>
                </a:lnTo>
                <a:lnTo>
                  <a:pt x="117221" y="121919"/>
                </a:lnTo>
                <a:lnTo>
                  <a:pt x="93218" y="153669"/>
                </a:lnTo>
                <a:lnTo>
                  <a:pt x="75056" y="190500"/>
                </a:lnTo>
                <a:lnTo>
                  <a:pt x="63373" y="231139"/>
                </a:lnTo>
                <a:lnTo>
                  <a:pt x="59421" y="273050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758" y="414019"/>
                </a:lnTo>
                <a:lnTo>
                  <a:pt x="130175" y="443229"/>
                </a:lnTo>
                <a:lnTo>
                  <a:pt x="161035" y="466089"/>
                </a:lnTo>
                <a:lnTo>
                  <a:pt x="195706" y="482600"/>
                </a:lnTo>
                <a:lnTo>
                  <a:pt x="243585" y="492759"/>
                </a:lnTo>
                <a:lnTo>
                  <a:pt x="263398" y="492759"/>
                </a:lnTo>
                <a:lnTo>
                  <a:pt x="310769" y="483869"/>
                </a:lnTo>
                <a:lnTo>
                  <a:pt x="345694" y="467359"/>
                </a:lnTo>
                <a:lnTo>
                  <a:pt x="35280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220345" y="458469"/>
                </a:lnTo>
                <a:lnTo>
                  <a:pt x="203834" y="454659"/>
                </a:lnTo>
                <a:lnTo>
                  <a:pt x="189229" y="448309"/>
                </a:lnTo>
                <a:lnTo>
                  <a:pt x="149098" y="420369"/>
                </a:lnTo>
                <a:lnTo>
                  <a:pt x="117094" y="379729"/>
                </a:lnTo>
                <a:lnTo>
                  <a:pt x="96011" y="330200"/>
                </a:lnTo>
                <a:lnTo>
                  <a:pt x="89026" y="278129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89"/>
                </a:lnTo>
                <a:lnTo>
                  <a:pt x="129158" y="153669"/>
                </a:lnTo>
                <a:lnTo>
                  <a:pt x="165226" y="118109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298" y="88900"/>
                </a:lnTo>
                <a:lnTo>
                  <a:pt x="346963" y="85089"/>
                </a:lnTo>
                <a:lnTo>
                  <a:pt x="329946" y="76200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lnTo>
                  <a:pt x="264413" y="59689"/>
                </a:lnTo>
                <a:lnTo>
                  <a:pt x="254380" y="58419"/>
                </a:lnTo>
                <a:close/>
              </a:path>
              <a:path w="508000" h="551180">
                <a:moveTo>
                  <a:pt x="352298" y="88900"/>
                </a:moveTo>
                <a:lnTo>
                  <a:pt x="263525" y="88900"/>
                </a:lnTo>
                <a:lnTo>
                  <a:pt x="271525" y="90169"/>
                </a:lnTo>
                <a:lnTo>
                  <a:pt x="279907" y="90169"/>
                </a:lnTo>
                <a:lnTo>
                  <a:pt x="287654" y="92709"/>
                </a:lnTo>
                <a:lnTo>
                  <a:pt x="332994" y="111759"/>
                </a:lnTo>
                <a:lnTo>
                  <a:pt x="370712" y="143509"/>
                </a:lnTo>
                <a:lnTo>
                  <a:pt x="399160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3" y="297179"/>
                </a:lnTo>
                <a:lnTo>
                  <a:pt x="410845" y="335279"/>
                </a:lnTo>
                <a:lnTo>
                  <a:pt x="388747" y="383539"/>
                </a:lnTo>
                <a:lnTo>
                  <a:pt x="355853" y="422909"/>
                </a:lnTo>
                <a:lnTo>
                  <a:pt x="314705" y="449579"/>
                </a:lnTo>
                <a:lnTo>
                  <a:pt x="277368" y="461009"/>
                </a:lnTo>
                <a:lnTo>
                  <a:pt x="269367" y="462279"/>
                </a:lnTo>
                <a:lnTo>
                  <a:pt x="352805" y="462279"/>
                </a:lnTo>
                <a:lnTo>
                  <a:pt x="390778" y="430529"/>
                </a:lnTo>
                <a:lnTo>
                  <a:pt x="414781" y="398779"/>
                </a:lnTo>
                <a:lnTo>
                  <a:pt x="433070" y="360679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21" y="273050"/>
                </a:lnTo>
                <a:lnTo>
                  <a:pt x="444880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668" y="121919"/>
                </a:lnTo>
                <a:lnTo>
                  <a:pt x="362966" y="96519"/>
                </a:lnTo>
                <a:lnTo>
                  <a:pt x="352298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635365" y="109766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206488" y="798194"/>
            <a:ext cx="410209" cy="396240"/>
          </a:xfrm>
          <a:custGeom>
            <a:avLst/>
            <a:gdLst/>
            <a:ahLst/>
            <a:cxnLst/>
            <a:rect l="l" t="t" r="r" b="b"/>
            <a:pathLst>
              <a:path w="410209" h="396240">
                <a:moveTo>
                  <a:pt x="337676" y="293162"/>
                </a:moveTo>
                <a:lnTo>
                  <a:pt x="301625" y="304926"/>
                </a:lnTo>
                <a:lnTo>
                  <a:pt x="391413" y="395858"/>
                </a:lnTo>
                <a:lnTo>
                  <a:pt x="403976" y="311403"/>
                </a:lnTo>
                <a:lnTo>
                  <a:pt x="343788" y="311403"/>
                </a:lnTo>
                <a:lnTo>
                  <a:pt x="337676" y="293162"/>
                </a:lnTo>
                <a:close/>
              </a:path>
              <a:path w="410209" h="396240">
                <a:moveTo>
                  <a:pt x="209422" y="0"/>
                </a:moveTo>
                <a:lnTo>
                  <a:pt x="208152" y="0"/>
                </a:lnTo>
                <a:lnTo>
                  <a:pt x="206882" y="126"/>
                </a:lnTo>
                <a:lnTo>
                  <a:pt x="201040" y="507"/>
                </a:lnTo>
                <a:lnTo>
                  <a:pt x="199135" y="762"/>
                </a:lnTo>
                <a:lnTo>
                  <a:pt x="192277" y="2412"/>
                </a:lnTo>
                <a:lnTo>
                  <a:pt x="191134" y="2666"/>
                </a:lnTo>
                <a:lnTo>
                  <a:pt x="189991" y="3047"/>
                </a:lnTo>
                <a:lnTo>
                  <a:pt x="188975" y="3555"/>
                </a:lnTo>
                <a:lnTo>
                  <a:pt x="181355" y="7112"/>
                </a:lnTo>
                <a:lnTo>
                  <a:pt x="146050" y="38862"/>
                </a:lnTo>
                <a:lnTo>
                  <a:pt x="120776" y="77469"/>
                </a:lnTo>
                <a:lnTo>
                  <a:pt x="102361" y="113156"/>
                </a:lnTo>
                <a:lnTo>
                  <a:pt x="84200" y="153669"/>
                </a:lnTo>
                <a:lnTo>
                  <a:pt x="60070" y="213867"/>
                </a:lnTo>
                <a:lnTo>
                  <a:pt x="35813" y="279400"/>
                </a:lnTo>
                <a:lnTo>
                  <a:pt x="0" y="383031"/>
                </a:lnTo>
                <a:lnTo>
                  <a:pt x="36067" y="395350"/>
                </a:lnTo>
                <a:lnTo>
                  <a:pt x="59943" y="326008"/>
                </a:lnTo>
                <a:lnTo>
                  <a:pt x="71881" y="292100"/>
                </a:lnTo>
                <a:lnTo>
                  <a:pt x="95630" y="227329"/>
                </a:lnTo>
                <a:lnTo>
                  <a:pt x="119379" y="168275"/>
                </a:lnTo>
                <a:lnTo>
                  <a:pt x="136905" y="129158"/>
                </a:lnTo>
                <a:lnTo>
                  <a:pt x="160019" y="86105"/>
                </a:lnTo>
                <a:lnTo>
                  <a:pt x="186943" y="50037"/>
                </a:lnTo>
                <a:lnTo>
                  <a:pt x="201744" y="39496"/>
                </a:lnTo>
                <a:lnTo>
                  <a:pt x="201167" y="39496"/>
                </a:lnTo>
                <a:lnTo>
                  <a:pt x="204469" y="38353"/>
                </a:lnTo>
                <a:lnTo>
                  <a:pt x="205189" y="38353"/>
                </a:lnTo>
                <a:lnTo>
                  <a:pt x="207136" y="38100"/>
                </a:lnTo>
                <a:lnTo>
                  <a:pt x="207416" y="38100"/>
                </a:lnTo>
                <a:lnTo>
                  <a:pt x="206247" y="37972"/>
                </a:lnTo>
                <a:lnTo>
                  <a:pt x="267900" y="37972"/>
                </a:lnTo>
                <a:lnTo>
                  <a:pt x="233806" y="6730"/>
                </a:lnTo>
                <a:lnTo>
                  <a:pt x="227964" y="4063"/>
                </a:lnTo>
                <a:lnTo>
                  <a:pt x="227202" y="3682"/>
                </a:lnTo>
                <a:lnTo>
                  <a:pt x="225425" y="3175"/>
                </a:lnTo>
                <a:lnTo>
                  <a:pt x="219582" y="1396"/>
                </a:lnTo>
                <a:lnTo>
                  <a:pt x="217550" y="888"/>
                </a:lnTo>
                <a:lnTo>
                  <a:pt x="209422" y="0"/>
                </a:lnTo>
                <a:close/>
              </a:path>
              <a:path w="410209" h="396240">
                <a:moveTo>
                  <a:pt x="373862" y="281354"/>
                </a:moveTo>
                <a:lnTo>
                  <a:pt x="337676" y="293162"/>
                </a:lnTo>
                <a:lnTo>
                  <a:pt x="343788" y="311403"/>
                </a:lnTo>
                <a:lnTo>
                  <a:pt x="379856" y="299338"/>
                </a:lnTo>
                <a:lnTo>
                  <a:pt x="373862" y="281354"/>
                </a:lnTo>
                <a:close/>
              </a:path>
              <a:path w="410209" h="396240">
                <a:moveTo>
                  <a:pt x="410209" y="269493"/>
                </a:moveTo>
                <a:lnTo>
                  <a:pt x="373862" y="281354"/>
                </a:lnTo>
                <a:lnTo>
                  <a:pt x="379856" y="299338"/>
                </a:lnTo>
                <a:lnTo>
                  <a:pt x="343788" y="311403"/>
                </a:lnTo>
                <a:lnTo>
                  <a:pt x="403976" y="311403"/>
                </a:lnTo>
                <a:lnTo>
                  <a:pt x="410209" y="269493"/>
                </a:lnTo>
                <a:close/>
              </a:path>
              <a:path w="410209" h="396240">
                <a:moveTo>
                  <a:pt x="213642" y="39443"/>
                </a:moveTo>
                <a:lnTo>
                  <a:pt x="244855" y="70992"/>
                </a:lnTo>
                <a:lnTo>
                  <a:pt x="266318" y="108838"/>
                </a:lnTo>
                <a:lnTo>
                  <a:pt x="282828" y="144779"/>
                </a:lnTo>
                <a:lnTo>
                  <a:pt x="305307" y="200913"/>
                </a:lnTo>
                <a:lnTo>
                  <a:pt x="327913" y="264032"/>
                </a:lnTo>
                <a:lnTo>
                  <a:pt x="337676" y="293162"/>
                </a:lnTo>
                <a:lnTo>
                  <a:pt x="373862" y="281354"/>
                </a:lnTo>
                <a:lnTo>
                  <a:pt x="352297" y="218693"/>
                </a:lnTo>
                <a:lnTo>
                  <a:pt x="329310" y="157352"/>
                </a:lnTo>
                <a:lnTo>
                  <a:pt x="312038" y="116331"/>
                </a:lnTo>
                <a:lnTo>
                  <a:pt x="294258" y="79882"/>
                </a:lnTo>
                <a:lnTo>
                  <a:pt x="269519" y="40004"/>
                </a:lnTo>
                <a:lnTo>
                  <a:pt x="269317" y="39750"/>
                </a:lnTo>
                <a:lnTo>
                  <a:pt x="214629" y="39750"/>
                </a:lnTo>
                <a:lnTo>
                  <a:pt x="213642" y="39443"/>
                </a:lnTo>
                <a:close/>
              </a:path>
              <a:path w="410209" h="396240">
                <a:moveTo>
                  <a:pt x="212089" y="38734"/>
                </a:moveTo>
                <a:lnTo>
                  <a:pt x="213642" y="39443"/>
                </a:lnTo>
                <a:lnTo>
                  <a:pt x="214629" y="39750"/>
                </a:lnTo>
                <a:lnTo>
                  <a:pt x="212089" y="38734"/>
                </a:lnTo>
                <a:close/>
              </a:path>
              <a:path w="410209" h="396240">
                <a:moveTo>
                  <a:pt x="268507" y="38734"/>
                </a:moveTo>
                <a:lnTo>
                  <a:pt x="212089" y="38734"/>
                </a:lnTo>
                <a:lnTo>
                  <a:pt x="214629" y="39750"/>
                </a:lnTo>
                <a:lnTo>
                  <a:pt x="269317" y="39750"/>
                </a:lnTo>
                <a:lnTo>
                  <a:pt x="268507" y="38734"/>
                </a:lnTo>
                <a:close/>
              </a:path>
              <a:path w="410209" h="396240">
                <a:moveTo>
                  <a:pt x="204469" y="38353"/>
                </a:moveTo>
                <a:lnTo>
                  <a:pt x="201167" y="39496"/>
                </a:lnTo>
                <a:lnTo>
                  <a:pt x="202472" y="39191"/>
                </a:lnTo>
                <a:lnTo>
                  <a:pt x="204469" y="38353"/>
                </a:lnTo>
                <a:close/>
              </a:path>
              <a:path w="410209" h="396240">
                <a:moveTo>
                  <a:pt x="202472" y="39191"/>
                </a:moveTo>
                <a:lnTo>
                  <a:pt x="201167" y="39496"/>
                </a:lnTo>
                <a:lnTo>
                  <a:pt x="201744" y="39496"/>
                </a:lnTo>
                <a:lnTo>
                  <a:pt x="202472" y="39191"/>
                </a:lnTo>
                <a:close/>
              </a:path>
              <a:path w="410209" h="396240">
                <a:moveTo>
                  <a:pt x="210347" y="38418"/>
                </a:moveTo>
                <a:lnTo>
                  <a:pt x="213642" y="39443"/>
                </a:lnTo>
                <a:lnTo>
                  <a:pt x="212089" y="38734"/>
                </a:lnTo>
                <a:lnTo>
                  <a:pt x="268507" y="38734"/>
                </a:lnTo>
                <a:lnTo>
                  <a:pt x="212089" y="38607"/>
                </a:lnTo>
                <a:lnTo>
                  <a:pt x="210347" y="38418"/>
                </a:lnTo>
                <a:close/>
              </a:path>
              <a:path w="410209" h="396240">
                <a:moveTo>
                  <a:pt x="206300" y="38295"/>
                </a:moveTo>
                <a:lnTo>
                  <a:pt x="204215" y="38480"/>
                </a:lnTo>
                <a:lnTo>
                  <a:pt x="202472" y="39191"/>
                </a:lnTo>
                <a:lnTo>
                  <a:pt x="206300" y="38295"/>
                </a:lnTo>
                <a:close/>
              </a:path>
              <a:path w="410209" h="396240">
                <a:moveTo>
                  <a:pt x="209227" y="38035"/>
                </a:moveTo>
                <a:lnTo>
                  <a:pt x="210347" y="38418"/>
                </a:lnTo>
                <a:lnTo>
                  <a:pt x="212089" y="38607"/>
                </a:lnTo>
                <a:lnTo>
                  <a:pt x="209227" y="38035"/>
                </a:lnTo>
                <a:close/>
              </a:path>
              <a:path w="410209" h="396240">
                <a:moveTo>
                  <a:pt x="267900" y="37972"/>
                </a:moveTo>
                <a:lnTo>
                  <a:pt x="209930" y="37972"/>
                </a:lnTo>
                <a:lnTo>
                  <a:pt x="209227" y="38035"/>
                </a:lnTo>
                <a:lnTo>
                  <a:pt x="212089" y="38607"/>
                </a:lnTo>
                <a:lnTo>
                  <a:pt x="268406" y="38607"/>
                </a:lnTo>
                <a:lnTo>
                  <a:pt x="267900" y="37972"/>
                </a:lnTo>
                <a:close/>
              </a:path>
              <a:path w="410209" h="396240">
                <a:moveTo>
                  <a:pt x="205189" y="38353"/>
                </a:moveTo>
                <a:lnTo>
                  <a:pt x="204469" y="38353"/>
                </a:lnTo>
                <a:lnTo>
                  <a:pt x="204167" y="38480"/>
                </a:lnTo>
                <a:lnTo>
                  <a:pt x="205189" y="38353"/>
                </a:lnTo>
                <a:close/>
              </a:path>
              <a:path w="410209" h="396240">
                <a:moveTo>
                  <a:pt x="207136" y="38100"/>
                </a:moveTo>
                <a:lnTo>
                  <a:pt x="204215" y="38480"/>
                </a:lnTo>
                <a:lnTo>
                  <a:pt x="206300" y="38295"/>
                </a:lnTo>
                <a:lnTo>
                  <a:pt x="207136" y="38100"/>
                </a:lnTo>
                <a:close/>
              </a:path>
              <a:path w="410209" h="396240">
                <a:moveTo>
                  <a:pt x="209140" y="38043"/>
                </a:moveTo>
                <a:lnTo>
                  <a:pt x="207904" y="38153"/>
                </a:lnTo>
                <a:lnTo>
                  <a:pt x="210347" y="38418"/>
                </a:lnTo>
                <a:lnTo>
                  <a:pt x="209140" y="38043"/>
                </a:lnTo>
                <a:close/>
              </a:path>
              <a:path w="410209" h="396240">
                <a:moveTo>
                  <a:pt x="207416" y="38100"/>
                </a:moveTo>
                <a:lnTo>
                  <a:pt x="207136" y="38100"/>
                </a:lnTo>
                <a:lnTo>
                  <a:pt x="206300" y="38295"/>
                </a:lnTo>
                <a:lnTo>
                  <a:pt x="207904" y="38153"/>
                </a:lnTo>
                <a:lnTo>
                  <a:pt x="207416" y="38100"/>
                </a:lnTo>
                <a:close/>
              </a:path>
              <a:path w="410209" h="396240">
                <a:moveTo>
                  <a:pt x="208914" y="37972"/>
                </a:moveTo>
                <a:lnTo>
                  <a:pt x="206247" y="37972"/>
                </a:lnTo>
                <a:lnTo>
                  <a:pt x="207904" y="38153"/>
                </a:lnTo>
                <a:lnTo>
                  <a:pt x="209140" y="38043"/>
                </a:lnTo>
                <a:lnTo>
                  <a:pt x="208914" y="37972"/>
                </a:lnTo>
                <a:close/>
              </a:path>
              <a:path w="410209" h="396240">
                <a:moveTo>
                  <a:pt x="208914" y="37972"/>
                </a:moveTo>
                <a:lnTo>
                  <a:pt x="209140" y="38043"/>
                </a:lnTo>
                <a:lnTo>
                  <a:pt x="208914" y="37972"/>
                </a:lnTo>
                <a:close/>
              </a:path>
              <a:path w="410209" h="396240">
                <a:moveTo>
                  <a:pt x="209930" y="37972"/>
                </a:moveTo>
                <a:lnTo>
                  <a:pt x="208914" y="37972"/>
                </a:lnTo>
                <a:lnTo>
                  <a:pt x="209227" y="38035"/>
                </a:lnTo>
                <a:lnTo>
                  <a:pt x="209930" y="37972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87945" y="1732026"/>
            <a:ext cx="419100" cy="466725"/>
          </a:xfrm>
          <a:custGeom>
            <a:avLst/>
            <a:gdLst/>
            <a:ahLst/>
            <a:cxnLst/>
            <a:rect l="l" t="t" r="r" b="b"/>
            <a:pathLst>
              <a:path w="419100" h="466725">
                <a:moveTo>
                  <a:pt x="0" y="233172"/>
                </a:moveTo>
                <a:lnTo>
                  <a:pt x="4258" y="186179"/>
                </a:lnTo>
                <a:lnTo>
                  <a:pt x="16472" y="142410"/>
                </a:lnTo>
                <a:lnTo>
                  <a:pt x="35796" y="102803"/>
                </a:lnTo>
                <a:lnTo>
                  <a:pt x="61388" y="68294"/>
                </a:lnTo>
                <a:lnTo>
                  <a:pt x="92403" y="39821"/>
                </a:lnTo>
                <a:lnTo>
                  <a:pt x="127998" y="18323"/>
                </a:lnTo>
                <a:lnTo>
                  <a:pt x="167328" y="4737"/>
                </a:lnTo>
                <a:lnTo>
                  <a:pt x="209550" y="0"/>
                </a:lnTo>
                <a:lnTo>
                  <a:pt x="251771" y="4737"/>
                </a:lnTo>
                <a:lnTo>
                  <a:pt x="291101" y="18323"/>
                </a:lnTo>
                <a:lnTo>
                  <a:pt x="326696" y="39821"/>
                </a:lnTo>
                <a:lnTo>
                  <a:pt x="357711" y="68294"/>
                </a:lnTo>
                <a:lnTo>
                  <a:pt x="383303" y="102803"/>
                </a:lnTo>
                <a:lnTo>
                  <a:pt x="402627" y="142410"/>
                </a:lnTo>
                <a:lnTo>
                  <a:pt x="414841" y="186179"/>
                </a:lnTo>
                <a:lnTo>
                  <a:pt x="419100" y="233172"/>
                </a:lnTo>
                <a:lnTo>
                  <a:pt x="414841" y="280164"/>
                </a:lnTo>
                <a:lnTo>
                  <a:pt x="402627" y="323933"/>
                </a:lnTo>
                <a:lnTo>
                  <a:pt x="383303" y="363540"/>
                </a:lnTo>
                <a:lnTo>
                  <a:pt x="357711" y="398049"/>
                </a:lnTo>
                <a:lnTo>
                  <a:pt x="326696" y="426522"/>
                </a:lnTo>
                <a:lnTo>
                  <a:pt x="291101" y="448020"/>
                </a:lnTo>
                <a:lnTo>
                  <a:pt x="251771" y="461606"/>
                </a:lnTo>
                <a:lnTo>
                  <a:pt x="209550" y="466344"/>
                </a:lnTo>
                <a:lnTo>
                  <a:pt x="167328" y="461606"/>
                </a:lnTo>
                <a:lnTo>
                  <a:pt x="127998" y="448020"/>
                </a:lnTo>
                <a:lnTo>
                  <a:pt x="92403" y="426522"/>
                </a:lnTo>
                <a:lnTo>
                  <a:pt x="61388" y="398049"/>
                </a:lnTo>
                <a:lnTo>
                  <a:pt x="35796" y="363540"/>
                </a:lnTo>
                <a:lnTo>
                  <a:pt x="16472" y="323933"/>
                </a:lnTo>
                <a:lnTo>
                  <a:pt x="4258" y="280164"/>
                </a:lnTo>
                <a:lnTo>
                  <a:pt x="0" y="233172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320788" y="1790826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56485" y="1687067"/>
            <a:ext cx="508000" cy="554990"/>
          </a:xfrm>
          <a:custGeom>
            <a:avLst/>
            <a:gdLst/>
            <a:ahLst/>
            <a:cxnLst/>
            <a:rect l="l" t="t" r="r" b="b"/>
            <a:pathLst>
              <a:path w="508000" h="554989">
                <a:moveTo>
                  <a:pt x="265874" y="0"/>
                </a:moveTo>
                <a:lnTo>
                  <a:pt x="252793" y="0"/>
                </a:lnTo>
                <a:lnTo>
                  <a:pt x="213169" y="3810"/>
                </a:lnTo>
                <a:lnTo>
                  <a:pt x="174942" y="13969"/>
                </a:lnTo>
                <a:lnTo>
                  <a:pt x="129095" y="35560"/>
                </a:lnTo>
                <a:lnTo>
                  <a:pt x="89090" y="67310"/>
                </a:lnTo>
                <a:lnTo>
                  <a:pt x="55308" y="105410"/>
                </a:lnTo>
                <a:lnTo>
                  <a:pt x="28892" y="148589"/>
                </a:lnTo>
                <a:lnTo>
                  <a:pt x="10477" y="198119"/>
                </a:lnTo>
                <a:lnTo>
                  <a:pt x="1079" y="252729"/>
                </a:lnTo>
                <a:lnTo>
                  <a:pt x="0" y="280669"/>
                </a:lnTo>
                <a:lnTo>
                  <a:pt x="1333" y="307339"/>
                </a:lnTo>
                <a:lnTo>
                  <a:pt x="11620" y="360679"/>
                </a:lnTo>
                <a:lnTo>
                  <a:pt x="30670" y="410210"/>
                </a:lnTo>
                <a:lnTo>
                  <a:pt x="57721" y="454660"/>
                </a:lnTo>
                <a:lnTo>
                  <a:pt x="92265" y="491489"/>
                </a:lnTo>
                <a:lnTo>
                  <a:pt x="133032" y="521969"/>
                </a:lnTo>
                <a:lnTo>
                  <a:pt x="179514" y="543560"/>
                </a:lnTo>
                <a:lnTo>
                  <a:pt x="241998" y="554989"/>
                </a:lnTo>
                <a:lnTo>
                  <a:pt x="268668" y="554989"/>
                </a:lnTo>
                <a:lnTo>
                  <a:pt x="294703" y="552450"/>
                </a:lnTo>
                <a:lnTo>
                  <a:pt x="308292" y="548639"/>
                </a:lnTo>
                <a:lnTo>
                  <a:pt x="332930" y="542289"/>
                </a:lnTo>
                <a:lnTo>
                  <a:pt x="356425" y="532129"/>
                </a:lnTo>
                <a:lnTo>
                  <a:pt x="367601" y="525779"/>
                </a:lnTo>
                <a:lnTo>
                  <a:pt x="242760" y="525779"/>
                </a:lnTo>
                <a:lnTo>
                  <a:pt x="220027" y="523239"/>
                </a:lnTo>
                <a:lnTo>
                  <a:pt x="166814" y="506729"/>
                </a:lnTo>
                <a:lnTo>
                  <a:pt x="128460" y="483869"/>
                </a:lnTo>
                <a:lnTo>
                  <a:pt x="95186" y="453389"/>
                </a:lnTo>
                <a:lnTo>
                  <a:pt x="67881" y="416560"/>
                </a:lnTo>
                <a:lnTo>
                  <a:pt x="47307" y="374650"/>
                </a:lnTo>
                <a:lnTo>
                  <a:pt x="34099" y="327660"/>
                </a:lnTo>
                <a:lnTo>
                  <a:pt x="29654" y="280669"/>
                </a:lnTo>
                <a:lnTo>
                  <a:pt x="29647" y="275589"/>
                </a:lnTo>
                <a:lnTo>
                  <a:pt x="30670" y="254000"/>
                </a:lnTo>
                <a:lnTo>
                  <a:pt x="39433" y="205739"/>
                </a:lnTo>
                <a:lnTo>
                  <a:pt x="56070" y="161289"/>
                </a:lnTo>
                <a:lnTo>
                  <a:pt x="79946" y="121919"/>
                </a:lnTo>
                <a:lnTo>
                  <a:pt x="110172" y="87629"/>
                </a:lnTo>
                <a:lnTo>
                  <a:pt x="145732" y="60960"/>
                </a:lnTo>
                <a:lnTo>
                  <a:pt x="186118" y="41910"/>
                </a:lnTo>
                <a:lnTo>
                  <a:pt x="241871" y="30479"/>
                </a:lnTo>
                <a:lnTo>
                  <a:pt x="369816" y="30479"/>
                </a:lnTo>
                <a:lnTo>
                  <a:pt x="352234" y="21589"/>
                </a:lnTo>
                <a:lnTo>
                  <a:pt x="328358" y="12700"/>
                </a:lnTo>
                <a:lnTo>
                  <a:pt x="304990" y="6350"/>
                </a:lnTo>
                <a:lnTo>
                  <a:pt x="279336" y="1269"/>
                </a:lnTo>
                <a:lnTo>
                  <a:pt x="265874" y="0"/>
                </a:lnTo>
                <a:close/>
              </a:path>
              <a:path w="508000" h="554989">
                <a:moveTo>
                  <a:pt x="369816" y="30479"/>
                </a:moveTo>
                <a:lnTo>
                  <a:pt x="265112" y="30479"/>
                </a:lnTo>
                <a:lnTo>
                  <a:pt x="287845" y="33019"/>
                </a:lnTo>
                <a:lnTo>
                  <a:pt x="299148" y="35560"/>
                </a:lnTo>
                <a:lnTo>
                  <a:pt x="341058" y="49529"/>
                </a:lnTo>
                <a:lnTo>
                  <a:pt x="379412" y="72389"/>
                </a:lnTo>
                <a:lnTo>
                  <a:pt x="412686" y="102869"/>
                </a:lnTo>
                <a:lnTo>
                  <a:pt x="439991" y="139700"/>
                </a:lnTo>
                <a:lnTo>
                  <a:pt x="460565" y="181610"/>
                </a:lnTo>
                <a:lnTo>
                  <a:pt x="473646" y="227329"/>
                </a:lnTo>
                <a:lnTo>
                  <a:pt x="478278" y="275589"/>
                </a:lnTo>
                <a:lnTo>
                  <a:pt x="478288" y="278129"/>
                </a:lnTo>
                <a:lnTo>
                  <a:pt x="477202" y="302260"/>
                </a:lnTo>
                <a:lnTo>
                  <a:pt x="468439" y="350519"/>
                </a:lnTo>
                <a:lnTo>
                  <a:pt x="451675" y="394969"/>
                </a:lnTo>
                <a:lnTo>
                  <a:pt x="427926" y="434339"/>
                </a:lnTo>
                <a:lnTo>
                  <a:pt x="397700" y="468629"/>
                </a:lnTo>
                <a:lnTo>
                  <a:pt x="362140" y="495300"/>
                </a:lnTo>
                <a:lnTo>
                  <a:pt x="321754" y="514350"/>
                </a:lnTo>
                <a:lnTo>
                  <a:pt x="266001" y="525779"/>
                </a:lnTo>
                <a:lnTo>
                  <a:pt x="367601" y="525779"/>
                </a:lnTo>
                <a:lnTo>
                  <a:pt x="418782" y="488950"/>
                </a:lnTo>
                <a:lnTo>
                  <a:pt x="452564" y="450850"/>
                </a:lnTo>
                <a:lnTo>
                  <a:pt x="478853" y="406400"/>
                </a:lnTo>
                <a:lnTo>
                  <a:pt x="497395" y="356869"/>
                </a:lnTo>
                <a:lnTo>
                  <a:pt x="506793" y="303529"/>
                </a:lnTo>
                <a:lnTo>
                  <a:pt x="507936" y="275589"/>
                </a:lnTo>
                <a:lnTo>
                  <a:pt x="506412" y="247650"/>
                </a:lnTo>
                <a:lnTo>
                  <a:pt x="496252" y="194310"/>
                </a:lnTo>
                <a:lnTo>
                  <a:pt x="477202" y="146050"/>
                </a:lnTo>
                <a:lnTo>
                  <a:pt x="450151" y="101600"/>
                </a:lnTo>
                <a:lnTo>
                  <a:pt x="415607" y="63500"/>
                </a:lnTo>
                <a:lnTo>
                  <a:pt x="374840" y="33019"/>
                </a:lnTo>
                <a:lnTo>
                  <a:pt x="369816" y="30479"/>
                </a:lnTo>
                <a:close/>
              </a:path>
              <a:path w="508000" h="554989">
                <a:moveTo>
                  <a:pt x="264350" y="59689"/>
                </a:moveTo>
                <a:lnTo>
                  <a:pt x="244538" y="59689"/>
                </a:lnTo>
                <a:lnTo>
                  <a:pt x="215836" y="63500"/>
                </a:lnTo>
                <a:lnTo>
                  <a:pt x="179387" y="76200"/>
                </a:lnTo>
                <a:lnTo>
                  <a:pt x="146240" y="96519"/>
                </a:lnTo>
                <a:lnTo>
                  <a:pt x="117157" y="121919"/>
                </a:lnTo>
                <a:lnTo>
                  <a:pt x="93154" y="154939"/>
                </a:lnTo>
                <a:lnTo>
                  <a:pt x="74993" y="191769"/>
                </a:lnTo>
                <a:lnTo>
                  <a:pt x="63309" y="232410"/>
                </a:lnTo>
                <a:lnTo>
                  <a:pt x="59305" y="275589"/>
                </a:lnTo>
                <a:lnTo>
                  <a:pt x="59294" y="278129"/>
                </a:lnTo>
                <a:lnTo>
                  <a:pt x="60134" y="299719"/>
                </a:lnTo>
                <a:lnTo>
                  <a:pt x="67881" y="342900"/>
                </a:lnTo>
                <a:lnTo>
                  <a:pt x="82613" y="382269"/>
                </a:lnTo>
                <a:lnTo>
                  <a:pt x="103695" y="416560"/>
                </a:lnTo>
                <a:lnTo>
                  <a:pt x="130111" y="447039"/>
                </a:lnTo>
                <a:lnTo>
                  <a:pt x="160972" y="469900"/>
                </a:lnTo>
                <a:lnTo>
                  <a:pt x="195643" y="486410"/>
                </a:lnTo>
                <a:lnTo>
                  <a:pt x="243522" y="496569"/>
                </a:lnTo>
                <a:lnTo>
                  <a:pt x="263334" y="496569"/>
                </a:lnTo>
                <a:lnTo>
                  <a:pt x="310705" y="486410"/>
                </a:lnTo>
                <a:lnTo>
                  <a:pt x="352671" y="466089"/>
                </a:lnTo>
                <a:lnTo>
                  <a:pt x="236410" y="466089"/>
                </a:lnTo>
                <a:lnTo>
                  <a:pt x="228028" y="464819"/>
                </a:lnTo>
                <a:lnTo>
                  <a:pt x="220662" y="462279"/>
                </a:lnTo>
                <a:lnTo>
                  <a:pt x="203771" y="458469"/>
                </a:lnTo>
                <a:lnTo>
                  <a:pt x="189166" y="452119"/>
                </a:lnTo>
                <a:lnTo>
                  <a:pt x="149161" y="424179"/>
                </a:lnTo>
                <a:lnTo>
                  <a:pt x="117157" y="383539"/>
                </a:lnTo>
                <a:lnTo>
                  <a:pt x="96075" y="334010"/>
                </a:lnTo>
                <a:lnTo>
                  <a:pt x="89471" y="295910"/>
                </a:lnTo>
                <a:lnTo>
                  <a:pt x="88836" y="275589"/>
                </a:lnTo>
                <a:lnTo>
                  <a:pt x="89852" y="256539"/>
                </a:lnTo>
                <a:lnTo>
                  <a:pt x="97091" y="218439"/>
                </a:lnTo>
                <a:lnTo>
                  <a:pt x="119189" y="168910"/>
                </a:lnTo>
                <a:lnTo>
                  <a:pt x="152209" y="129539"/>
                </a:lnTo>
                <a:lnTo>
                  <a:pt x="193357" y="102869"/>
                </a:lnTo>
                <a:lnTo>
                  <a:pt x="230949" y="91439"/>
                </a:lnTo>
                <a:lnTo>
                  <a:pt x="247078" y="88900"/>
                </a:lnTo>
                <a:lnTo>
                  <a:pt x="350869" y="88900"/>
                </a:lnTo>
                <a:lnTo>
                  <a:pt x="346900" y="86360"/>
                </a:lnTo>
                <a:lnTo>
                  <a:pt x="329882" y="76200"/>
                </a:lnTo>
                <a:lnTo>
                  <a:pt x="312229" y="69850"/>
                </a:lnTo>
                <a:lnTo>
                  <a:pt x="293179" y="63500"/>
                </a:lnTo>
                <a:lnTo>
                  <a:pt x="264350" y="59689"/>
                </a:lnTo>
                <a:close/>
              </a:path>
              <a:path w="508000" h="554989">
                <a:moveTo>
                  <a:pt x="350869" y="88900"/>
                </a:moveTo>
                <a:lnTo>
                  <a:pt x="263461" y="88900"/>
                </a:lnTo>
                <a:lnTo>
                  <a:pt x="279844" y="91439"/>
                </a:lnTo>
                <a:lnTo>
                  <a:pt x="287210" y="92710"/>
                </a:lnTo>
                <a:lnTo>
                  <a:pt x="332930" y="111760"/>
                </a:lnTo>
                <a:lnTo>
                  <a:pt x="370649" y="144779"/>
                </a:lnTo>
                <a:lnTo>
                  <a:pt x="399097" y="187960"/>
                </a:lnTo>
                <a:lnTo>
                  <a:pt x="415861" y="241300"/>
                </a:lnTo>
                <a:lnTo>
                  <a:pt x="419036" y="280669"/>
                </a:lnTo>
                <a:lnTo>
                  <a:pt x="418020" y="299719"/>
                </a:lnTo>
                <a:lnTo>
                  <a:pt x="410781" y="337819"/>
                </a:lnTo>
                <a:lnTo>
                  <a:pt x="388683" y="387350"/>
                </a:lnTo>
                <a:lnTo>
                  <a:pt x="355663" y="426719"/>
                </a:lnTo>
                <a:lnTo>
                  <a:pt x="314515" y="453389"/>
                </a:lnTo>
                <a:lnTo>
                  <a:pt x="276923" y="464819"/>
                </a:lnTo>
                <a:lnTo>
                  <a:pt x="269303" y="466089"/>
                </a:lnTo>
                <a:lnTo>
                  <a:pt x="352671" y="466089"/>
                </a:lnTo>
                <a:lnTo>
                  <a:pt x="390715" y="433069"/>
                </a:lnTo>
                <a:lnTo>
                  <a:pt x="414718" y="401319"/>
                </a:lnTo>
                <a:lnTo>
                  <a:pt x="432879" y="364489"/>
                </a:lnTo>
                <a:lnTo>
                  <a:pt x="444563" y="322579"/>
                </a:lnTo>
                <a:lnTo>
                  <a:pt x="448514" y="280669"/>
                </a:lnTo>
                <a:lnTo>
                  <a:pt x="448507" y="275589"/>
                </a:lnTo>
                <a:lnTo>
                  <a:pt x="444817" y="233679"/>
                </a:lnTo>
                <a:lnTo>
                  <a:pt x="433387" y="193039"/>
                </a:lnTo>
                <a:lnTo>
                  <a:pt x="415353" y="156210"/>
                </a:lnTo>
                <a:lnTo>
                  <a:pt x="391604" y="123189"/>
                </a:lnTo>
                <a:lnTo>
                  <a:pt x="362775" y="96519"/>
                </a:lnTo>
                <a:lnTo>
                  <a:pt x="350869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635365" y="1790826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35114" y="2358389"/>
            <a:ext cx="506730" cy="551180"/>
          </a:xfrm>
          <a:custGeom>
            <a:avLst/>
            <a:gdLst/>
            <a:ahLst/>
            <a:cxnLst/>
            <a:rect l="l" t="t" r="r" b="b"/>
            <a:pathLst>
              <a:path w="506729" h="551180">
                <a:moveTo>
                  <a:pt x="265175" y="0"/>
                </a:moveTo>
                <a:lnTo>
                  <a:pt x="238505" y="0"/>
                </a:lnTo>
                <a:lnTo>
                  <a:pt x="212978" y="2539"/>
                </a:lnTo>
                <a:lnTo>
                  <a:pt x="198881" y="6350"/>
                </a:lnTo>
                <a:lnTo>
                  <a:pt x="174370" y="12700"/>
                </a:lnTo>
                <a:lnTo>
                  <a:pt x="128904" y="35559"/>
                </a:lnTo>
                <a:lnTo>
                  <a:pt x="88900" y="66039"/>
                </a:lnTo>
                <a:lnTo>
                  <a:pt x="55244" y="102869"/>
                </a:lnTo>
                <a:lnTo>
                  <a:pt x="28955" y="147319"/>
                </a:lnTo>
                <a:lnTo>
                  <a:pt x="10540" y="196850"/>
                </a:lnTo>
                <a:lnTo>
                  <a:pt x="1142" y="250189"/>
                </a:lnTo>
                <a:lnTo>
                  <a:pt x="0" y="278129"/>
                </a:lnTo>
                <a:lnTo>
                  <a:pt x="1524" y="306069"/>
                </a:lnTo>
                <a:lnTo>
                  <a:pt x="11683" y="358139"/>
                </a:lnTo>
                <a:lnTo>
                  <a:pt x="30733" y="407669"/>
                </a:lnTo>
                <a:lnTo>
                  <a:pt x="57657" y="450850"/>
                </a:lnTo>
                <a:lnTo>
                  <a:pt x="92075" y="488950"/>
                </a:lnTo>
                <a:lnTo>
                  <a:pt x="132841" y="518159"/>
                </a:lnTo>
                <a:lnTo>
                  <a:pt x="178942" y="539750"/>
                </a:lnTo>
                <a:lnTo>
                  <a:pt x="241300" y="551179"/>
                </a:lnTo>
                <a:lnTo>
                  <a:pt x="267969" y="551179"/>
                </a:lnTo>
                <a:lnTo>
                  <a:pt x="293496" y="548639"/>
                </a:lnTo>
                <a:lnTo>
                  <a:pt x="307593" y="544829"/>
                </a:lnTo>
                <a:lnTo>
                  <a:pt x="332104" y="538479"/>
                </a:lnTo>
                <a:lnTo>
                  <a:pt x="355345" y="528319"/>
                </a:lnTo>
                <a:lnTo>
                  <a:pt x="366458" y="521969"/>
                </a:lnTo>
                <a:lnTo>
                  <a:pt x="242061" y="521969"/>
                </a:lnTo>
                <a:lnTo>
                  <a:pt x="219455" y="519429"/>
                </a:lnTo>
                <a:lnTo>
                  <a:pt x="166369" y="502919"/>
                </a:lnTo>
                <a:lnTo>
                  <a:pt x="128269" y="480059"/>
                </a:lnTo>
                <a:lnTo>
                  <a:pt x="95122" y="449579"/>
                </a:lnTo>
                <a:lnTo>
                  <a:pt x="67817" y="414019"/>
                </a:lnTo>
                <a:lnTo>
                  <a:pt x="47243" y="372109"/>
                </a:lnTo>
                <a:lnTo>
                  <a:pt x="34289" y="325119"/>
                </a:lnTo>
                <a:lnTo>
                  <a:pt x="29657" y="278129"/>
                </a:lnTo>
                <a:lnTo>
                  <a:pt x="29762" y="273050"/>
                </a:lnTo>
                <a:lnTo>
                  <a:pt x="34035" y="227329"/>
                </a:lnTo>
                <a:lnTo>
                  <a:pt x="46735" y="180339"/>
                </a:lnTo>
                <a:lnTo>
                  <a:pt x="67182" y="138429"/>
                </a:lnTo>
                <a:lnTo>
                  <a:pt x="94106" y="102869"/>
                </a:lnTo>
                <a:lnTo>
                  <a:pt x="127126" y="72389"/>
                </a:lnTo>
                <a:lnTo>
                  <a:pt x="164972" y="49529"/>
                </a:lnTo>
                <a:lnTo>
                  <a:pt x="207009" y="34289"/>
                </a:lnTo>
                <a:lnTo>
                  <a:pt x="241172" y="29209"/>
                </a:lnTo>
                <a:lnTo>
                  <a:pt x="366267" y="29209"/>
                </a:lnTo>
                <a:lnTo>
                  <a:pt x="351281" y="21589"/>
                </a:lnTo>
                <a:lnTo>
                  <a:pt x="327532" y="11429"/>
                </a:lnTo>
                <a:lnTo>
                  <a:pt x="303783" y="5079"/>
                </a:lnTo>
                <a:lnTo>
                  <a:pt x="291083" y="2539"/>
                </a:lnTo>
                <a:lnTo>
                  <a:pt x="265175" y="0"/>
                </a:lnTo>
                <a:close/>
              </a:path>
              <a:path w="506729" h="551180">
                <a:moveTo>
                  <a:pt x="366267" y="29209"/>
                </a:moveTo>
                <a:lnTo>
                  <a:pt x="264413" y="29209"/>
                </a:lnTo>
                <a:lnTo>
                  <a:pt x="287019" y="31750"/>
                </a:lnTo>
                <a:lnTo>
                  <a:pt x="298195" y="34289"/>
                </a:lnTo>
                <a:lnTo>
                  <a:pt x="340105" y="48259"/>
                </a:lnTo>
                <a:lnTo>
                  <a:pt x="378205" y="71119"/>
                </a:lnTo>
                <a:lnTo>
                  <a:pt x="411352" y="101600"/>
                </a:lnTo>
                <a:lnTo>
                  <a:pt x="438657" y="138429"/>
                </a:lnTo>
                <a:lnTo>
                  <a:pt x="459231" y="179069"/>
                </a:lnTo>
                <a:lnTo>
                  <a:pt x="472185" y="226059"/>
                </a:lnTo>
                <a:lnTo>
                  <a:pt x="476818" y="273050"/>
                </a:lnTo>
                <a:lnTo>
                  <a:pt x="476827" y="275589"/>
                </a:lnTo>
                <a:lnTo>
                  <a:pt x="475741" y="299719"/>
                </a:lnTo>
                <a:lnTo>
                  <a:pt x="466978" y="347979"/>
                </a:lnTo>
                <a:lnTo>
                  <a:pt x="450468" y="392429"/>
                </a:lnTo>
                <a:lnTo>
                  <a:pt x="426719" y="431800"/>
                </a:lnTo>
                <a:lnTo>
                  <a:pt x="396493" y="464819"/>
                </a:lnTo>
                <a:lnTo>
                  <a:pt x="361060" y="491489"/>
                </a:lnTo>
                <a:lnTo>
                  <a:pt x="320928" y="510539"/>
                </a:lnTo>
                <a:lnTo>
                  <a:pt x="265302" y="521969"/>
                </a:lnTo>
                <a:lnTo>
                  <a:pt x="366458" y="521969"/>
                </a:lnTo>
                <a:lnTo>
                  <a:pt x="417575" y="485139"/>
                </a:lnTo>
                <a:lnTo>
                  <a:pt x="451230" y="448309"/>
                </a:lnTo>
                <a:lnTo>
                  <a:pt x="477646" y="403859"/>
                </a:lnTo>
                <a:lnTo>
                  <a:pt x="495934" y="354329"/>
                </a:lnTo>
                <a:lnTo>
                  <a:pt x="505332" y="300989"/>
                </a:lnTo>
                <a:lnTo>
                  <a:pt x="506475" y="273050"/>
                </a:lnTo>
                <a:lnTo>
                  <a:pt x="504951" y="246379"/>
                </a:lnTo>
                <a:lnTo>
                  <a:pt x="494918" y="193039"/>
                </a:lnTo>
                <a:lnTo>
                  <a:pt x="475868" y="143509"/>
                </a:lnTo>
                <a:lnTo>
                  <a:pt x="448817" y="100329"/>
                </a:lnTo>
                <a:lnTo>
                  <a:pt x="414527" y="62229"/>
                </a:lnTo>
                <a:lnTo>
                  <a:pt x="373760" y="33019"/>
                </a:lnTo>
                <a:lnTo>
                  <a:pt x="366267" y="29209"/>
                </a:lnTo>
                <a:close/>
              </a:path>
              <a:path w="506729" h="551180">
                <a:moveTo>
                  <a:pt x="253618" y="58419"/>
                </a:moveTo>
                <a:lnTo>
                  <a:pt x="243839" y="58419"/>
                </a:lnTo>
                <a:lnTo>
                  <a:pt x="224281" y="60959"/>
                </a:lnTo>
                <a:lnTo>
                  <a:pt x="178942" y="74929"/>
                </a:lnTo>
                <a:lnTo>
                  <a:pt x="146050" y="95250"/>
                </a:lnTo>
                <a:lnTo>
                  <a:pt x="117093" y="120650"/>
                </a:lnTo>
                <a:lnTo>
                  <a:pt x="93217" y="153669"/>
                </a:lnTo>
                <a:lnTo>
                  <a:pt x="74929" y="190500"/>
                </a:lnTo>
                <a:lnTo>
                  <a:pt x="63372" y="231139"/>
                </a:lnTo>
                <a:lnTo>
                  <a:pt x="59421" y="273050"/>
                </a:lnTo>
                <a:lnTo>
                  <a:pt x="59413" y="278129"/>
                </a:lnTo>
                <a:lnTo>
                  <a:pt x="60197" y="297179"/>
                </a:lnTo>
                <a:lnTo>
                  <a:pt x="67944" y="340359"/>
                </a:lnTo>
                <a:lnTo>
                  <a:pt x="82676" y="378459"/>
                </a:lnTo>
                <a:lnTo>
                  <a:pt x="103631" y="414019"/>
                </a:lnTo>
                <a:lnTo>
                  <a:pt x="129920" y="443229"/>
                </a:lnTo>
                <a:lnTo>
                  <a:pt x="160654" y="466089"/>
                </a:lnTo>
                <a:lnTo>
                  <a:pt x="195199" y="482600"/>
                </a:lnTo>
                <a:lnTo>
                  <a:pt x="242824" y="492759"/>
                </a:lnTo>
                <a:lnTo>
                  <a:pt x="262635" y="492759"/>
                </a:lnTo>
                <a:lnTo>
                  <a:pt x="309752" y="482600"/>
                </a:lnTo>
                <a:lnTo>
                  <a:pt x="351662" y="462279"/>
                </a:lnTo>
                <a:lnTo>
                  <a:pt x="235838" y="462279"/>
                </a:lnTo>
                <a:lnTo>
                  <a:pt x="227456" y="461009"/>
                </a:lnTo>
                <a:lnTo>
                  <a:pt x="219582" y="458469"/>
                </a:lnTo>
                <a:lnTo>
                  <a:pt x="203326" y="454659"/>
                </a:lnTo>
                <a:lnTo>
                  <a:pt x="188721" y="448309"/>
                </a:lnTo>
                <a:lnTo>
                  <a:pt x="148843" y="420369"/>
                </a:lnTo>
                <a:lnTo>
                  <a:pt x="117093" y="379729"/>
                </a:lnTo>
                <a:lnTo>
                  <a:pt x="96138" y="330200"/>
                </a:lnTo>
                <a:lnTo>
                  <a:pt x="89026" y="278129"/>
                </a:lnTo>
                <a:lnTo>
                  <a:pt x="88963" y="273050"/>
                </a:lnTo>
                <a:lnTo>
                  <a:pt x="89915" y="254000"/>
                </a:lnTo>
                <a:lnTo>
                  <a:pt x="103124" y="199389"/>
                </a:lnTo>
                <a:lnTo>
                  <a:pt x="129031" y="153669"/>
                </a:lnTo>
                <a:lnTo>
                  <a:pt x="164972" y="118109"/>
                </a:lnTo>
                <a:lnTo>
                  <a:pt x="207899" y="95250"/>
                </a:lnTo>
                <a:lnTo>
                  <a:pt x="237870" y="88900"/>
                </a:lnTo>
                <a:lnTo>
                  <a:pt x="351821" y="88900"/>
                </a:lnTo>
                <a:lnTo>
                  <a:pt x="345820" y="85089"/>
                </a:lnTo>
                <a:lnTo>
                  <a:pt x="328929" y="76200"/>
                </a:lnTo>
                <a:lnTo>
                  <a:pt x="311276" y="68579"/>
                </a:lnTo>
                <a:lnTo>
                  <a:pt x="283082" y="60959"/>
                </a:lnTo>
                <a:lnTo>
                  <a:pt x="273303" y="59689"/>
                </a:lnTo>
                <a:lnTo>
                  <a:pt x="263651" y="59689"/>
                </a:lnTo>
                <a:lnTo>
                  <a:pt x="253618" y="58419"/>
                </a:lnTo>
                <a:close/>
              </a:path>
              <a:path w="506729" h="551180">
                <a:moveTo>
                  <a:pt x="351821" y="88900"/>
                </a:moveTo>
                <a:lnTo>
                  <a:pt x="270636" y="88900"/>
                </a:lnTo>
                <a:lnTo>
                  <a:pt x="279018" y="90169"/>
                </a:lnTo>
                <a:lnTo>
                  <a:pt x="286892" y="92709"/>
                </a:lnTo>
                <a:lnTo>
                  <a:pt x="331724" y="111759"/>
                </a:lnTo>
                <a:lnTo>
                  <a:pt x="369315" y="143509"/>
                </a:lnTo>
                <a:lnTo>
                  <a:pt x="397763" y="186689"/>
                </a:lnTo>
                <a:lnTo>
                  <a:pt x="414400" y="238759"/>
                </a:lnTo>
                <a:lnTo>
                  <a:pt x="417575" y="278129"/>
                </a:lnTo>
                <a:lnTo>
                  <a:pt x="416559" y="297179"/>
                </a:lnTo>
                <a:lnTo>
                  <a:pt x="403351" y="351789"/>
                </a:lnTo>
                <a:lnTo>
                  <a:pt x="377570" y="398779"/>
                </a:lnTo>
                <a:lnTo>
                  <a:pt x="341502" y="433069"/>
                </a:lnTo>
                <a:lnTo>
                  <a:pt x="298576" y="455929"/>
                </a:lnTo>
                <a:lnTo>
                  <a:pt x="268604" y="462279"/>
                </a:lnTo>
                <a:lnTo>
                  <a:pt x="351662" y="462279"/>
                </a:lnTo>
                <a:lnTo>
                  <a:pt x="389381" y="430529"/>
                </a:lnTo>
                <a:lnTo>
                  <a:pt x="413384" y="397509"/>
                </a:lnTo>
                <a:lnTo>
                  <a:pt x="431545" y="360679"/>
                </a:lnTo>
                <a:lnTo>
                  <a:pt x="443102" y="320039"/>
                </a:lnTo>
                <a:lnTo>
                  <a:pt x="447107" y="278129"/>
                </a:lnTo>
                <a:lnTo>
                  <a:pt x="446997" y="273050"/>
                </a:lnTo>
                <a:lnTo>
                  <a:pt x="443356" y="232409"/>
                </a:lnTo>
                <a:lnTo>
                  <a:pt x="432053" y="191769"/>
                </a:lnTo>
                <a:lnTo>
                  <a:pt x="414146" y="154939"/>
                </a:lnTo>
                <a:lnTo>
                  <a:pt x="390397" y="121919"/>
                </a:lnTo>
                <a:lnTo>
                  <a:pt x="361822" y="95250"/>
                </a:lnTo>
                <a:lnTo>
                  <a:pt x="351821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314438" y="2460117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142733" y="3024377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39"/>
                </a:lnTo>
                <a:lnTo>
                  <a:pt x="199644" y="6350"/>
                </a:lnTo>
                <a:lnTo>
                  <a:pt x="175006" y="12700"/>
                </a:lnTo>
                <a:lnTo>
                  <a:pt x="129413" y="35559"/>
                </a:lnTo>
                <a:lnTo>
                  <a:pt x="89281" y="66039"/>
                </a:lnTo>
                <a:lnTo>
                  <a:pt x="55372" y="102869"/>
                </a:lnTo>
                <a:lnTo>
                  <a:pt x="29083" y="147319"/>
                </a:lnTo>
                <a:lnTo>
                  <a:pt x="10541" y="196850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4800"/>
                </a:lnTo>
                <a:lnTo>
                  <a:pt x="11684" y="358139"/>
                </a:lnTo>
                <a:lnTo>
                  <a:pt x="30861" y="407669"/>
                </a:lnTo>
                <a:lnTo>
                  <a:pt x="57912" y="450850"/>
                </a:lnTo>
                <a:lnTo>
                  <a:pt x="92329" y="488950"/>
                </a:lnTo>
                <a:lnTo>
                  <a:pt x="133350" y="518159"/>
                </a:lnTo>
                <a:lnTo>
                  <a:pt x="179577" y="539750"/>
                </a:lnTo>
                <a:lnTo>
                  <a:pt x="242062" y="551179"/>
                </a:lnTo>
                <a:lnTo>
                  <a:pt x="268732" y="551179"/>
                </a:lnTo>
                <a:lnTo>
                  <a:pt x="294386" y="548639"/>
                </a:lnTo>
                <a:lnTo>
                  <a:pt x="308356" y="544829"/>
                </a:lnTo>
                <a:lnTo>
                  <a:pt x="332994" y="538479"/>
                </a:lnTo>
                <a:lnTo>
                  <a:pt x="356362" y="528319"/>
                </a:lnTo>
                <a:lnTo>
                  <a:pt x="367538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250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3" y="325119"/>
                </a:lnTo>
                <a:lnTo>
                  <a:pt x="29657" y="278129"/>
                </a:lnTo>
                <a:lnTo>
                  <a:pt x="29762" y="273050"/>
                </a:lnTo>
                <a:lnTo>
                  <a:pt x="34036" y="227329"/>
                </a:lnTo>
                <a:lnTo>
                  <a:pt x="46863" y="180339"/>
                </a:lnTo>
                <a:lnTo>
                  <a:pt x="67310" y="138429"/>
                </a:lnTo>
                <a:lnTo>
                  <a:pt x="94361" y="102869"/>
                </a:lnTo>
                <a:lnTo>
                  <a:pt x="127381" y="72389"/>
                </a:lnTo>
                <a:lnTo>
                  <a:pt x="165481" y="49529"/>
                </a:lnTo>
                <a:lnTo>
                  <a:pt x="207772" y="34289"/>
                </a:lnTo>
                <a:lnTo>
                  <a:pt x="241935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09"/>
                </a:moveTo>
                <a:lnTo>
                  <a:pt x="265175" y="29209"/>
                </a:lnTo>
                <a:lnTo>
                  <a:pt x="287909" y="31750"/>
                </a:lnTo>
                <a:lnTo>
                  <a:pt x="299085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600"/>
                </a:lnTo>
                <a:lnTo>
                  <a:pt x="440055" y="138429"/>
                </a:lnTo>
                <a:lnTo>
                  <a:pt x="460629" y="179069"/>
                </a:lnTo>
                <a:lnTo>
                  <a:pt x="473710" y="226059"/>
                </a:lnTo>
                <a:lnTo>
                  <a:pt x="478342" y="273050"/>
                </a:lnTo>
                <a:lnTo>
                  <a:pt x="478351" y="275589"/>
                </a:lnTo>
                <a:lnTo>
                  <a:pt x="477266" y="299719"/>
                </a:lnTo>
                <a:lnTo>
                  <a:pt x="468502" y="347979"/>
                </a:lnTo>
                <a:lnTo>
                  <a:pt x="451739" y="392429"/>
                </a:lnTo>
                <a:lnTo>
                  <a:pt x="427990" y="431800"/>
                </a:lnTo>
                <a:lnTo>
                  <a:pt x="397764" y="464819"/>
                </a:lnTo>
                <a:lnTo>
                  <a:pt x="362204" y="491489"/>
                </a:lnTo>
                <a:lnTo>
                  <a:pt x="321818" y="510539"/>
                </a:lnTo>
                <a:lnTo>
                  <a:pt x="266065" y="521969"/>
                </a:lnTo>
                <a:lnTo>
                  <a:pt x="367538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8917" y="403859"/>
                </a:lnTo>
                <a:lnTo>
                  <a:pt x="497459" y="354329"/>
                </a:lnTo>
                <a:lnTo>
                  <a:pt x="506857" y="300989"/>
                </a:lnTo>
                <a:lnTo>
                  <a:pt x="508000" y="273050"/>
                </a:lnTo>
                <a:lnTo>
                  <a:pt x="506475" y="246379"/>
                </a:lnTo>
                <a:lnTo>
                  <a:pt x="496316" y="193039"/>
                </a:lnTo>
                <a:lnTo>
                  <a:pt x="477266" y="143509"/>
                </a:lnTo>
                <a:lnTo>
                  <a:pt x="450088" y="100329"/>
                </a:lnTo>
                <a:lnTo>
                  <a:pt x="415671" y="62229"/>
                </a:lnTo>
                <a:lnTo>
                  <a:pt x="374904" y="33019"/>
                </a:lnTo>
                <a:lnTo>
                  <a:pt x="367368" y="29209"/>
                </a:lnTo>
                <a:close/>
              </a:path>
              <a:path w="508000" h="551179">
                <a:moveTo>
                  <a:pt x="254381" y="58419"/>
                </a:moveTo>
                <a:lnTo>
                  <a:pt x="244601" y="5841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4" y="95250"/>
                </a:lnTo>
                <a:lnTo>
                  <a:pt x="117221" y="120650"/>
                </a:lnTo>
                <a:lnTo>
                  <a:pt x="93218" y="153669"/>
                </a:lnTo>
                <a:lnTo>
                  <a:pt x="75057" y="190500"/>
                </a:lnTo>
                <a:lnTo>
                  <a:pt x="63373" y="231139"/>
                </a:lnTo>
                <a:lnTo>
                  <a:pt x="59421" y="273050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759" y="414019"/>
                </a:lnTo>
                <a:lnTo>
                  <a:pt x="130175" y="443229"/>
                </a:lnTo>
                <a:lnTo>
                  <a:pt x="161036" y="466089"/>
                </a:lnTo>
                <a:lnTo>
                  <a:pt x="195707" y="482600"/>
                </a:lnTo>
                <a:lnTo>
                  <a:pt x="243586" y="492759"/>
                </a:lnTo>
                <a:lnTo>
                  <a:pt x="263398" y="492759"/>
                </a:lnTo>
                <a:lnTo>
                  <a:pt x="310769" y="482600"/>
                </a:lnTo>
                <a:lnTo>
                  <a:pt x="345694" y="467359"/>
                </a:lnTo>
                <a:lnTo>
                  <a:pt x="35280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220345" y="458469"/>
                </a:lnTo>
                <a:lnTo>
                  <a:pt x="203835" y="454659"/>
                </a:lnTo>
                <a:lnTo>
                  <a:pt x="189230" y="448309"/>
                </a:lnTo>
                <a:lnTo>
                  <a:pt x="149098" y="420369"/>
                </a:lnTo>
                <a:lnTo>
                  <a:pt x="117094" y="379729"/>
                </a:lnTo>
                <a:lnTo>
                  <a:pt x="96012" y="330200"/>
                </a:lnTo>
                <a:lnTo>
                  <a:pt x="89026" y="278129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89"/>
                </a:lnTo>
                <a:lnTo>
                  <a:pt x="129159" y="153669"/>
                </a:lnTo>
                <a:lnTo>
                  <a:pt x="165226" y="118109"/>
                </a:lnTo>
                <a:lnTo>
                  <a:pt x="208407" y="95250"/>
                </a:lnTo>
                <a:lnTo>
                  <a:pt x="238633" y="88900"/>
                </a:lnTo>
                <a:lnTo>
                  <a:pt x="352964" y="88900"/>
                </a:lnTo>
                <a:lnTo>
                  <a:pt x="346964" y="85089"/>
                </a:lnTo>
                <a:lnTo>
                  <a:pt x="329946" y="76200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lnTo>
                  <a:pt x="264414" y="59689"/>
                </a:lnTo>
                <a:lnTo>
                  <a:pt x="254381" y="58419"/>
                </a:lnTo>
                <a:close/>
              </a:path>
              <a:path w="508000" h="551179">
                <a:moveTo>
                  <a:pt x="352964" y="88900"/>
                </a:moveTo>
                <a:lnTo>
                  <a:pt x="271525" y="88900"/>
                </a:lnTo>
                <a:lnTo>
                  <a:pt x="279908" y="90169"/>
                </a:lnTo>
                <a:lnTo>
                  <a:pt x="287655" y="92709"/>
                </a:lnTo>
                <a:lnTo>
                  <a:pt x="332994" y="111759"/>
                </a:lnTo>
                <a:lnTo>
                  <a:pt x="370840" y="143509"/>
                </a:lnTo>
                <a:lnTo>
                  <a:pt x="399161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4" y="297179"/>
                </a:lnTo>
                <a:lnTo>
                  <a:pt x="404875" y="351789"/>
                </a:lnTo>
                <a:lnTo>
                  <a:pt x="378841" y="398779"/>
                </a:lnTo>
                <a:lnTo>
                  <a:pt x="342773" y="433069"/>
                </a:lnTo>
                <a:lnTo>
                  <a:pt x="299593" y="455929"/>
                </a:lnTo>
                <a:lnTo>
                  <a:pt x="269367" y="462279"/>
                </a:lnTo>
                <a:lnTo>
                  <a:pt x="352805" y="462279"/>
                </a:lnTo>
                <a:lnTo>
                  <a:pt x="390779" y="430529"/>
                </a:lnTo>
                <a:lnTo>
                  <a:pt x="414782" y="397509"/>
                </a:lnTo>
                <a:lnTo>
                  <a:pt x="433070" y="360679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21" y="273050"/>
                </a:lnTo>
                <a:lnTo>
                  <a:pt x="444881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668" y="121919"/>
                </a:lnTo>
                <a:lnTo>
                  <a:pt x="362966" y="95250"/>
                </a:lnTo>
                <a:lnTo>
                  <a:pt x="352964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320788" y="3124911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65085" y="3725417"/>
            <a:ext cx="419100" cy="463550"/>
          </a:xfrm>
          <a:custGeom>
            <a:avLst/>
            <a:gdLst/>
            <a:ahLst/>
            <a:cxnLst/>
            <a:rect l="l" t="t" r="r" b="b"/>
            <a:pathLst>
              <a:path w="419100" h="463550">
                <a:moveTo>
                  <a:pt x="0" y="231647"/>
                </a:moveTo>
                <a:lnTo>
                  <a:pt x="4258" y="184976"/>
                </a:lnTo>
                <a:lnTo>
                  <a:pt x="16472" y="141499"/>
                </a:lnTo>
                <a:lnTo>
                  <a:pt x="35796" y="102151"/>
                </a:lnTo>
                <a:lnTo>
                  <a:pt x="61388" y="67865"/>
                </a:lnTo>
                <a:lnTo>
                  <a:pt x="92403" y="39574"/>
                </a:lnTo>
                <a:lnTo>
                  <a:pt x="127998" y="18210"/>
                </a:lnTo>
                <a:lnTo>
                  <a:pt x="167328" y="4708"/>
                </a:lnTo>
                <a:lnTo>
                  <a:pt x="209550" y="0"/>
                </a:lnTo>
                <a:lnTo>
                  <a:pt x="251771" y="4708"/>
                </a:lnTo>
                <a:lnTo>
                  <a:pt x="291101" y="18210"/>
                </a:lnTo>
                <a:lnTo>
                  <a:pt x="326696" y="39574"/>
                </a:lnTo>
                <a:lnTo>
                  <a:pt x="357711" y="67865"/>
                </a:lnTo>
                <a:lnTo>
                  <a:pt x="383303" y="102151"/>
                </a:lnTo>
                <a:lnTo>
                  <a:pt x="402627" y="141499"/>
                </a:lnTo>
                <a:lnTo>
                  <a:pt x="414841" y="184976"/>
                </a:lnTo>
                <a:lnTo>
                  <a:pt x="419100" y="231647"/>
                </a:lnTo>
                <a:lnTo>
                  <a:pt x="414841" y="278319"/>
                </a:lnTo>
                <a:lnTo>
                  <a:pt x="402627" y="321796"/>
                </a:lnTo>
                <a:lnTo>
                  <a:pt x="383303" y="361144"/>
                </a:lnTo>
                <a:lnTo>
                  <a:pt x="357711" y="395430"/>
                </a:lnTo>
                <a:lnTo>
                  <a:pt x="326696" y="423721"/>
                </a:lnTo>
                <a:lnTo>
                  <a:pt x="291101" y="445085"/>
                </a:lnTo>
                <a:lnTo>
                  <a:pt x="251771" y="458587"/>
                </a:lnTo>
                <a:lnTo>
                  <a:pt x="209550" y="463295"/>
                </a:lnTo>
                <a:lnTo>
                  <a:pt x="167328" y="458587"/>
                </a:lnTo>
                <a:lnTo>
                  <a:pt x="127998" y="445085"/>
                </a:lnTo>
                <a:lnTo>
                  <a:pt x="92403" y="423721"/>
                </a:lnTo>
                <a:lnTo>
                  <a:pt x="61388" y="395430"/>
                </a:lnTo>
                <a:lnTo>
                  <a:pt x="35796" y="361144"/>
                </a:lnTo>
                <a:lnTo>
                  <a:pt x="16472" y="321796"/>
                </a:lnTo>
                <a:lnTo>
                  <a:pt x="4258" y="278319"/>
                </a:lnTo>
                <a:lnTo>
                  <a:pt x="0" y="231647"/>
                </a:lnTo>
                <a:close/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298563" y="3782695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47633" y="3685794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39"/>
                </a:lnTo>
                <a:lnTo>
                  <a:pt x="199644" y="6349"/>
                </a:lnTo>
                <a:lnTo>
                  <a:pt x="175006" y="12699"/>
                </a:lnTo>
                <a:lnTo>
                  <a:pt x="129413" y="35559"/>
                </a:lnTo>
                <a:lnTo>
                  <a:pt x="89281" y="66039"/>
                </a:lnTo>
                <a:lnTo>
                  <a:pt x="55372" y="102869"/>
                </a:lnTo>
                <a:lnTo>
                  <a:pt x="29083" y="147319"/>
                </a:lnTo>
                <a:lnTo>
                  <a:pt x="10541" y="196849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4799"/>
                </a:lnTo>
                <a:lnTo>
                  <a:pt x="11684" y="358139"/>
                </a:lnTo>
                <a:lnTo>
                  <a:pt x="30861" y="407669"/>
                </a:lnTo>
                <a:lnTo>
                  <a:pt x="57912" y="450849"/>
                </a:lnTo>
                <a:lnTo>
                  <a:pt x="92329" y="488949"/>
                </a:lnTo>
                <a:lnTo>
                  <a:pt x="133350" y="519429"/>
                </a:lnTo>
                <a:lnTo>
                  <a:pt x="179577" y="539749"/>
                </a:lnTo>
                <a:lnTo>
                  <a:pt x="242062" y="551179"/>
                </a:lnTo>
                <a:lnTo>
                  <a:pt x="268732" y="551179"/>
                </a:lnTo>
                <a:lnTo>
                  <a:pt x="294386" y="548639"/>
                </a:lnTo>
                <a:lnTo>
                  <a:pt x="308356" y="544829"/>
                </a:lnTo>
                <a:lnTo>
                  <a:pt x="332994" y="538479"/>
                </a:lnTo>
                <a:lnTo>
                  <a:pt x="356362" y="528319"/>
                </a:lnTo>
                <a:lnTo>
                  <a:pt x="367538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376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3" y="325119"/>
                </a:lnTo>
                <a:lnTo>
                  <a:pt x="29657" y="278129"/>
                </a:lnTo>
                <a:lnTo>
                  <a:pt x="29762" y="273049"/>
                </a:lnTo>
                <a:lnTo>
                  <a:pt x="34036" y="227329"/>
                </a:lnTo>
                <a:lnTo>
                  <a:pt x="46863" y="180339"/>
                </a:lnTo>
                <a:lnTo>
                  <a:pt x="67310" y="138429"/>
                </a:lnTo>
                <a:lnTo>
                  <a:pt x="94361" y="102869"/>
                </a:lnTo>
                <a:lnTo>
                  <a:pt x="127381" y="72389"/>
                </a:lnTo>
                <a:lnTo>
                  <a:pt x="165481" y="49529"/>
                </a:lnTo>
                <a:lnTo>
                  <a:pt x="207772" y="34289"/>
                </a:lnTo>
                <a:lnTo>
                  <a:pt x="241935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09"/>
                </a:moveTo>
                <a:lnTo>
                  <a:pt x="265175" y="29209"/>
                </a:lnTo>
                <a:lnTo>
                  <a:pt x="287909" y="31749"/>
                </a:lnTo>
                <a:lnTo>
                  <a:pt x="299085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599"/>
                </a:lnTo>
                <a:lnTo>
                  <a:pt x="440055" y="138429"/>
                </a:lnTo>
                <a:lnTo>
                  <a:pt x="460629" y="179069"/>
                </a:lnTo>
                <a:lnTo>
                  <a:pt x="473710" y="226059"/>
                </a:lnTo>
                <a:lnTo>
                  <a:pt x="478342" y="273049"/>
                </a:lnTo>
                <a:lnTo>
                  <a:pt x="478351" y="275589"/>
                </a:lnTo>
                <a:lnTo>
                  <a:pt x="477266" y="299719"/>
                </a:lnTo>
                <a:lnTo>
                  <a:pt x="468502" y="347979"/>
                </a:lnTo>
                <a:lnTo>
                  <a:pt x="451739" y="392429"/>
                </a:lnTo>
                <a:lnTo>
                  <a:pt x="427990" y="431799"/>
                </a:lnTo>
                <a:lnTo>
                  <a:pt x="397764" y="464819"/>
                </a:lnTo>
                <a:lnTo>
                  <a:pt x="362204" y="491489"/>
                </a:lnTo>
                <a:lnTo>
                  <a:pt x="321818" y="510539"/>
                </a:lnTo>
                <a:lnTo>
                  <a:pt x="266065" y="521969"/>
                </a:lnTo>
                <a:lnTo>
                  <a:pt x="367538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8917" y="403859"/>
                </a:lnTo>
                <a:lnTo>
                  <a:pt x="497459" y="354329"/>
                </a:lnTo>
                <a:lnTo>
                  <a:pt x="506857" y="300989"/>
                </a:lnTo>
                <a:lnTo>
                  <a:pt x="508000" y="273049"/>
                </a:lnTo>
                <a:lnTo>
                  <a:pt x="506475" y="246379"/>
                </a:lnTo>
                <a:lnTo>
                  <a:pt x="496316" y="193039"/>
                </a:lnTo>
                <a:lnTo>
                  <a:pt x="477266" y="143509"/>
                </a:lnTo>
                <a:lnTo>
                  <a:pt x="450088" y="100329"/>
                </a:lnTo>
                <a:lnTo>
                  <a:pt x="415671" y="62229"/>
                </a:lnTo>
                <a:lnTo>
                  <a:pt x="374904" y="33019"/>
                </a:lnTo>
                <a:lnTo>
                  <a:pt x="367368" y="29209"/>
                </a:lnTo>
                <a:close/>
              </a:path>
              <a:path w="508000" h="551179">
                <a:moveTo>
                  <a:pt x="254381" y="58419"/>
                </a:moveTo>
                <a:lnTo>
                  <a:pt x="244601" y="5841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4" y="95249"/>
                </a:lnTo>
                <a:lnTo>
                  <a:pt x="117221" y="120649"/>
                </a:lnTo>
                <a:lnTo>
                  <a:pt x="93218" y="153669"/>
                </a:lnTo>
                <a:lnTo>
                  <a:pt x="75057" y="190499"/>
                </a:lnTo>
                <a:lnTo>
                  <a:pt x="63373" y="231139"/>
                </a:lnTo>
                <a:lnTo>
                  <a:pt x="59421" y="273049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759" y="414019"/>
                </a:lnTo>
                <a:lnTo>
                  <a:pt x="130175" y="443229"/>
                </a:lnTo>
                <a:lnTo>
                  <a:pt x="161036" y="466089"/>
                </a:lnTo>
                <a:lnTo>
                  <a:pt x="195707" y="482599"/>
                </a:lnTo>
                <a:lnTo>
                  <a:pt x="243586" y="492759"/>
                </a:lnTo>
                <a:lnTo>
                  <a:pt x="263398" y="492759"/>
                </a:lnTo>
                <a:lnTo>
                  <a:pt x="310769" y="482599"/>
                </a:lnTo>
                <a:lnTo>
                  <a:pt x="345694" y="467359"/>
                </a:lnTo>
                <a:lnTo>
                  <a:pt x="35280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220345" y="458469"/>
                </a:lnTo>
                <a:lnTo>
                  <a:pt x="203835" y="454659"/>
                </a:lnTo>
                <a:lnTo>
                  <a:pt x="189230" y="448309"/>
                </a:lnTo>
                <a:lnTo>
                  <a:pt x="149098" y="420369"/>
                </a:lnTo>
                <a:lnTo>
                  <a:pt x="117094" y="379729"/>
                </a:lnTo>
                <a:lnTo>
                  <a:pt x="96012" y="330199"/>
                </a:lnTo>
                <a:lnTo>
                  <a:pt x="89026" y="278129"/>
                </a:lnTo>
                <a:lnTo>
                  <a:pt x="88963" y="273049"/>
                </a:lnTo>
                <a:lnTo>
                  <a:pt x="89916" y="253999"/>
                </a:lnTo>
                <a:lnTo>
                  <a:pt x="103124" y="199389"/>
                </a:lnTo>
                <a:lnTo>
                  <a:pt x="129159" y="153669"/>
                </a:lnTo>
                <a:lnTo>
                  <a:pt x="165226" y="118109"/>
                </a:lnTo>
                <a:lnTo>
                  <a:pt x="208407" y="95249"/>
                </a:lnTo>
                <a:lnTo>
                  <a:pt x="238633" y="88899"/>
                </a:lnTo>
                <a:lnTo>
                  <a:pt x="352964" y="88899"/>
                </a:lnTo>
                <a:lnTo>
                  <a:pt x="346964" y="85089"/>
                </a:lnTo>
                <a:lnTo>
                  <a:pt x="329946" y="76199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lnTo>
                  <a:pt x="264414" y="59689"/>
                </a:lnTo>
                <a:lnTo>
                  <a:pt x="254381" y="58419"/>
                </a:lnTo>
                <a:close/>
              </a:path>
              <a:path w="508000" h="551179">
                <a:moveTo>
                  <a:pt x="352964" y="88899"/>
                </a:moveTo>
                <a:lnTo>
                  <a:pt x="271525" y="88899"/>
                </a:lnTo>
                <a:lnTo>
                  <a:pt x="279908" y="90169"/>
                </a:lnTo>
                <a:lnTo>
                  <a:pt x="287655" y="92709"/>
                </a:lnTo>
                <a:lnTo>
                  <a:pt x="332994" y="111759"/>
                </a:lnTo>
                <a:lnTo>
                  <a:pt x="370840" y="143509"/>
                </a:lnTo>
                <a:lnTo>
                  <a:pt x="399161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4" y="297179"/>
                </a:lnTo>
                <a:lnTo>
                  <a:pt x="410845" y="335279"/>
                </a:lnTo>
                <a:lnTo>
                  <a:pt x="388747" y="383539"/>
                </a:lnTo>
                <a:lnTo>
                  <a:pt x="355854" y="422909"/>
                </a:lnTo>
                <a:lnTo>
                  <a:pt x="314706" y="449579"/>
                </a:lnTo>
                <a:lnTo>
                  <a:pt x="277368" y="461009"/>
                </a:lnTo>
                <a:lnTo>
                  <a:pt x="269367" y="462279"/>
                </a:lnTo>
                <a:lnTo>
                  <a:pt x="352805" y="462279"/>
                </a:lnTo>
                <a:lnTo>
                  <a:pt x="390779" y="430529"/>
                </a:lnTo>
                <a:lnTo>
                  <a:pt x="414782" y="398779"/>
                </a:lnTo>
                <a:lnTo>
                  <a:pt x="433070" y="360679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21" y="273049"/>
                </a:lnTo>
                <a:lnTo>
                  <a:pt x="444881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668" y="121919"/>
                </a:lnTo>
                <a:lnTo>
                  <a:pt x="362966" y="95249"/>
                </a:lnTo>
                <a:lnTo>
                  <a:pt x="352964" y="888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425688" y="3787521"/>
            <a:ext cx="153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47633" y="4327397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39"/>
                </a:lnTo>
                <a:lnTo>
                  <a:pt x="199644" y="6349"/>
                </a:lnTo>
                <a:lnTo>
                  <a:pt x="175006" y="12699"/>
                </a:lnTo>
                <a:lnTo>
                  <a:pt x="129413" y="35559"/>
                </a:lnTo>
                <a:lnTo>
                  <a:pt x="89281" y="66039"/>
                </a:lnTo>
                <a:lnTo>
                  <a:pt x="55372" y="104139"/>
                </a:lnTo>
                <a:lnTo>
                  <a:pt x="29083" y="147319"/>
                </a:lnTo>
                <a:lnTo>
                  <a:pt x="10541" y="196849"/>
                </a:lnTo>
                <a:lnTo>
                  <a:pt x="1143" y="250189"/>
                </a:lnTo>
                <a:lnTo>
                  <a:pt x="0" y="278129"/>
                </a:lnTo>
                <a:lnTo>
                  <a:pt x="1397" y="306069"/>
                </a:lnTo>
                <a:lnTo>
                  <a:pt x="11684" y="358139"/>
                </a:lnTo>
                <a:lnTo>
                  <a:pt x="30861" y="407669"/>
                </a:lnTo>
                <a:lnTo>
                  <a:pt x="57912" y="450849"/>
                </a:lnTo>
                <a:lnTo>
                  <a:pt x="92329" y="488949"/>
                </a:lnTo>
                <a:lnTo>
                  <a:pt x="133350" y="519429"/>
                </a:lnTo>
                <a:lnTo>
                  <a:pt x="179577" y="539749"/>
                </a:lnTo>
                <a:lnTo>
                  <a:pt x="242062" y="551179"/>
                </a:lnTo>
                <a:lnTo>
                  <a:pt x="268732" y="551179"/>
                </a:lnTo>
                <a:lnTo>
                  <a:pt x="294386" y="548639"/>
                </a:lnTo>
                <a:lnTo>
                  <a:pt x="308356" y="544829"/>
                </a:lnTo>
                <a:lnTo>
                  <a:pt x="332994" y="538479"/>
                </a:lnTo>
                <a:lnTo>
                  <a:pt x="356362" y="528319"/>
                </a:lnTo>
                <a:lnTo>
                  <a:pt x="368779" y="521969"/>
                </a:lnTo>
                <a:lnTo>
                  <a:pt x="242824" y="521969"/>
                </a:lnTo>
                <a:lnTo>
                  <a:pt x="220091" y="519429"/>
                </a:lnTo>
                <a:lnTo>
                  <a:pt x="166877" y="502919"/>
                </a:lnTo>
                <a:lnTo>
                  <a:pt x="128524" y="480059"/>
                </a:lnTo>
                <a:lnTo>
                  <a:pt x="95376" y="449579"/>
                </a:lnTo>
                <a:lnTo>
                  <a:pt x="67945" y="414019"/>
                </a:lnTo>
                <a:lnTo>
                  <a:pt x="47371" y="372109"/>
                </a:lnTo>
                <a:lnTo>
                  <a:pt x="34163" y="326389"/>
                </a:lnTo>
                <a:lnTo>
                  <a:pt x="29657" y="278129"/>
                </a:lnTo>
                <a:lnTo>
                  <a:pt x="29762" y="273049"/>
                </a:lnTo>
                <a:lnTo>
                  <a:pt x="34036" y="227329"/>
                </a:lnTo>
                <a:lnTo>
                  <a:pt x="46863" y="180339"/>
                </a:lnTo>
                <a:lnTo>
                  <a:pt x="67310" y="138429"/>
                </a:lnTo>
                <a:lnTo>
                  <a:pt x="94361" y="102869"/>
                </a:lnTo>
                <a:lnTo>
                  <a:pt x="127381" y="72389"/>
                </a:lnTo>
                <a:lnTo>
                  <a:pt x="165481" y="49529"/>
                </a:lnTo>
                <a:lnTo>
                  <a:pt x="207772" y="34289"/>
                </a:lnTo>
                <a:lnTo>
                  <a:pt x="241935" y="29209"/>
                </a:lnTo>
                <a:lnTo>
                  <a:pt x="367368" y="29209"/>
                </a:lnTo>
                <a:lnTo>
                  <a:pt x="352298" y="21589"/>
                </a:lnTo>
                <a:lnTo>
                  <a:pt x="328422" y="11429"/>
                </a:lnTo>
                <a:lnTo>
                  <a:pt x="304673" y="5079"/>
                </a:lnTo>
                <a:lnTo>
                  <a:pt x="291973" y="2539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09"/>
                </a:moveTo>
                <a:lnTo>
                  <a:pt x="265175" y="29209"/>
                </a:lnTo>
                <a:lnTo>
                  <a:pt x="287909" y="31749"/>
                </a:lnTo>
                <a:lnTo>
                  <a:pt x="299085" y="34289"/>
                </a:lnTo>
                <a:lnTo>
                  <a:pt x="341122" y="48259"/>
                </a:lnTo>
                <a:lnTo>
                  <a:pt x="379349" y="71119"/>
                </a:lnTo>
                <a:lnTo>
                  <a:pt x="412623" y="101599"/>
                </a:lnTo>
                <a:lnTo>
                  <a:pt x="440055" y="138429"/>
                </a:lnTo>
                <a:lnTo>
                  <a:pt x="460629" y="179069"/>
                </a:lnTo>
                <a:lnTo>
                  <a:pt x="473710" y="226059"/>
                </a:lnTo>
                <a:lnTo>
                  <a:pt x="478282" y="273049"/>
                </a:lnTo>
                <a:lnTo>
                  <a:pt x="478288" y="278129"/>
                </a:lnTo>
                <a:lnTo>
                  <a:pt x="477266" y="299719"/>
                </a:lnTo>
                <a:lnTo>
                  <a:pt x="468502" y="347979"/>
                </a:lnTo>
                <a:lnTo>
                  <a:pt x="451739" y="392429"/>
                </a:lnTo>
                <a:lnTo>
                  <a:pt x="427990" y="431799"/>
                </a:lnTo>
                <a:lnTo>
                  <a:pt x="397764" y="464819"/>
                </a:lnTo>
                <a:lnTo>
                  <a:pt x="362204" y="491489"/>
                </a:lnTo>
                <a:lnTo>
                  <a:pt x="321818" y="510539"/>
                </a:lnTo>
                <a:lnTo>
                  <a:pt x="266065" y="521969"/>
                </a:lnTo>
                <a:lnTo>
                  <a:pt x="368779" y="521969"/>
                </a:lnTo>
                <a:lnTo>
                  <a:pt x="418719" y="486409"/>
                </a:lnTo>
                <a:lnTo>
                  <a:pt x="452627" y="448309"/>
                </a:lnTo>
                <a:lnTo>
                  <a:pt x="478917" y="403859"/>
                </a:lnTo>
                <a:lnTo>
                  <a:pt x="497459" y="354329"/>
                </a:lnTo>
                <a:lnTo>
                  <a:pt x="506857" y="300989"/>
                </a:lnTo>
                <a:lnTo>
                  <a:pt x="508000" y="273049"/>
                </a:lnTo>
                <a:lnTo>
                  <a:pt x="506475" y="246379"/>
                </a:lnTo>
                <a:lnTo>
                  <a:pt x="496316" y="193039"/>
                </a:lnTo>
                <a:lnTo>
                  <a:pt x="477266" y="143509"/>
                </a:lnTo>
                <a:lnTo>
                  <a:pt x="450088" y="100329"/>
                </a:lnTo>
                <a:lnTo>
                  <a:pt x="415671" y="62229"/>
                </a:lnTo>
                <a:lnTo>
                  <a:pt x="374904" y="33019"/>
                </a:lnTo>
                <a:lnTo>
                  <a:pt x="367368" y="29209"/>
                </a:lnTo>
                <a:close/>
              </a:path>
              <a:path w="508000" h="551179">
                <a:moveTo>
                  <a:pt x="274066" y="59689"/>
                </a:moveTo>
                <a:lnTo>
                  <a:pt x="234569" y="59689"/>
                </a:lnTo>
                <a:lnTo>
                  <a:pt x="224917" y="60959"/>
                </a:lnTo>
                <a:lnTo>
                  <a:pt x="179450" y="74929"/>
                </a:lnTo>
                <a:lnTo>
                  <a:pt x="146304" y="95249"/>
                </a:lnTo>
                <a:lnTo>
                  <a:pt x="117221" y="121919"/>
                </a:lnTo>
                <a:lnTo>
                  <a:pt x="93218" y="153669"/>
                </a:lnTo>
                <a:lnTo>
                  <a:pt x="75057" y="190499"/>
                </a:lnTo>
                <a:lnTo>
                  <a:pt x="63373" y="231139"/>
                </a:lnTo>
                <a:lnTo>
                  <a:pt x="59421" y="273049"/>
                </a:lnTo>
                <a:lnTo>
                  <a:pt x="59413" y="278129"/>
                </a:lnTo>
                <a:lnTo>
                  <a:pt x="60198" y="297179"/>
                </a:lnTo>
                <a:lnTo>
                  <a:pt x="67945" y="340359"/>
                </a:lnTo>
                <a:lnTo>
                  <a:pt x="82676" y="378459"/>
                </a:lnTo>
                <a:lnTo>
                  <a:pt x="103759" y="414019"/>
                </a:lnTo>
                <a:lnTo>
                  <a:pt x="130175" y="443229"/>
                </a:lnTo>
                <a:lnTo>
                  <a:pt x="161036" y="466089"/>
                </a:lnTo>
                <a:lnTo>
                  <a:pt x="195707" y="482599"/>
                </a:lnTo>
                <a:lnTo>
                  <a:pt x="243586" y="492759"/>
                </a:lnTo>
                <a:lnTo>
                  <a:pt x="263398" y="492759"/>
                </a:lnTo>
                <a:lnTo>
                  <a:pt x="310769" y="483869"/>
                </a:lnTo>
                <a:lnTo>
                  <a:pt x="345694" y="467359"/>
                </a:lnTo>
                <a:lnTo>
                  <a:pt x="352805" y="462279"/>
                </a:lnTo>
                <a:lnTo>
                  <a:pt x="236474" y="462279"/>
                </a:lnTo>
                <a:lnTo>
                  <a:pt x="228092" y="461009"/>
                </a:lnTo>
                <a:lnTo>
                  <a:pt x="189230" y="448309"/>
                </a:lnTo>
                <a:lnTo>
                  <a:pt x="149098" y="420369"/>
                </a:lnTo>
                <a:lnTo>
                  <a:pt x="117094" y="379729"/>
                </a:lnTo>
                <a:lnTo>
                  <a:pt x="96012" y="330199"/>
                </a:lnTo>
                <a:lnTo>
                  <a:pt x="89026" y="278129"/>
                </a:lnTo>
                <a:lnTo>
                  <a:pt x="88963" y="273049"/>
                </a:lnTo>
                <a:lnTo>
                  <a:pt x="89916" y="253999"/>
                </a:lnTo>
                <a:lnTo>
                  <a:pt x="103124" y="199389"/>
                </a:lnTo>
                <a:lnTo>
                  <a:pt x="129159" y="153669"/>
                </a:lnTo>
                <a:lnTo>
                  <a:pt x="165226" y="118109"/>
                </a:lnTo>
                <a:lnTo>
                  <a:pt x="208407" y="95249"/>
                </a:lnTo>
                <a:lnTo>
                  <a:pt x="238633" y="88899"/>
                </a:lnTo>
                <a:lnTo>
                  <a:pt x="352298" y="88899"/>
                </a:lnTo>
                <a:lnTo>
                  <a:pt x="346964" y="85089"/>
                </a:lnTo>
                <a:lnTo>
                  <a:pt x="329946" y="76199"/>
                </a:lnTo>
                <a:lnTo>
                  <a:pt x="312293" y="68579"/>
                </a:lnTo>
                <a:lnTo>
                  <a:pt x="283845" y="60959"/>
                </a:lnTo>
                <a:lnTo>
                  <a:pt x="274066" y="59689"/>
                </a:lnTo>
                <a:close/>
              </a:path>
              <a:path w="508000" h="551179">
                <a:moveTo>
                  <a:pt x="352298" y="88899"/>
                </a:moveTo>
                <a:lnTo>
                  <a:pt x="263525" y="88899"/>
                </a:lnTo>
                <a:lnTo>
                  <a:pt x="279908" y="91439"/>
                </a:lnTo>
                <a:lnTo>
                  <a:pt x="287655" y="92709"/>
                </a:lnTo>
                <a:lnTo>
                  <a:pt x="332994" y="111759"/>
                </a:lnTo>
                <a:lnTo>
                  <a:pt x="370840" y="143509"/>
                </a:lnTo>
                <a:lnTo>
                  <a:pt x="399161" y="186689"/>
                </a:lnTo>
                <a:lnTo>
                  <a:pt x="415925" y="238759"/>
                </a:lnTo>
                <a:lnTo>
                  <a:pt x="419100" y="278129"/>
                </a:lnTo>
                <a:lnTo>
                  <a:pt x="418084" y="297179"/>
                </a:lnTo>
                <a:lnTo>
                  <a:pt x="410845" y="335279"/>
                </a:lnTo>
                <a:lnTo>
                  <a:pt x="388747" y="383539"/>
                </a:lnTo>
                <a:lnTo>
                  <a:pt x="355854" y="422909"/>
                </a:lnTo>
                <a:lnTo>
                  <a:pt x="314706" y="449579"/>
                </a:lnTo>
                <a:lnTo>
                  <a:pt x="277368" y="461009"/>
                </a:lnTo>
                <a:lnTo>
                  <a:pt x="269367" y="462279"/>
                </a:lnTo>
                <a:lnTo>
                  <a:pt x="352805" y="462279"/>
                </a:lnTo>
                <a:lnTo>
                  <a:pt x="390779" y="430529"/>
                </a:lnTo>
                <a:lnTo>
                  <a:pt x="414782" y="398779"/>
                </a:lnTo>
                <a:lnTo>
                  <a:pt x="433070" y="360679"/>
                </a:lnTo>
                <a:lnTo>
                  <a:pt x="444626" y="320039"/>
                </a:lnTo>
                <a:lnTo>
                  <a:pt x="448631" y="278129"/>
                </a:lnTo>
                <a:lnTo>
                  <a:pt x="448521" y="273049"/>
                </a:lnTo>
                <a:lnTo>
                  <a:pt x="444881" y="232409"/>
                </a:lnTo>
                <a:lnTo>
                  <a:pt x="433450" y="191769"/>
                </a:lnTo>
                <a:lnTo>
                  <a:pt x="415417" y="154939"/>
                </a:lnTo>
                <a:lnTo>
                  <a:pt x="391668" y="121919"/>
                </a:lnTo>
                <a:lnTo>
                  <a:pt x="362966" y="96519"/>
                </a:lnTo>
                <a:lnTo>
                  <a:pt x="352298" y="88899"/>
                </a:lnTo>
                <a:close/>
              </a:path>
              <a:path w="508000" h="551179">
                <a:moveTo>
                  <a:pt x="254381" y="58419"/>
                </a:moveTo>
                <a:lnTo>
                  <a:pt x="244601" y="59689"/>
                </a:lnTo>
                <a:lnTo>
                  <a:pt x="264414" y="59689"/>
                </a:lnTo>
                <a:lnTo>
                  <a:pt x="254381" y="5841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425688" y="4428566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247633" y="5071097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8" y="0"/>
                </a:moveTo>
                <a:lnTo>
                  <a:pt x="239268" y="0"/>
                </a:lnTo>
                <a:lnTo>
                  <a:pt x="213614" y="2540"/>
                </a:lnTo>
                <a:lnTo>
                  <a:pt x="199644" y="6350"/>
                </a:lnTo>
                <a:lnTo>
                  <a:pt x="175006" y="12700"/>
                </a:lnTo>
                <a:lnTo>
                  <a:pt x="129413" y="35560"/>
                </a:lnTo>
                <a:lnTo>
                  <a:pt x="89281" y="66040"/>
                </a:lnTo>
                <a:lnTo>
                  <a:pt x="55372" y="104140"/>
                </a:lnTo>
                <a:lnTo>
                  <a:pt x="29083" y="147320"/>
                </a:lnTo>
                <a:lnTo>
                  <a:pt x="10541" y="196850"/>
                </a:lnTo>
                <a:lnTo>
                  <a:pt x="1143" y="250190"/>
                </a:lnTo>
                <a:lnTo>
                  <a:pt x="0" y="278130"/>
                </a:lnTo>
                <a:lnTo>
                  <a:pt x="1397" y="306070"/>
                </a:lnTo>
                <a:lnTo>
                  <a:pt x="11684" y="358140"/>
                </a:lnTo>
                <a:lnTo>
                  <a:pt x="30861" y="407670"/>
                </a:lnTo>
                <a:lnTo>
                  <a:pt x="57912" y="450850"/>
                </a:lnTo>
                <a:lnTo>
                  <a:pt x="92329" y="488950"/>
                </a:lnTo>
                <a:lnTo>
                  <a:pt x="133350" y="518160"/>
                </a:lnTo>
                <a:lnTo>
                  <a:pt x="179577" y="539750"/>
                </a:lnTo>
                <a:lnTo>
                  <a:pt x="242062" y="551180"/>
                </a:lnTo>
                <a:lnTo>
                  <a:pt x="268732" y="551180"/>
                </a:lnTo>
                <a:lnTo>
                  <a:pt x="294386" y="548640"/>
                </a:lnTo>
                <a:lnTo>
                  <a:pt x="308356" y="544830"/>
                </a:lnTo>
                <a:lnTo>
                  <a:pt x="332994" y="538480"/>
                </a:lnTo>
                <a:lnTo>
                  <a:pt x="356362" y="528320"/>
                </a:lnTo>
                <a:lnTo>
                  <a:pt x="368779" y="521970"/>
                </a:lnTo>
                <a:lnTo>
                  <a:pt x="242824" y="521970"/>
                </a:lnTo>
                <a:lnTo>
                  <a:pt x="220091" y="519430"/>
                </a:lnTo>
                <a:lnTo>
                  <a:pt x="166877" y="502920"/>
                </a:lnTo>
                <a:lnTo>
                  <a:pt x="128524" y="480060"/>
                </a:lnTo>
                <a:lnTo>
                  <a:pt x="95376" y="449580"/>
                </a:lnTo>
                <a:lnTo>
                  <a:pt x="67945" y="414020"/>
                </a:lnTo>
                <a:lnTo>
                  <a:pt x="47371" y="372110"/>
                </a:lnTo>
                <a:lnTo>
                  <a:pt x="34163" y="326390"/>
                </a:lnTo>
                <a:lnTo>
                  <a:pt x="29657" y="278130"/>
                </a:lnTo>
                <a:lnTo>
                  <a:pt x="29762" y="273050"/>
                </a:lnTo>
                <a:lnTo>
                  <a:pt x="34036" y="227330"/>
                </a:lnTo>
                <a:lnTo>
                  <a:pt x="46863" y="180340"/>
                </a:lnTo>
                <a:lnTo>
                  <a:pt x="67310" y="139700"/>
                </a:lnTo>
                <a:lnTo>
                  <a:pt x="94361" y="102870"/>
                </a:lnTo>
                <a:lnTo>
                  <a:pt x="127381" y="72390"/>
                </a:lnTo>
                <a:lnTo>
                  <a:pt x="165481" y="49530"/>
                </a:lnTo>
                <a:lnTo>
                  <a:pt x="207772" y="34290"/>
                </a:lnTo>
                <a:lnTo>
                  <a:pt x="241935" y="29210"/>
                </a:lnTo>
                <a:lnTo>
                  <a:pt x="367368" y="29210"/>
                </a:lnTo>
                <a:lnTo>
                  <a:pt x="352298" y="21590"/>
                </a:lnTo>
                <a:lnTo>
                  <a:pt x="328422" y="11430"/>
                </a:lnTo>
                <a:lnTo>
                  <a:pt x="304673" y="5080"/>
                </a:lnTo>
                <a:lnTo>
                  <a:pt x="291973" y="2540"/>
                </a:lnTo>
                <a:lnTo>
                  <a:pt x="265938" y="0"/>
                </a:lnTo>
                <a:close/>
              </a:path>
              <a:path w="508000" h="551179">
                <a:moveTo>
                  <a:pt x="367368" y="29210"/>
                </a:moveTo>
                <a:lnTo>
                  <a:pt x="265175" y="29210"/>
                </a:lnTo>
                <a:lnTo>
                  <a:pt x="287909" y="31750"/>
                </a:lnTo>
                <a:lnTo>
                  <a:pt x="299085" y="34290"/>
                </a:lnTo>
                <a:lnTo>
                  <a:pt x="341122" y="48260"/>
                </a:lnTo>
                <a:lnTo>
                  <a:pt x="379349" y="71120"/>
                </a:lnTo>
                <a:lnTo>
                  <a:pt x="412623" y="101600"/>
                </a:lnTo>
                <a:lnTo>
                  <a:pt x="440055" y="138430"/>
                </a:lnTo>
                <a:lnTo>
                  <a:pt x="460629" y="179070"/>
                </a:lnTo>
                <a:lnTo>
                  <a:pt x="473710" y="226060"/>
                </a:lnTo>
                <a:lnTo>
                  <a:pt x="478282" y="273050"/>
                </a:lnTo>
                <a:lnTo>
                  <a:pt x="478288" y="278130"/>
                </a:lnTo>
                <a:lnTo>
                  <a:pt x="477266" y="299720"/>
                </a:lnTo>
                <a:lnTo>
                  <a:pt x="468502" y="347980"/>
                </a:lnTo>
                <a:lnTo>
                  <a:pt x="451739" y="392430"/>
                </a:lnTo>
                <a:lnTo>
                  <a:pt x="427990" y="431800"/>
                </a:lnTo>
                <a:lnTo>
                  <a:pt x="397764" y="464820"/>
                </a:lnTo>
                <a:lnTo>
                  <a:pt x="362204" y="491490"/>
                </a:lnTo>
                <a:lnTo>
                  <a:pt x="321818" y="510540"/>
                </a:lnTo>
                <a:lnTo>
                  <a:pt x="266065" y="521970"/>
                </a:lnTo>
                <a:lnTo>
                  <a:pt x="368779" y="521970"/>
                </a:lnTo>
                <a:lnTo>
                  <a:pt x="418719" y="486410"/>
                </a:lnTo>
                <a:lnTo>
                  <a:pt x="452627" y="448310"/>
                </a:lnTo>
                <a:lnTo>
                  <a:pt x="478917" y="403860"/>
                </a:lnTo>
                <a:lnTo>
                  <a:pt x="497459" y="354330"/>
                </a:lnTo>
                <a:lnTo>
                  <a:pt x="506857" y="300990"/>
                </a:lnTo>
                <a:lnTo>
                  <a:pt x="508000" y="273050"/>
                </a:lnTo>
                <a:lnTo>
                  <a:pt x="506475" y="246380"/>
                </a:lnTo>
                <a:lnTo>
                  <a:pt x="496316" y="193040"/>
                </a:lnTo>
                <a:lnTo>
                  <a:pt x="477266" y="143510"/>
                </a:lnTo>
                <a:lnTo>
                  <a:pt x="450088" y="100330"/>
                </a:lnTo>
                <a:lnTo>
                  <a:pt x="415671" y="62230"/>
                </a:lnTo>
                <a:lnTo>
                  <a:pt x="374904" y="33020"/>
                </a:lnTo>
                <a:lnTo>
                  <a:pt x="367368" y="29210"/>
                </a:lnTo>
                <a:close/>
              </a:path>
              <a:path w="508000" h="551179">
                <a:moveTo>
                  <a:pt x="274066" y="59690"/>
                </a:moveTo>
                <a:lnTo>
                  <a:pt x="234569" y="59690"/>
                </a:lnTo>
                <a:lnTo>
                  <a:pt x="224917" y="60960"/>
                </a:lnTo>
                <a:lnTo>
                  <a:pt x="179450" y="74930"/>
                </a:lnTo>
                <a:lnTo>
                  <a:pt x="146304" y="95250"/>
                </a:lnTo>
                <a:lnTo>
                  <a:pt x="117221" y="121920"/>
                </a:lnTo>
                <a:lnTo>
                  <a:pt x="93218" y="153670"/>
                </a:lnTo>
                <a:lnTo>
                  <a:pt x="75057" y="190500"/>
                </a:lnTo>
                <a:lnTo>
                  <a:pt x="63373" y="231140"/>
                </a:lnTo>
                <a:lnTo>
                  <a:pt x="59421" y="273050"/>
                </a:lnTo>
                <a:lnTo>
                  <a:pt x="59413" y="278130"/>
                </a:lnTo>
                <a:lnTo>
                  <a:pt x="60198" y="297180"/>
                </a:lnTo>
                <a:lnTo>
                  <a:pt x="67945" y="340360"/>
                </a:lnTo>
                <a:lnTo>
                  <a:pt x="82676" y="378460"/>
                </a:lnTo>
                <a:lnTo>
                  <a:pt x="103759" y="414020"/>
                </a:lnTo>
                <a:lnTo>
                  <a:pt x="130175" y="443230"/>
                </a:lnTo>
                <a:lnTo>
                  <a:pt x="161036" y="466090"/>
                </a:lnTo>
                <a:lnTo>
                  <a:pt x="195707" y="482600"/>
                </a:lnTo>
                <a:lnTo>
                  <a:pt x="243586" y="492760"/>
                </a:lnTo>
                <a:lnTo>
                  <a:pt x="263398" y="492760"/>
                </a:lnTo>
                <a:lnTo>
                  <a:pt x="310769" y="483870"/>
                </a:lnTo>
                <a:lnTo>
                  <a:pt x="345694" y="467360"/>
                </a:lnTo>
                <a:lnTo>
                  <a:pt x="351027" y="463550"/>
                </a:lnTo>
                <a:lnTo>
                  <a:pt x="252857" y="463550"/>
                </a:lnTo>
                <a:lnTo>
                  <a:pt x="244475" y="462280"/>
                </a:lnTo>
                <a:lnTo>
                  <a:pt x="236474" y="462280"/>
                </a:lnTo>
                <a:lnTo>
                  <a:pt x="228092" y="461010"/>
                </a:lnTo>
                <a:lnTo>
                  <a:pt x="189230" y="448310"/>
                </a:lnTo>
                <a:lnTo>
                  <a:pt x="149098" y="420370"/>
                </a:lnTo>
                <a:lnTo>
                  <a:pt x="117094" y="381000"/>
                </a:lnTo>
                <a:lnTo>
                  <a:pt x="96012" y="330200"/>
                </a:lnTo>
                <a:lnTo>
                  <a:pt x="89026" y="278130"/>
                </a:lnTo>
                <a:lnTo>
                  <a:pt x="88963" y="273050"/>
                </a:lnTo>
                <a:lnTo>
                  <a:pt x="89916" y="254000"/>
                </a:lnTo>
                <a:lnTo>
                  <a:pt x="103124" y="199390"/>
                </a:lnTo>
                <a:lnTo>
                  <a:pt x="129159" y="153670"/>
                </a:lnTo>
                <a:lnTo>
                  <a:pt x="165226" y="118110"/>
                </a:lnTo>
                <a:lnTo>
                  <a:pt x="208407" y="95250"/>
                </a:lnTo>
                <a:lnTo>
                  <a:pt x="238633" y="88900"/>
                </a:lnTo>
                <a:lnTo>
                  <a:pt x="352298" y="88900"/>
                </a:lnTo>
                <a:lnTo>
                  <a:pt x="346964" y="85090"/>
                </a:lnTo>
                <a:lnTo>
                  <a:pt x="329946" y="76200"/>
                </a:lnTo>
                <a:lnTo>
                  <a:pt x="312293" y="68580"/>
                </a:lnTo>
                <a:lnTo>
                  <a:pt x="283845" y="60960"/>
                </a:lnTo>
                <a:lnTo>
                  <a:pt x="274066" y="59690"/>
                </a:lnTo>
                <a:close/>
              </a:path>
              <a:path w="508000" h="551179">
                <a:moveTo>
                  <a:pt x="352298" y="88900"/>
                </a:moveTo>
                <a:lnTo>
                  <a:pt x="263525" y="88900"/>
                </a:lnTo>
                <a:lnTo>
                  <a:pt x="279908" y="91440"/>
                </a:lnTo>
                <a:lnTo>
                  <a:pt x="287655" y="92710"/>
                </a:lnTo>
                <a:lnTo>
                  <a:pt x="332994" y="111760"/>
                </a:lnTo>
                <a:lnTo>
                  <a:pt x="370840" y="143510"/>
                </a:lnTo>
                <a:lnTo>
                  <a:pt x="399161" y="186690"/>
                </a:lnTo>
                <a:lnTo>
                  <a:pt x="415925" y="238760"/>
                </a:lnTo>
                <a:lnTo>
                  <a:pt x="419100" y="278130"/>
                </a:lnTo>
                <a:lnTo>
                  <a:pt x="418084" y="297180"/>
                </a:lnTo>
                <a:lnTo>
                  <a:pt x="410845" y="335280"/>
                </a:lnTo>
                <a:lnTo>
                  <a:pt x="388747" y="383540"/>
                </a:lnTo>
                <a:lnTo>
                  <a:pt x="355854" y="422910"/>
                </a:lnTo>
                <a:lnTo>
                  <a:pt x="314706" y="449580"/>
                </a:lnTo>
                <a:lnTo>
                  <a:pt x="277368" y="461010"/>
                </a:lnTo>
                <a:lnTo>
                  <a:pt x="269367" y="462280"/>
                </a:lnTo>
                <a:lnTo>
                  <a:pt x="260858" y="462280"/>
                </a:lnTo>
                <a:lnTo>
                  <a:pt x="252857" y="463550"/>
                </a:lnTo>
                <a:lnTo>
                  <a:pt x="351027" y="463550"/>
                </a:lnTo>
                <a:lnTo>
                  <a:pt x="361696" y="455930"/>
                </a:lnTo>
                <a:lnTo>
                  <a:pt x="390779" y="430530"/>
                </a:lnTo>
                <a:lnTo>
                  <a:pt x="414782" y="398780"/>
                </a:lnTo>
                <a:lnTo>
                  <a:pt x="433070" y="361950"/>
                </a:lnTo>
                <a:lnTo>
                  <a:pt x="444626" y="320040"/>
                </a:lnTo>
                <a:lnTo>
                  <a:pt x="448631" y="278130"/>
                </a:lnTo>
                <a:lnTo>
                  <a:pt x="448521" y="273050"/>
                </a:lnTo>
                <a:lnTo>
                  <a:pt x="444881" y="232410"/>
                </a:lnTo>
                <a:lnTo>
                  <a:pt x="433450" y="191770"/>
                </a:lnTo>
                <a:lnTo>
                  <a:pt x="415417" y="154940"/>
                </a:lnTo>
                <a:lnTo>
                  <a:pt x="391668" y="121920"/>
                </a:lnTo>
                <a:lnTo>
                  <a:pt x="362966" y="96520"/>
                </a:lnTo>
                <a:lnTo>
                  <a:pt x="352298" y="88900"/>
                </a:lnTo>
                <a:close/>
              </a:path>
              <a:path w="508000" h="551179">
                <a:moveTo>
                  <a:pt x="254381" y="58420"/>
                </a:moveTo>
                <a:lnTo>
                  <a:pt x="244601" y="59690"/>
                </a:lnTo>
                <a:lnTo>
                  <a:pt x="264414" y="59690"/>
                </a:lnTo>
                <a:lnTo>
                  <a:pt x="254381" y="5842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361680" y="5173726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97014" y="4418838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7" y="0"/>
                </a:moveTo>
                <a:lnTo>
                  <a:pt x="239267" y="0"/>
                </a:lnTo>
                <a:lnTo>
                  <a:pt x="213613" y="2539"/>
                </a:lnTo>
                <a:lnTo>
                  <a:pt x="199643" y="6350"/>
                </a:lnTo>
                <a:lnTo>
                  <a:pt x="175005" y="12700"/>
                </a:lnTo>
                <a:lnTo>
                  <a:pt x="129412" y="35560"/>
                </a:lnTo>
                <a:lnTo>
                  <a:pt x="89280" y="66039"/>
                </a:lnTo>
                <a:lnTo>
                  <a:pt x="55371" y="102870"/>
                </a:lnTo>
                <a:lnTo>
                  <a:pt x="29082" y="147319"/>
                </a:lnTo>
                <a:lnTo>
                  <a:pt x="10540" y="196850"/>
                </a:lnTo>
                <a:lnTo>
                  <a:pt x="1142" y="250190"/>
                </a:lnTo>
                <a:lnTo>
                  <a:pt x="0" y="278130"/>
                </a:lnTo>
                <a:lnTo>
                  <a:pt x="1396" y="304800"/>
                </a:lnTo>
                <a:lnTo>
                  <a:pt x="11683" y="358140"/>
                </a:lnTo>
                <a:lnTo>
                  <a:pt x="30860" y="407669"/>
                </a:lnTo>
                <a:lnTo>
                  <a:pt x="57911" y="450850"/>
                </a:lnTo>
                <a:lnTo>
                  <a:pt x="92328" y="488950"/>
                </a:lnTo>
                <a:lnTo>
                  <a:pt x="133350" y="519430"/>
                </a:lnTo>
                <a:lnTo>
                  <a:pt x="179577" y="539750"/>
                </a:lnTo>
                <a:lnTo>
                  <a:pt x="242061" y="551180"/>
                </a:lnTo>
                <a:lnTo>
                  <a:pt x="268731" y="551180"/>
                </a:lnTo>
                <a:lnTo>
                  <a:pt x="294385" y="548640"/>
                </a:lnTo>
                <a:lnTo>
                  <a:pt x="308355" y="544830"/>
                </a:lnTo>
                <a:lnTo>
                  <a:pt x="332993" y="538480"/>
                </a:lnTo>
                <a:lnTo>
                  <a:pt x="356361" y="528319"/>
                </a:lnTo>
                <a:lnTo>
                  <a:pt x="367537" y="521969"/>
                </a:lnTo>
                <a:lnTo>
                  <a:pt x="242824" y="521969"/>
                </a:lnTo>
                <a:lnTo>
                  <a:pt x="220090" y="519430"/>
                </a:lnTo>
                <a:lnTo>
                  <a:pt x="166877" y="502919"/>
                </a:lnTo>
                <a:lnTo>
                  <a:pt x="128524" y="480060"/>
                </a:lnTo>
                <a:lnTo>
                  <a:pt x="95250" y="449580"/>
                </a:lnTo>
                <a:lnTo>
                  <a:pt x="67944" y="414019"/>
                </a:lnTo>
                <a:lnTo>
                  <a:pt x="47370" y="372110"/>
                </a:lnTo>
                <a:lnTo>
                  <a:pt x="34162" y="325119"/>
                </a:lnTo>
                <a:lnTo>
                  <a:pt x="29657" y="278130"/>
                </a:lnTo>
                <a:lnTo>
                  <a:pt x="29762" y="273050"/>
                </a:lnTo>
                <a:lnTo>
                  <a:pt x="34035" y="227330"/>
                </a:lnTo>
                <a:lnTo>
                  <a:pt x="46862" y="180340"/>
                </a:lnTo>
                <a:lnTo>
                  <a:pt x="67309" y="138430"/>
                </a:lnTo>
                <a:lnTo>
                  <a:pt x="94360" y="102870"/>
                </a:lnTo>
                <a:lnTo>
                  <a:pt x="127380" y="72389"/>
                </a:lnTo>
                <a:lnTo>
                  <a:pt x="165480" y="49530"/>
                </a:lnTo>
                <a:lnTo>
                  <a:pt x="207771" y="34289"/>
                </a:lnTo>
                <a:lnTo>
                  <a:pt x="241934" y="29210"/>
                </a:lnTo>
                <a:lnTo>
                  <a:pt x="367368" y="29210"/>
                </a:lnTo>
                <a:lnTo>
                  <a:pt x="352297" y="21589"/>
                </a:lnTo>
                <a:lnTo>
                  <a:pt x="328421" y="11430"/>
                </a:lnTo>
                <a:lnTo>
                  <a:pt x="304672" y="5080"/>
                </a:lnTo>
                <a:lnTo>
                  <a:pt x="291972" y="2539"/>
                </a:lnTo>
                <a:lnTo>
                  <a:pt x="265937" y="0"/>
                </a:lnTo>
                <a:close/>
              </a:path>
              <a:path w="508000" h="551179">
                <a:moveTo>
                  <a:pt x="367368" y="29210"/>
                </a:moveTo>
                <a:lnTo>
                  <a:pt x="265175" y="29210"/>
                </a:lnTo>
                <a:lnTo>
                  <a:pt x="287908" y="31750"/>
                </a:lnTo>
                <a:lnTo>
                  <a:pt x="299084" y="34289"/>
                </a:lnTo>
                <a:lnTo>
                  <a:pt x="341121" y="48260"/>
                </a:lnTo>
                <a:lnTo>
                  <a:pt x="379349" y="71120"/>
                </a:lnTo>
                <a:lnTo>
                  <a:pt x="412622" y="101600"/>
                </a:lnTo>
                <a:lnTo>
                  <a:pt x="440054" y="138430"/>
                </a:lnTo>
                <a:lnTo>
                  <a:pt x="460628" y="179069"/>
                </a:lnTo>
                <a:lnTo>
                  <a:pt x="473709" y="226060"/>
                </a:lnTo>
                <a:lnTo>
                  <a:pt x="478342" y="273050"/>
                </a:lnTo>
                <a:lnTo>
                  <a:pt x="478351" y="275590"/>
                </a:lnTo>
                <a:lnTo>
                  <a:pt x="477265" y="299719"/>
                </a:lnTo>
                <a:lnTo>
                  <a:pt x="468502" y="347980"/>
                </a:lnTo>
                <a:lnTo>
                  <a:pt x="451738" y="392430"/>
                </a:lnTo>
                <a:lnTo>
                  <a:pt x="427989" y="431800"/>
                </a:lnTo>
                <a:lnTo>
                  <a:pt x="397763" y="464819"/>
                </a:lnTo>
                <a:lnTo>
                  <a:pt x="362203" y="491490"/>
                </a:lnTo>
                <a:lnTo>
                  <a:pt x="321817" y="510540"/>
                </a:lnTo>
                <a:lnTo>
                  <a:pt x="266064" y="521969"/>
                </a:lnTo>
                <a:lnTo>
                  <a:pt x="367537" y="521969"/>
                </a:lnTo>
                <a:lnTo>
                  <a:pt x="418718" y="486410"/>
                </a:lnTo>
                <a:lnTo>
                  <a:pt x="452627" y="448310"/>
                </a:lnTo>
                <a:lnTo>
                  <a:pt x="478916" y="403860"/>
                </a:lnTo>
                <a:lnTo>
                  <a:pt x="497458" y="354330"/>
                </a:lnTo>
                <a:lnTo>
                  <a:pt x="506856" y="300990"/>
                </a:lnTo>
                <a:lnTo>
                  <a:pt x="508000" y="273050"/>
                </a:lnTo>
                <a:lnTo>
                  <a:pt x="506475" y="246380"/>
                </a:lnTo>
                <a:lnTo>
                  <a:pt x="496315" y="193040"/>
                </a:lnTo>
                <a:lnTo>
                  <a:pt x="477265" y="143510"/>
                </a:lnTo>
                <a:lnTo>
                  <a:pt x="450087" y="100330"/>
                </a:lnTo>
                <a:lnTo>
                  <a:pt x="415670" y="62230"/>
                </a:lnTo>
                <a:lnTo>
                  <a:pt x="374903" y="33020"/>
                </a:lnTo>
                <a:lnTo>
                  <a:pt x="367368" y="29210"/>
                </a:lnTo>
                <a:close/>
              </a:path>
              <a:path w="508000" h="551179">
                <a:moveTo>
                  <a:pt x="254380" y="58420"/>
                </a:moveTo>
                <a:lnTo>
                  <a:pt x="244601" y="58420"/>
                </a:lnTo>
                <a:lnTo>
                  <a:pt x="224916" y="60960"/>
                </a:lnTo>
                <a:lnTo>
                  <a:pt x="179450" y="74930"/>
                </a:lnTo>
                <a:lnTo>
                  <a:pt x="146303" y="95250"/>
                </a:lnTo>
                <a:lnTo>
                  <a:pt x="117220" y="120650"/>
                </a:lnTo>
                <a:lnTo>
                  <a:pt x="93217" y="153669"/>
                </a:lnTo>
                <a:lnTo>
                  <a:pt x="75056" y="190500"/>
                </a:lnTo>
                <a:lnTo>
                  <a:pt x="63372" y="231140"/>
                </a:lnTo>
                <a:lnTo>
                  <a:pt x="59421" y="273050"/>
                </a:lnTo>
                <a:lnTo>
                  <a:pt x="59413" y="278130"/>
                </a:lnTo>
                <a:lnTo>
                  <a:pt x="60197" y="297180"/>
                </a:lnTo>
                <a:lnTo>
                  <a:pt x="67944" y="340360"/>
                </a:lnTo>
                <a:lnTo>
                  <a:pt x="82676" y="378460"/>
                </a:lnTo>
                <a:lnTo>
                  <a:pt x="103758" y="414019"/>
                </a:lnTo>
                <a:lnTo>
                  <a:pt x="130175" y="443230"/>
                </a:lnTo>
                <a:lnTo>
                  <a:pt x="161035" y="466090"/>
                </a:lnTo>
                <a:lnTo>
                  <a:pt x="195706" y="482600"/>
                </a:lnTo>
                <a:lnTo>
                  <a:pt x="243585" y="492760"/>
                </a:lnTo>
                <a:lnTo>
                  <a:pt x="263397" y="492760"/>
                </a:lnTo>
                <a:lnTo>
                  <a:pt x="310768" y="482600"/>
                </a:lnTo>
                <a:lnTo>
                  <a:pt x="345693" y="467360"/>
                </a:lnTo>
                <a:lnTo>
                  <a:pt x="352805" y="462280"/>
                </a:lnTo>
                <a:lnTo>
                  <a:pt x="236474" y="462280"/>
                </a:lnTo>
                <a:lnTo>
                  <a:pt x="228091" y="461010"/>
                </a:lnTo>
                <a:lnTo>
                  <a:pt x="220344" y="458469"/>
                </a:lnTo>
                <a:lnTo>
                  <a:pt x="203834" y="454660"/>
                </a:lnTo>
                <a:lnTo>
                  <a:pt x="189229" y="448310"/>
                </a:lnTo>
                <a:lnTo>
                  <a:pt x="149097" y="420369"/>
                </a:lnTo>
                <a:lnTo>
                  <a:pt x="117093" y="379730"/>
                </a:lnTo>
                <a:lnTo>
                  <a:pt x="96011" y="330200"/>
                </a:lnTo>
                <a:lnTo>
                  <a:pt x="89026" y="278130"/>
                </a:lnTo>
                <a:lnTo>
                  <a:pt x="88963" y="273050"/>
                </a:lnTo>
                <a:lnTo>
                  <a:pt x="89915" y="254000"/>
                </a:lnTo>
                <a:lnTo>
                  <a:pt x="103124" y="199390"/>
                </a:lnTo>
                <a:lnTo>
                  <a:pt x="129158" y="153669"/>
                </a:lnTo>
                <a:lnTo>
                  <a:pt x="165226" y="118110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964" y="88900"/>
                </a:lnTo>
                <a:lnTo>
                  <a:pt x="346963" y="85089"/>
                </a:lnTo>
                <a:lnTo>
                  <a:pt x="329945" y="76200"/>
                </a:lnTo>
                <a:lnTo>
                  <a:pt x="312292" y="68580"/>
                </a:lnTo>
                <a:lnTo>
                  <a:pt x="283844" y="60960"/>
                </a:lnTo>
                <a:lnTo>
                  <a:pt x="274065" y="59689"/>
                </a:lnTo>
                <a:lnTo>
                  <a:pt x="264413" y="59689"/>
                </a:lnTo>
                <a:lnTo>
                  <a:pt x="254380" y="58420"/>
                </a:lnTo>
                <a:close/>
              </a:path>
              <a:path w="508000" h="551179">
                <a:moveTo>
                  <a:pt x="352964" y="88900"/>
                </a:moveTo>
                <a:lnTo>
                  <a:pt x="271525" y="88900"/>
                </a:lnTo>
                <a:lnTo>
                  <a:pt x="279907" y="90170"/>
                </a:lnTo>
                <a:lnTo>
                  <a:pt x="287654" y="92710"/>
                </a:lnTo>
                <a:lnTo>
                  <a:pt x="332993" y="111760"/>
                </a:lnTo>
                <a:lnTo>
                  <a:pt x="370839" y="143510"/>
                </a:lnTo>
                <a:lnTo>
                  <a:pt x="399160" y="186690"/>
                </a:lnTo>
                <a:lnTo>
                  <a:pt x="415925" y="238760"/>
                </a:lnTo>
                <a:lnTo>
                  <a:pt x="419100" y="278130"/>
                </a:lnTo>
                <a:lnTo>
                  <a:pt x="418083" y="297180"/>
                </a:lnTo>
                <a:lnTo>
                  <a:pt x="410844" y="335280"/>
                </a:lnTo>
                <a:lnTo>
                  <a:pt x="388746" y="383540"/>
                </a:lnTo>
                <a:lnTo>
                  <a:pt x="355853" y="422910"/>
                </a:lnTo>
                <a:lnTo>
                  <a:pt x="314705" y="449580"/>
                </a:lnTo>
                <a:lnTo>
                  <a:pt x="277367" y="461010"/>
                </a:lnTo>
                <a:lnTo>
                  <a:pt x="269366" y="462280"/>
                </a:lnTo>
                <a:lnTo>
                  <a:pt x="352805" y="462280"/>
                </a:lnTo>
                <a:lnTo>
                  <a:pt x="390778" y="430530"/>
                </a:lnTo>
                <a:lnTo>
                  <a:pt x="414781" y="398780"/>
                </a:lnTo>
                <a:lnTo>
                  <a:pt x="433069" y="360680"/>
                </a:lnTo>
                <a:lnTo>
                  <a:pt x="444626" y="320040"/>
                </a:lnTo>
                <a:lnTo>
                  <a:pt x="448631" y="278130"/>
                </a:lnTo>
                <a:lnTo>
                  <a:pt x="448521" y="273050"/>
                </a:lnTo>
                <a:lnTo>
                  <a:pt x="444880" y="232410"/>
                </a:lnTo>
                <a:lnTo>
                  <a:pt x="433450" y="191769"/>
                </a:lnTo>
                <a:lnTo>
                  <a:pt x="415416" y="154940"/>
                </a:lnTo>
                <a:lnTo>
                  <a:pt x="391794" y="121920"/>
                </a:lnTo>
                <a:lnTo>
                  <a:pt x="362965" y="95250"/>
                </a:lnTo>
                <a:lnTo>
                  <a:pt x="352964" y="889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219950" y="4521200"/>
            <a:ext cx="2546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 b="1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097014" y="5145773"/>
            <a:ext cx="508000" cy="551180"/>
          </a:xfrm>
          <a:custGeom>
            <a:avLst/>
            <a:gdLst/>
            <a:ahLst/>
            <a:cxnLst/>
            <a:rect l="l" t="t" r="r" b="b"/>
            <a:pathLst>
              <a:path w="508000" h="551179">
                <a:moveTo>
                  <a:pt x="265937" y="0"/>
                </a:moveTo>
                <a:lnTo>
                  <a:pt x="239267" y="0"/>
                </a:lnTo>
                <a:lnTo>
                  <a:pt x="213613" y="2540"/>
                </a:lnTo>
                <a:lnTo>
                  <a:pt x="199643" y="6350"/>
                </a:lnTo>
                <a:lnTo>
                  <a:pt x="175005" y="12700"/>
                </a:lnTo>
                <a:lnTo>
                  <a:pt x="129412" y="35560"/>
                </a:lnTo>
                <a:lnTo>
                  <a:pt x="89280" y="66040"/>
                </a:lnTo>
                <a:lnTo>
                  <a:pt x="55371" y="104140"/>
                </a:lnTo>
                <a:lnTo>
                  <a:pt x="29082" y="147320"/>
                </a:lnTo>
                <a:lnTo>
                  <a:pt x="10540" y="196850"/>
                </a:lnTo>
                <a:lnTo>
                  <a:pt x="1142" y="250190"/>
                </a:lnTo>
                <a:lnTo>
                  <a:pt x="0" y="278130"/>
                </a:lnTo>
                <a:lnTo>
                  <a:pt x="1396" y="306070"/>
                </a:lnTo>
                <a:lnTo>
                  <a:pt x="11683" y="358140"/>
                </a:lnTo>
                <a:lnTo>
                  <a:pt x="30860" y="407670"/>
                </a:lnTo>
                <a:lnTo>
                  <a:pt x="57911" y="450850"/>
                </a:lnTo>
                <a:lnTo>
                  <a:pt x="92328" y="488950"/>
                </a:lnTo>
                <a:lnTo>
                  <a:pt x="133350" y="518160"/>
                </a:lnTo>
                <a:lnTo>
                  <a:pt x="179577" y="539750"/>
                </a:lnTo>
                <a:lnTo>
                  <a:pt x="242061" y="551180"/>
                </a:lnTo>
                <a:lnTo>
                  <a:pt x="268731" y="551180"/>
                </a:lnTo>
                <a:lnTo>
                  <a:pt x="294385" y="548640"/>
                </a:lnTo>
                <a:lnTo>
                  <a:pt x="308355" y="544830"/>
                </a:lnTo>
                <a:lnTo>
                  <a:pt x="332993" y="538480"/>
                </a:lnTo>
                <a:lnTo>
                  <a:pt x="356361" y="528320"/>
                </a:lnTo>
                <a:lnTo>
                  <a:pt x="368779" y="521970"/>
                </a:lnTo>
                <a:lnTo>
                  <a:pt x="242824" y="521970"/>
                </a:lnTo>
                <a:lnTo>
                  <a:pt x="220090" y="519430"/>
                </a:lnTo>
                <a:lnTo>
                  <a:pt x="166877" y="502920"/>
                </a:lnTo>
                <a:lnTo>
                  <a:pt x="128524" y="480060"/>
                </a:lnTo>
                <a:lnTo>
                  <a:pt x="95250" y="449580"/>
                </a:lnTo>
                <a:lnTo>
                  <a:pt x="67944" y="414020"/>
                </a:lnTo>
                <a:lnTo>
                  <a:pt x="47370" y="372110"/>
                </a:lnTo>
                <a:lnTo>
                  <a:pt x="34162" y="326390"/>
                </a:lnTo>
                <a:lnTo>
                  <a:pt x="29657" y="278130"/>
                </a:lnTo>
                <a:lnTo>
                  <a:pt x="29762" y="273050"/>
                </a:lnTo>
                <a:lnTo>
                  <a:pt x="34035" y="227330"/>
                </a:lnTo>
                <a:lnTo>
                  <a:pt x="46862" y="180340"/>
                </a:lnTo>
                <a:lnTo>
                  <a:pt x="67309" y="139700"/>
                </a:lnTo>
                <a:lnTo>
                  <a:pt x="94360" y="102870"/>
                </a:lnTo>
                <a:lnTo>
                  <a:pt x="127380" y="72390"/>
                </a:lnTo>
                <a:lnTo>
                  <a:pt x="165480" y="49530"/>
                </a:lnTo>
                <a:lnTo>
                  <a:pt x="207771" y="34290"/>
                </a:lnTo>
                <a:lnTo>
                  <a:pt x="241934" y="29210"/>
                </a:lnTo>
                <a:lnTo>
                  <a:pt x="367368" y="29210"/>
                </a:lnTo>
                <a:lnTo>
                  <a:pt x="352297" y="21590"/>
                </a:lnTo>
                <a:lnTo>
                  <a:pt x="328421" y="11430"/>
                </a:lnTo>
                <a:lnTo>
                  <a:pt x="304672" y="5080"/>
                </a:lnTo>
                <a:lnTo>
                  <a:pt x="291972" y="2540"/>
                </a:lnTo>
                <a:lnTo>
                  <a:pt x="265937" y="0"/>
                </a:lnTo>
                <a:close/>
              </a:path>
              <a:path w="508000" h="551179">
                <a:moveTo>
                  <a:pt x="367368" y="29210"/>
                </a:moveTo>
                <a:lnTo>
                  <a:pt x="265175" y="29210"/>
                </a:lnTo>
                <a:lnTo>
                  <a:pt x="287908" y="31750"/>
                </a:lnTo>
                <a:lnTo>
                  <a:pt x="299084" y="34290"/>
                </a:lnTo>
                <a:lnTo>
                  <a:pt x="341121" y="48260"/>
                </a:lnTo>
                <a:lnTo>
                  <a:pt x="379349" y="71120"/>
                </a:lnTo>
                <a:lnTo>
                  <a:pt x="412622" y="101600"/>
                </a:lnTo>
                <a:lnTo>
                  <a:pt x="440054" y="138430"/>
                </a:lnTo>
                <a:lnTo>
                  <a:pt x="460628" y="179070"/>
                </a:lnTo>
                <a:lnTo>
                  <a:pt x="473709" y="226060"/>
                </a:lnTo>
                <a:lnTo>
                  <a:pt x="478281" y="273050"/>
                </a:lnTo>
                <a:lnTo>
                  <a:pt x="478288" y="278130"/>
                </a:lnTo>
                <a:lnTo>
                  <a:pt x="477265" y="299720"/>
                </a:lnTo>
                <a:lnTo>
                  <a:pt x="468502" y="347980"/>
                </a:lnTo>
                <a:lnTo>
                  <a:pt x="451738" y="392430"/>
                </a:lnTo>
                <a:lnTo>
                  <a:pt x="427989" y="431800"/>
                </a:lnTo>
                <a:lnTo>
                  <a:pt x="397763" y="464820"/>
                </a:lnTo>
                <a:lnTo>
                  <a:pt x="362203" y="491490"/>
                </a:lnTo>
                <a:lnTo>
                  <a:pt x="321817" y="510540"/>
                </a:lnTo>
                <a:lnTo>
                  <a:pt x="266064" y="521970"/>
                </a:lnTo>
                <a:lnTo>
                  <a:pt x="368779" y="521970"/>
                </a:lnTo>
                <a:lnTo>
                  <a:pt x="418718" y="486410"/>
                </a:lnTo>
                <a:lnTo>
                  <a:pt x="452627" y="448310"/>
                </a:lnTo>
                <a:lnTo>
                  <a:pt x="478916" y="403860"/>
                </a:lnTo>
                <a:lnTo>
                  <a:pt x="497458" y="354330"/>
                </a:lnTo>
                <a:lnTo>
                  <a:pt x="506856" y="300990"/>
                </a:lnTo>
                <a:lnTo>
                  <a:pt x="508000" y="273050"/>
                </a:lnTo>
                <a:lnTo>
                  <a:pt x="506475" y="246380"/>
                </a:lnTo>
                <a:lnTo>
                  <a:pt x="496315" y="193040"/>
                </a:lnTo>
                <a:lnTo>
                  <a:pt x="477265" y="143510"/>
                </a:lnTo>
                <a:lnTo>
                  <a:pt x="450087" y="100330"/>
                </a:lnTo>
                <a:lnTo>
                  <a:pt x="415670" y="62230"/>
                </a:lnTo>
                <a:lnTo>
                  <a:pt x="374903" y="33020"/>
                </a:lnTo>
                <a:lnTo>
                  <a:pt x="367368" y="29210"/>
                </a:lnTo>
                <a:close/>
              </a:path>
              <a:path w="508000" h="551179">
                <a:moveTo>
                  <a:pt x="274065" y="59690"/>
                </a:moveTo>
                <a:lnTo>
                  <a:pt x="234568" y="59690"/>
                </a:lnTo>
                <a:lnTo>
                  <a:pt x="224916" y="60960"/>
                </a:lnTo>
                <a:lnTo>
                  <a:pt x="179450" y="74930"/>
                </a:lnTo>
                <a:lnTo>
                  <a:pt x="146303" y="95250"/>
                </a:lnTo>
                <a:lnTo>
                  <a:pt x="117220" y="121920"/>
                </a:lnTo>
                <a:lnTo>
                  <a:pt x="93217" y="153670"/>
                </a:lnTo>
                <a:lnTo>
                  <a:pt x="75056" y="190500"/>
                </a:lnTo>
                <a:lnTo>
                  <a:pt x="63372" y="231140"/>
                </a:lnTo>
                <a:lnTo>
                  <a:pt x="59421" y="273050"/>
                </a:lnTo>
                <a:lnTo>
                  <a:pt x="59413" y="278130"/>
                </a:lnTo>
                <a:lnTo>
                  <a:pt x="60197" y="297180"/>
                </a:lnTo>
                <a:lnTo>
                  <a:pt x="67944" y="340360"/>
                </a:lnTo>
                <a:lnTo>
                  <a:pt x="82676" y="378460"/>
                </a:lnTo>
                <a:lnTo>
                  <a:pt x="103758" y="414020"/>
                </a:lnTo>
                <a:lnTo>
                  <a:pt x="130175" y="443230"/>
                </a:lnTo>
                <a:lnTo>
                  <a:pt x="161035" y="466090"/>
                </a:lnTo>
                <a:lnTo>
                  <a:pt x="195706" y="482600"/>
                </a:lnTo>
                <a:lnTo>
                  <a:pt x="243585" y="492760"/>
                </a:lnTo>
                <a:lnTo>
                  <a:pt x="263397" y="492760"/>
                </a:lnTo>
                <a:lnTo>
                  <a:pt x="310768" y="483870"/>
                </a:lnTo>
                <a:lnTo>
                  <a:pt x="345693" y="467360"/>
                </a:lnTo>
                <a:lnTo>
                  <a:pt x="351027" y="463550"/>
                </a:lnTo>
                <a:lnTo>
                  <a:pt x="252856" y="463550"/>
                </a:lnTo>
                <a:lnTo>
                  <a:pt x="244475" y="462280"/>
                </a:lnTo>
                <a:lnTo>
                  <a:pt x="236474" y="462280"/>
                </a:lnTo>
                <a:lnTo>
                  <a:pt x="228091" y="461010"/>
                </a:lnTo>
                <a:lnTo>
                  <a:pt x="220344" y="458470"/>
                </a:lnTo>
                <a:lnTo>
                  <a:pt x="203834" y="454660"/>
                </a:lnTo>
                <a:lnTo>
                  <a:pt x="161670" y="430530"/>
                </a:lnTo>
                <a:lnTo>
                  <a:pt x="126618" y="394970"/>
                </a:lnTo>
                <a:lnTo>
                  <a:pt x="101726" y="347980"/>
                </a:lnTo>
                <a:lnTo>
                  <a:pt x="89534" y="293370"/>
                </a:lnTo>
                <a:lnTo>
                  <a:pt x="88963" y="273050"/>
                </a:lnTo>
                <a:lnTo>
                  <a:pt x="89915" y="254000"/>
                </a:lnTo>
                <a:lnTo>
                  <a:pt x="103124" y="199390"/>
                </a:lnTo>
                <a:lnTo>
                  <a:pt x="129158" y="153670"/>
                </a:lnTo>
                <a:lnTo>
                  <a:pt x="165226" y="118110"/>
                </a:lnTo>
                <a:lnTo>
                  <a:pt x="208406" y="95250"/>
                </a:lnTo>
                <a:lnTo>
                  <a:pt x="238632" y="88900"/>
                </a:lnTo>
                <a:lnTo>
                  <a:pt x="352297" y="88900"/>
                </a:lnTo>
                <a:lnTo>
                  <a:pt x="346963" y="85090"/>
                </a:lnTo>
                <a:lnTo>
                  <a:pt x="329945" y="76200"/>
                </a:lnTo>
                <a:lnTo>
                  <a:pt x="312292" y="68580"/>
                </a:lnTo>
                <a:lnTo>
                  <a:pt x="283844" y="60960"/>
                </a:lnTo>
                <a:lnTo>
                  <a:pt x="274065" y="59690"/>
                </a:lnTo>
                <a:close/>
              </a:path>
              <a:path w="508000" h="551179">
                <a:moveTo>
                  <a:pt x="352297" y="88900"/>
                </a:moveTo>
                <a:lnTo>
                  <a:pt x="263525" y="88900"/>
                </a:lnTo>
                <a:lnTo>
                  <a:pt x="279907" y="91440"/>
                </a:lnTo>
                <a:lnTo>
                  <a:pt x="287654" y="92710"/>
                </a:lnTo>
                <a:lnTo>
                  <a:pt x="332993" y="111760"/>
                </a:lnTo>
                <a:lnTo>
                  <a:pt x="370839" y="143510"/>
                </a:lnTo>
                <a:lnTo>
                  <a:pt x="399160" y="186690"/>
                </a:lnTo>
                <a:lnTo>
                  <a:pt x="415925" y="238760"/>
                </a:lnTo>
                <a:lnTo>
                  <a:pt x="419100" y="278130"/>
                </a:lnTo>
                <a:lnTo>
                  <a:pt x="418083" y="297180"/>
                </a:lnTo>
                <a:lnTo>
                  <a:pt x="410844" y="335280"/>
                </a:lnTo>
                <a:lnTo>
                  <a:pt x="388746" y="383540"/>
                </a:lnTo>
                <a:lnTo>
                  <a:pt x="355853" y="422910"/>
                </a:lnTo>
                <a:lnTo>
                  <a:pt x="314705" y="449580"/>
                </a:lnTo>
                <a:lnTo>
                  <a:pt x="277367" y="461010"/>
                </a:lnTo>
                <a:lnTo>
                  <a:pt x="269366" y="462280"/>
                </a:lnTo>
                <a:lnTo>
                  <a:pt x="260857" y="462280"/>
                </a:lnTo>
                <a:lnTo>
                  <a:pt x="252856" y="463550"/>
                </a:lnTo>
                <a:lnTo>
                  <a:pt x="351027" y="463550"/>
                </a:lnTo>
                <a:lnTo>
                  <a:pt x="361695" y="455930"/>
                </a:lnTo>
                <a:lnTo>
                  <a:pt x="390778" y="430530"/>
                </a:lnTo>
                <a:lnTo>
                  <a:pt x="414781" y="398780"/>
                </a:lnTo>
                <a:lnTo>
                  <a:pt x="433069" y="361950"/>
                </a:lnTo>
                <a:lnTo>
                  <a:pt x="444626" y="320040"/>
                </a:lnTo>
                <a:lnTo>
                  <a:pt x="448631" y="278130"/>
                </a:lnTo>
                <a:lnTo>
                  <a:pt x="448521" y="273050"/>
                </a:lnTo>
                <a:lnTo>
                  <a:pt x="444880" y="232410"/>
                </a:lnTo>
                <a:lnTo>
                  <a:pt x="433450" y="191770"/>
                </a:lnTo>
                <a:lnTo>
                  <a:pt x="415416" y="154940"/>
                </a:lnTo>
                <a:lnTo>
                  <a:pt x="391794" y="121920"/>
                </a:lnTo>
                <a:lnTo>
                  <a:pt x="362965" y="96520"/>
                </a:lnTo>
                <a:lnTo>
                  <a:pt x="352297" y="88900"/>
                </a:lnTo>
                <a:close/>
              </a:path>
              <a:path w="508000" h="551179">
                <a:moveTo>
                  <a:pt x="254380" y="58420"/>
                </a:moveTo>
                <a:lnTo>
                  <a:pt x="244601" y="59690"/>
                </a:lnTo>
                <a:lnTo>
                  <a:pt x="264413" y="59690"/>
                </a:lnTo>
                <a:lnTo>
                  <a:pt x="254380" y="5842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212330" y="5248402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097014" y="5837923"/>
            <a:ext cx="508000" cy="552450"/>
          </a:xfrm>
          <a:custGeom>
            <a:avLst/>
            <a:gdLst/>
            <a:ahLst/>
            <a:cxnLst/>
            <a:rect l="l" t="t" r="r" b="b"/>
            <a:pathLst>
              <a:path w="508000" h="552450">
                <a:moveTo>
                  <a:pt x="265937" y="0"/>
                </a:moveTo>
                <a:lnTo>
                  <a:pt x="239267" y="0"/>
                </a:lnTo>
                <a:lnTo>
                  <a:pt x="213232" y="2540"/>
                </a:lnTo>
                <a:lnTo>
                  <a:pt x="199643" y="6350"/>
                </a:lnTo>
                <a:lnTo>
                  <a:pt x="175005" y="12700"/>
                </a:lnTo>
                <a:lnTo>
                  <a:pt x="129285" y="35560"/>
                </a:lnTo>
                <a:lnTo>
                  <a:pt x="89153" y="66040"/>
                </a:lnTo>
                <a:lnTo>
                  <a:pt x="55371" y="104140"/>
                </a:lnTo>
                <a:lnTo>
                  <a:pt x="29082" y="147320"/>
                </a:lnTo>
                <a:lnTo>
                  <a:pt x="10540" y="196850"/>
                </a:lnTo>
                <a:lnTo>
                  <a:pt x="1142" y="250190"/>
                </a:lnTo>
                <a:lnTo>
                  <a:pt x="0" y="278130"/>
                </a:lnTo>
                <a:lnTo>
                  <a:pt x="1396" y="306070"/>
                </a:lnTo>
                <a:lnTo>
                  <a:pt x="11683" y="359410"/>
                </a:lnTo>
                <a:lnTo>
                  <a:pt x="30733" y="408940"/>
                </a:lnTo>
                <a:lnTo>
                  <a:pt x="57911" y="452120"/>
                </a:lnTo>
                <a:lnTo>
                  <a:pt x="92328" y="490220"/>
                </a:lnTo>
                <a:lnTo>
                  <a:pt x="133350" y="519430"/>
                </a:lnTo>
                <a:lnTo>
                  <a:pt x="179577" y="541020"/>
                </a:lnTo>
                <a:lnTo>
                  <a:pt x="242061" y="552450"/>
                </a:lnTo>
                <a:lnTo>
                  <a:pt x="268731" y="552450"/>
                </a:lnTo>
                <a:lnTo>
                  <a:pt x="294766" y="549910"/>
                </a:lnTo>
                <a:lnTo>
                  <a:pt x="308355" y="546100"/>
                </a:lnTo>
                <a:lnTo>
                  <a:pt x="332993" y="539750"/>
                </a:lnTo>
                <a:lnTo>
                  <a:pt x="356361" y="529590"/>
                </a:lnTo>
                <a:lnTo>
                  <a:pt x="367601" y="523240"/>
                </a:lnTo>
                <a:lnTo>
                  <a:pt x="242824" y="523240"/>
                </a:lnTo>
                <a:lnTo>
                  <a:pt x="220090" y="520700"/>
                </a:lnTo>
                <a:lnTo>
                  <a:pt x="166877" y="504190"/>
                </a:lnTo>
                <a:lnTo>
                  <a:pt x="128524" y="481330"/>
                </a:lnTo>
                <a:lnTo>
                  <a:pt x="95250" y="450850"/>
                </a:lnTo>
                <a:lnTo>
                  <a:pt x="67944" y="414020"/>
                </a:lnTo>
                <a:lnTo>
                  <a:pt x="47370" y="372110"/>
                </a:lnTo>
                <a:lnTo>
                  <a:pt x="34162" y="326390"/>
                </a:lnTo>
                <a:lnTo>
                  <a:pt x="29654" y="278130"/>
                </a:lnTo>
                <a:lnTo>
                  <a:pt x="29705" y="274320"/>
                </a:lnTo>
                <a:lnTo>
                  <a:pt x="34035" y="227330"/>
                </a:lnTo>
                <a:lnTo>
                  <a:pt x="46862" y="181610"/>
                </a:lnTo>
                <a:lnTo>
                  <a:pt x="67309" y="139700"/>
                </a:lnTo>
                <a:lnTo>
                  <a:pt x="94360" y="102870"/>
                </a:lnTo>
                <a:lnTo>
                  <a:pt x="127380" y="72390"/>
                </a:lnTo>
                <a:lnTo>
                  <a:pt x="165480" y="49530"/>
                </a:lnTo>
                <a:lnTo>
                  <a:pt x="207771" y="34290"/>
                </a:lnTo>
                <a:lnTo>
                  <a:pt x="241934" y="29210"/>
                </a:lnTo>
                <a:lnTo>
                  <a:pt x="368122" y="29210"/>
                </a:lnTo>
                <a:lnTo>
                  <a:pt x="352297" y="20320"/>
                </a:lnTo>
                <a:lnTo>
                  <a:pt x="328421" y="11430"/>
                </a:lnTo>
                <a:lnTo>
                  <a:pt x="305053" y="5080"/>
                </a:lnTo>
                <a:lnTo>
                  <a:pt x="291972" y="2540"/>
                </a:lnTo>
                <a:lnTo>
                  <a:pt x="265937" y="0"/>
                </a:lnTo>
                <a:close/>
              </a:path>
              <a:path w="508000" h="552450">
                <a:moveTo>
                  <a:pt x="368122" y="29210"/>
                </a:moveTo>
                <a:lnTo>
                  <a:pt x="265175" y="29210"/>
                </a:lnTo>
                <a:lnTo>
                  <a:pt x="287908" y="31750"/>
                </a:lnTo>
                <a:lnTo>
                  <a:pt x="299211" y="34290"/>
                </a:lnTo>
                <a:lnTo>
                  <a:pt x="341121" y="48260"/>
                </a:lnTo>
                <a:lnTo>
                  <a:pt x="379475" y="71120"/>
                </a:lnTo>
                <a:lnTo>
                  <a:pt x="412750" y="101600"/>
                </a:lnTo>
                <a:lnTo>
                  <a:pt x="440054" y="138430"/>
                </a:lnTo>
                <a:lnTo>
                  <a:pt x="460628" y="180340"/>
                </a:lnTo>
                <a:lnTo>
                  <a:pt x="473709" y="226060"/>
                </a:lnTo>
                <a:lnTo>
                  <a:pt x="478345" y="274320"/>
                </a:lnTo>
                <a:lnTo>
                  <a:pt x="478294" y="278130"/>
                </a:lnTo>
                <a:lnTo>
                  <a:pt x="473963" y="325120"/>
                </a:lnTo>
                <a:lnTo>
                  <a:pt x="461136" y="370840"/>
                </a:lnTo>
                <a:lnTo>
                  <a:pt x="440689" y="412750"/>
                </a:lnTo>
                <a:lnTo>
                  <a:pt x="413638" y="449580"/>
                </a:lnTo>
                <a:lnTo>
                  <a:pt x="380618" y="480060"/>
                </a:lnTo>
                <a:lnTo>
                  <a:pt x="342518" y="502920"/>
                </a:lnTo>
                <a:lnTo>
                  <a:pt x="300227" y="518160"/>
                </a:lnTo>
                <a:lnTo>
                  <a:pt x="266064" y="523240"/>
                </a:lnTo>
                <a:lnTo>
                  <a:pt x="367601" y="523240"/>
                </a:lnTo>
                <a:lnTo>
                  <a:pt x="418718" y="486410"/>
                </a:lnTo>
                <a:lnTo>
                  <a:pt x="452627" y="448310"/>
                </a:lnTo>
                <a:lnTo>
                  <a:pt x="478916" y="405130"/>
                </a:lnTo>
                <a:lnTo>
                  <a:pt x="497458" y="355600"/>
                </a:lnTo>
                <a:lnTo>
                  <a:pt x="506856" y="302260"/>
                </a:lnTo>
                <a:lnTo>
                  <a:pt x="508000" y="274320"/>
                </a:lnTo>
                <a:lnTo>
                  <a:pt x="506475" y="246380"/>
                </a:lnTo>
                <a:lnTo>
                  <a:pt x="496315" y="193040"/>
                </a:lnTo>
                <a:lnTo>
                  <a:pt x="477265" y="143510"/>
                </a:lnTo>
                <a:lnTo>
                  <a:pt x="450087" y="100330"/>
                </a:lnTo>
                <a:lnTo>
                  <a:pt x="415670" y="62230"/>
                </a:lnTo>
                <a:lnTo>
                  <a:pt x="374903" y="33020"/>
                </a:lnTo>
                <a:lnTo>
                  <a:pt x="368122" y="29210"/>
                </a:lnTo>
                <a:close/>
              </a:path>
              <a:path w="508000" h="552450">
                <a:moveTo>
                  <a:pt x="264413" y="58420"/>
                </a:moveTo>
                <a:lnTo>
                  <a:pt x="244601" y="58420"/>
                </a:lnTo>
                <a:lnTo>
                  <a:pt x="215900" y="62230"/>
                </a:lnTo>
                <a:lnTo>
                  <a:pt x="179450" y="74930"/>
                </a:lnTo>
                <a:lnTo>
                  <a:pt x="146303" y="95250"/>
                </a:lnTo>
                <a:lnTo>
                  <a:pt x="117220" y="121920"/>
                </a:lnTo>
                <a:lnTo>
                  <a:pt x="93217" y="153670"/>
                </a:lnTo>
                <a:lnTo>
                  <a:pt x="75056" y="190500"/>
                </a:lnTo>
                <a:lnTo>
                  <a:pt x="63372" y="231140"/>
                </a:lnTo>
                <a:lnTo>
                  <a:pt x="59365" y="274320"/>
                </a:lnTo>
                <a:lnTo>
                  <a:pt x="59407" y="278130"/>
                </a:lnTo>
                <a:lnTo>
                  <a:pt x="63118" y="320040"/>
                </a:lnTo>
                <a:lnTo>
                  <a:pt x="74549" y="360680"/>
                </a:lnTo>
                <a:lnTo>
                  <a:pt x="92582" y="397510"/>
                </a:lnTo>
                <a:lnTo>
                  <a:pt x="116331" y="430530"/>
                </a:lnTo>
                <a:lnTo>
                  <a:pt x="145160" y="457200"/>
                </a:lnTo>
                <a:lnTo>
                  <a:pt x="195706" y="483870"/>
                </a:lnTo>
                <a:lnTo>
                  <a:pt x="243585" y="494030"/>
                </a:lnTo>
                <a:lnTo>
                  <a:pt x="263397" y="494030"/>
                </a:lnTo>
                <a:lnTo>
                  <a:pt x="310768" y="483870"/>
                </a:lnTo>
                <a:lnTo>
                  <a:pt x="350943" y="464820"/>
                </a:lnTo>
                <a:lnTo>
                  <a:pt x="252856" y="464820"/>
                </a:lnTo>
                <a:lnTo>
                  <a:pt x="244475" y="463550"/>
                </a:lnTo>
                <a:lnTo>
                  <a:pt x="236474" y="463550"/>
                </a:lnTo>
                <a:lnTo>
                  <a:pt x="228091" y="462280"/>
                </a:lnTo>
                <a:lnTo>
                  <a:pt x="220725" y="459740"/>
                </a:lnTo>
                <a:lnTo>
                  <a:pt x="203834" y="455930"/>
                </a:lnTo>
                <a:lnTo>
                  <a:pt x="161797" y="431800"/>
                </a:lnTo>
                <a:lnTo>
                  <a:pt x="126618" y="396240"/>
                </a:lnTo>
                <a:lnTo>
                  <a:pt x="101726" y="349250"/>
                </a:lnTo>
                <a:lnTo>
                  <a:pt x="91947" y="312420"/>
                </a:lnTo>
                <a:lnTo>
                  <a:pt x="88900" y="274320"/>
                </a:lnTo>
                <a:lnTo>
                  <a:pt x="89915" y="254000"/>
                </a:lnTo>
                <a:lnTo>
                  <a:pt x="103124" y="199390"/>
                </a:lnTo>
                <a:lnTo>
                  <a:pt x="129158" y="153670"/>
                </a:lnTo>
                <a:lnTo>
                  <a:pt x="165226" y="118110"/>
                </a:lnTo>
                <a:lnTo>
                  <a:pt x="208406" y="95250"/>
                </a:lnTo>
                <a:lnTo>
                  <a:pt x="238632" y="88900"/>
                </a:lnTo>
                <a:lnTo>
                  <a:pt x="247141" y="88900"/>
                </a:lnTo>
                <a:lnTo>
                  <a:pt x="255142" y="87630"/>
                </a:lnTo>
                <a:lnTo>
                  <a:pt x="350932" y="87630"/>
                </a:lnTo>
                <a:lnTo>
                  <a:pt x="346963" y="85090"/>
                </a:lnTo>
                <a:lnTo>
                  <a:pt x="329945" y="76200"/>
                </a:lnTo>
                <a:lnTo>
                  <a:pt x="312292" y="68580"/>
                </a:lnTo>
                <a:lnTo>
                  <a:pt x="283844" y="60960"/>
                </a:lnTo>
                <a:lnTo>
                  <a:pt x="264413" y="58420"/>
                </a:lnTo>
                <a:close/>
              </a:path>
              <a:path w="508000" h="552450">
                <a:moveTo>
                  <a:pt x="350932" y="87630"/>
                </a:moveTo>
                <a:lnTo>
                  <a:pt x="255142" y="87630"/>
                </a:lnTo>
                <a:lnTo>
                  <a:pt x="263525" y="88900"/>
                </a:lnTo>
                <a:lnTo>
                  <a:pt x="271525" y="88900"/>
                </a:lnTo>
                <a:lnTo>
                  <a:pt x="279907" y="90170"/>
                </a:lnTo>
                <a:lnTo>
                  <a:pt x="287274" y="92710"/>
                </a:lnTo>
                <a:lnTo>
                  <a:pt x="304164" y="96520"/>
                </a:lnTo>
                <a:lnTo>
                  <a:pt x="318769" y="102870"/>
                </a:lnTo>
                <a:lnTo>
                  <a:pt x="358901" y="130810"/>
                </a:lnTo>
                <a:lnTo>
                  <a:pt x="390778" y="171450"/>
                </a:lnTo>
                <a:lnTo>
                  <a:pt x="411860" y="220980"/>
                </a:lnTo>
                <a:lnTo>
                  <a:pt x="419100" y="278130"/>
                </a:lnTo>
                <a:lnTo>
                  <a:pt x="418083" y="298450"/>
                </a:lnTo>
                <a:lnTo>
                  <a:pt x="404875" y="353060"/>
                </a:lnTo>
                <a:lnTo>
                  <a:pt x="378840" y="398780"/>
                </a:lnTo>
                <a:lnTo>
                  <a:pt x="342772" y="434340"/>
                </a:lnTo>
                <a:lnTo>
                  <a:pt x="299592" y="457200"/>
                </a:lnTo>
                <a:lnTo>
                  <a:pt x="269366" y="463550"/>
                </a:lnTo>
                <a:lnTo>
                  <a:pt x="260857" y="463550"/>
                </a:lnTo>
                <a:lnTo>
                  <a:pt x="252856" y="464820"/>
                </a:lnTo>
                <a:lnTo>
                  <a:pt x="350943" y="464820"/>
                </a:lnTo>
                <a:lnTo>
                  <a:pt x="361695" y="457200"/>
                </a:lnTo>
                <a:lnTo>
                  <a:pt x="390778" y="431800"/>
                </a:lnTo>
                <a:lnTo>
                  <a:pt x="414781" y="398780"/>
                </a:lnTo>
                <a:lnTo>
                  <a:pt x="432942" y="361950"/>
                </a:lnTo>
                <a:lnTo>
                  <a:pt x="444626" y="321310"/>
                </a:lnTo>
                <a:lnTo>
                  <a:pt x="448634" y="278130"/>
                </a:lnTo>
                <a:lnTo>
                  <a:pt x="448578" y="274320"/>
                </a:lnTo>
                <a:lnTo>
                  <a:pt x="444880" y="232410"/>
                </a:lnTo>
                <a:lnTo>
                  <a:pt x="433450" y="191770"/>
                </a:lnTo>
                <a:lnTo>
                  <a:pt x="415416" y="154940"/>
                </a:lnTo>
                <a:lnTo>
                  <a:pt x="391667" y="121920"/>
                </a:lnTo>
                <a:lnTo>
                  <a:pt x="362838" y="95250"/>
                </a:lnTo>
                <a:lnTo>
                  <a:pt x="350932" y="8763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212330" y="5940653"/>
            <a:ext cx="281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453378" y="1290066"/>
            <a:ext cx="0" cy="4907280"/>
          </a:xfrm>
          <a:custGeom>
            <a:avLst/>
            <a:gdLst/>
            <a:ahLst/>
            <a:cxnLst/>
            <a:rect l="l" t="t" r="r" b="b"/>
            <a:pathLst>
              <a:path w="0" h="4907280">
                <a:moveTo>
                  <a:pt x="0" y="0"/>
                </a:moveTo>
                <a:lnTo>
                  <a:pt x="0" y="4907280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453378" y="1940051"/>
            <a:ext cx="727075" cy="114300"/>
          </a:xfrm>
          <a:custGeom>
            <a:avLst/>
            <a:gdLst/>
            <a:ahLst/>
            <a:cxnLst/>
            <a:rect l="l" t="t" r="r" b="b"/>
            <a:pathLst>
              <a:path w="727075" h="114300">
                <a:moveTo>
                  <a:pt x="612648" y="0"/>
                </a:moveTo>
                <a:lnTo>
                  <a:pt x="612648" y="114300"/>
                </a:lnTo>
                <a:lnTo>
                  <a:pt x="688848" y="76200"/>
                </a:lnTo>
                <a:lnTo>
                  <a:pt x="631698" y="76200"/>
                </a:lnTo>
                <a:lnTo>
                  <a:pt x="631698" y="38100"/>
                </a:lnTo>
                <a:lnTo>
                  <a:pt x="688848" y="38100"/>
                </a:lnTo>
                <a:lnTo>
                  <a:pt x="612648" y="0"/>
                </a:lnTo>
                <a:close/>
              </a:path>
              <a:path w="727075" h="114300">
                <a:moveTo>
                  <a:pt x="6126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12648" y="76200"/>
                </a:lnTo>
                <a:lnTo>
                  <a:pt x="612648" y="38100"/>
                </a:lnTo>
                <a:close/>
              </a:path>
              <a:path w="727075" h="114300">
                <a:moveTo>
                  <a:pt x="688848" y="38100"/>
                </a:moveTo>
                <a:lnTo>
                  <a:pt x="631698" y="38100"/>
                </a:lnTo>
                <a:lnTo>
                  <a:pt x="631698" y="76200"/>
                </a:lnTo>
                <a:lnTo>
                  <a:pt x="688848" y="76200"/>
                </a:lnTo>
                <a:lnTo>
                  <a:pt x="726948" y="57150"/>
                </a:lnTo>
                <a:lnTo>
                  <a:pt x="6888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597902" y="1930907"/>
            <a:ext cx="904240" cy="114300"/>
          </a:xfrm>
          <a:custGeom>
            <a:avLst/>
            <a:gdLst/>
            <a:ahLst/>
            <a:cxnLst/>
            <a:rect l="l" t="t" r="r" b="b"/>
            <a:pathLst>
              <a:path w="904240" h="114300">
                <a:moveTo>
                  <a:pt x="789431" y="0"/>
                </a:moveTo>
                <a:lnTo>
                  <a:pt x="789431" y="114300"/>
                </a:lnTo>
                <a:lnTo>
                  <a:pt x="865631" y="76200"/>
                </a:lnTo>
                <a:lnTo>
                  <a:pt x="808481" y="76200"/>
                </a:lnTo>
                <a:lnTo>
                  <a:pt x="808481" y="38100"/>
                </a:lnTo>
                <a:lnTo>
                  <a:pt x="865631" y="38100"/>
                </a:lnTo>
                <a:lnTo>
                  <a:pt x="789431" y="0"/>
                </a:lnTo>
                <a:close/>
              </a:path>
              <a:path w="904240" h="114300">
                <a:moveTo>
                  <a:pt x="7894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89431" y="76200"/>
                </a:lnTo>
                <a:lnTo>
                  <a:pt x="789431" y="38100"/>
                </a:lnTo>
                <a:close/>
              </a:path>
              <a:path w="904240" h="114300">
                <a:moveTo>
                  <a:pt x="865631" y="38100"/>
                </a:moveTo>
                <a:lnTo>
                  <a:pt x="808481" y="38100"/>
                </a:lnTo>
                <a:lnTo>
                  <a:pt x="808481" y="76200"/>
                </a:lnTo>
                <a:lnTo>
                  <a:pt x="865631" y="76200"/>
                </a:lnTo>
                <a:lnTo>
                  <a:pt x="903731" y="57150"/>
                </a:lnTo>
                <a:lnTo>
                  <a:pt x="865631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453378" y="2613660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300"/>
                </a:lnTo>
                <a:lnTo>
                  <a:pt x="650748" y="76200"/>
                </a:lnTo>
                <a:lnTo>
                  <a:pt x="593598" y="76200"/>
                </a:lnTo>
                <a:lnTo>
                  <a:pt x="593598" y="38100"/>
                </a:lnTo>
                <a:lnTo>
                  <a:pt x="650748" y="38100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4548" y="76200"/>
                </a:lnTo>
                <a:lnTo>
                  <a:pt x="574548" y="38100"/>
                </a:lnTo>
                <a:close/>
              </a:path>
              <a:path w="688975" h="114300">
                <a:moveTo>
                  <a:pt x="650748" y="38100"/>
                </a:moveTo>
                <a:lnTo>
                  <a:pt x="593598" y="38100"/>
                </a:lnTo>
                <a:lnTo>
                  <a:pt x="593598" y="76200"/>
                </a:lnTo>
                <a:lnTo>
                  <a:pt x="650748" y="76200"/>
                </a:lnTo>
                <a:lnTo>
                  <a:pt x="688848" y="57150"/>
                </a:lnTo>
                <a:lnTo>
                  <a:pt x="6507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453378" y="3244595"/>
            <a:ext cx="727075" cy="114300"/>
          </a:xfrm>
          <a:custGeom>
            <a:avLst/>
            <a:gdLst/>
            <a:ahLst/>
            <a:cxnLst/>
            <a:rect l="l" t="t" r="r" b="b"/>
            <a:pathLst>
              <a:path w="727075" h="114300">
                <a:moveTo>
                  <a:pt x="612648" y="0"/>
                </a:moveTo>
                <a:lnTo>
                  <a:pt x="612648" y="114300"/>
                </a:lnTo>
                <a:lnTo>
                  <a:pt x="688848" y="76200"/>
                </a:lnTo>
                <a:lnTo>
                  <a:pt x="631698" y="76200"/>
                </a:lnTo>
                <a:lnTo>
                  <a:pt x="631698" y="38100"/>
                </a:lnTo>
                <a:lnTo>
                  <a:pt x="688848" y="38100"/>
                </a:lnTo>
                <a:lnTo>
                  <a:pt x="612648" y="0"/>
                </a:lnTo>
                <a:close/>
              </a:path>
              <a:path w="727075" h="114300">
                <a:moveTo>
                  <a:pt x="6126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12648" y="76200"/>
                </a:lnTo>
                <a:lnTo>
                  <a:pt x="612648" y="38100"/>
                </a:lnTo>
                <a:close/>
              </a:path>
              <a:path w="727075" h="114300">
                <a:moveTo>
                  <a:pt x="688848" y="38100"/>
                </a:moveTo>
                <a:lnTo>
                  <a:pt x="631698" y="38100"/>
                </a:lnTo>
                <a:lnTo>
                  <a:pt x="631698" y="76200"/>
                </a:lnTo>
                <a:lnTo>
                  <a:pt x="688848" y="76200"/>
                </a:lnTo>
                <a:lnTo>
                  <a:pt x="726948" y="57150"/>
                </a:lnTo>
                <a:lnTo>
                  <a:pt x="6888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453378" y="3899915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299"/>
                </a:lnTo>
                <a:lnTo>
                  <a:pt x="650748" y="76199"/>
                </a:lnTo>
                <a:lnTo>
                  <a:pt x="593598" y="76199"/>
                </a:lnTo>
                <a:lnTo>
                  <a:pt x="593598" y="38099"/>
                </a:lnTo>
                <a:lnTo>
                  <a:pt x="650748" y="38099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74548" y="76199"/>
                </a:lnTo>
                <a:lnTo>
                  <a:pt x="574548" y="38099"/>
                </a:lnTo>
                <a:close/>
              </a:path>
              <a:path w="688975" h="114300">
                <a:moveTo>
                  <a:pt x="650748" y="38099"/>
                </a:moveTo>
                <a:lnTo>
                  <a:pt x="593598" y="38099"/>
                </a:lnTo>
                <a:lnTo>
                  <a:pt x="593598" y="76199"/>
                </a:lnTo>
                <a:lnTo>
                  <a:pt x="650748" y="76199"/>
                </a:lnTo>
                <a:lnTo>
                  <a:pt x="688848" y="57149"/>
                </a:lnTo>
                <a:lnTo>
                  <a:pt x="650748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584185" y="3899915"/>
            <a:ext cx="708660" cy="114300"/>
          </a:xfrm>
          <a:custGeom>
            <a:avLst/>
            <a:gdLst/>
            <a:ahLst/>
            <a:cxnLst/>
            <a:rect l="l" t="t" r="r" b="b"/>
            <a:pathLst>
              <a:path w="708659" h="114300">
                <a:moveTo>
                  <a:pt x="594360" y="0"/>
                </a:moveTo>
                <a:lnTo>
                  <a:pt x="594360" y="114299"/>
                </a:lnTo>
                <a:lnTo>
                  <a:pt x="670560" y="76199"/>
                </a:lnTo>
                <a:lnTo>
                  <a:pt x="613410" y="76199"/>
                </a:lnTo>
                <a:lnTo>
                  <a:pt x="613410" y="38099"/>
                </a:lnTo>
                <a:lnTo>
                  <a:pt x="670560" y="38099"/>
                </a:lnTo>
                <a:lnTo>
                  <a:pt x="594360" y="0"/>
                </a:lnTo>
                <a:close/>
              </a:path>
              <a:path w="708659" h="114300">
                <a:moveTo>
                  <a:pt x="59436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94360" y="76199"/>
                </a:lnTo>
                <a:lnTo>
                  <a:pt x="594360" y="38099"/>
                </a:lnTo>
                <a:close/>
              </a:path>
              <a:path w="708659" h="114300">
                <a:moveTo>
                  <a:pt x="670560" y="38099"/>
                </a:moveTo>
                <a:lnTo>
                  <a:pt x="613410" y="38099"/>
                </a:lnTo>
                <a:lnTo>
                  <a:pt x="613410" y="76199"/>
                </a:lnTo>
                <a:lnTo>
                  <a:pt x="670560" y="76199"/>
                </a:lnTo>
                <a:lnTo>
                  <a:pt x="708660" y="57149"/>
                </a:lnTo>
                <a:lnTo>
                  <a:pt x="670560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672578" y="3957065"/>
            <a:ext cx="0" cy="1391920"/>
          </a:xfrm>
          <a:custGeom>
            <a:avLst/>
            <a:gdLst/>
            <a:ahLst/>
            <a:cxnLst/>
            <a:rect l="l" t="t" r="r" b="b"/>
            <a:pathLst>
              <a:path w="0" h="1391920">
                <a:moveTo>
                  <a:pt x="0" y="0"/>
                </a:moveTo>
                <a:lnTo>
                  <a:pt x="0" y="1391411"/>
                </a:lnTo>
              </a:path>
            </a:pathLst>
          </a:custGeom>
          <a:ln w="38100">
            <a:solidFill>
              <a:srgbClr val="FF9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672578" y="4529328"/>
            <a:ext cx="620395" cy="114300"/>
          </a:xfrm>
          <a:custGeom>
            <a:avLst/>
            <a:gdLst/>
            <a:ahLst/>
            <a:cxnLst/>
            <a:rect l="l" t="t" r="r" b="b"/>
            <a:pathLst>
              <a:path w="620395" h="114300">
                <a:moveTo>
                  <a:pt x="505968" y="0"/>
                </a:moveTo>
                <a:lnTo>
                  <a:pt x="505968" y="114300"/>
                </a:lnTo>
                <a:lnTo>
                  <a:pt x="582168" y="76200"/>
                </a:lnTo>
                <a:lnTo>
                  <a:pt x="525018" y="76200"/>
                </a:lnTo>
                <a:lnTo>
                  <a:pt x="525018" y="38100"/>
                </a:lnTo>
                <a:lnTo>
                  <a:pt x="582168" y="38100"/>
                </a:lnTo>
                <a:lnTo>
                  <a:pt x="505968" y="0"/>
                </a:lnTo>
                <a:close/>
              </a:path>
              <a:path w="620395" h="114300">
                <a:moveTo>
                  <a:pt x="50596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5968" y="76200"/>
                </a:lnTo>
                <a:lnTo>
                  <a:pt x="505968" y="38100"/>
                </a:lnTo>
                <a:close/>
              </a:path>
              <a:path w="620395" h="114300">
                <a:moveTo>
                  <a:pt x="582168" y="38100"/>
                </a:moveTo>
                <a:lnTo>
                  <a:pt x="525018" y="38100"/>
                </a:lnTo>
                <a:lnTo>
                  <a:pt x="525018" y="76200"/>
                </a:lnTo>
                <a:lnTo>
                  <a:pt x="582168" y="76200"/>
                </a:lnTo>
                <a:lnTo>
                  <a:pt x="620268" y="57150"/>
                </a:lnTo>
                <a:lnTo>
                  <a:pt x="58216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672578" y="5291328"/>
            <a:ext cx="620395" cy="114300"/>
          </a:xfrm>
          <a:custGeom>
            <a:avLst/>
            <a:gdLst/>
            <a:ahLst/>
            <a:cxnLst/>
            <a:rect l="l" t="t" r="r" b="b"/>
            <a:pathLst>
              <a:path w="620395" h="114300">
                <a:moveTo>
                  <a:pt x="505968" y="0"/>
                </a:moveTo>
                <a:lnTo>
                  <a:pt x="505968" y="114300"/>
                </a:lnTo>
                <a:lnTo>
                  <a:pt x="582168" y="76200"/>
                </a:lnTo>
                <a:lnTo>
                  <a:pt x="525018" y="76200"/>
                </a:lnTo>
                <a:lnTo>
                  <a:pt x="525018" y="38100"/>
                </a:lnTo>
                <a:lnTo>
                  <a:pt x="582168" y="38100"/>
                </a:lnTo>
                <a:lnTo>
                  <a:pt x="505968" y="0"/>
                </a:lnTo>
                <a:close/>
              </a:path>
              <a:path w="620395" h="114300">
                <a:moveTo>
                  <a:pt x="50596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5968" y="76200"/>
                </a:lnTo>
                <a:lnTo>
                  <a:pt x="505968" y="38100"/>
                </a:lnTo>
                <a:close/>
              </a:path>
              <a:path w="620395" h="114300">
                <a:moveTo>
                  <a:pt x="582168" y="38100"/>
                </a:moveTo>
                <a:lnTo>
                  <a:pt x="525018" y="38100"/>
                </a:lnTo>
                <a:lnTo>
                  <a:pt x="525018" y="76200"/>
                </a:lnTo>
                <a:lnTo>
                  <a:pt x="582168" y="76200"/>
                </a:lnTo>
                <a:lnTo>
                  <a:pt x="620268" y="57150"/>
                </a:lnTo>
                <a:lnTo>
                  <a:pt x="58216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453378" y="4634484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300"/>
                </a:lnTo>
                <a:lnTo>
                  <a:pt x="650748" y="76200"/>
                </a:lnTo>
                <a:lnTo>
                  <a:pt x="593598" y="76200"/>
                </a:lnTo>
                <a:lnTo>
                  <a:pt x="593598" y="38100"/>
                </a:lnTo>
                <a:lnTo>
                  <a:pt x="650748" y="38100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4548" y="76200"/>
                </a:lnTo>
                <a:lnTo>
                  <a:pt x="574548" y="38100"/>
                </a:lnTo>
                <a:close/>
              </a:path>
              <a:path w="688975" h="114300">
                <a:moveTo>
                  <a:pt x="650748" y="38100"/>
                </a:moveTo>
                <a:lnTo>
                  <a:pt x="593598" y="38100"/>
                </a:lnTo>
                <a:lnTo>
                  <a:pt x="593598" y="76200"/>
                </a:lnTo>
                <a:lnTo>
                  <a:pt x="650748" y="76200"/>
                </a:lnTo>
                <a:lnTo>
                  <a:pt x="688848" y="57150"/>
                </a:lnTo>
                <a:lnTo>
                  <a:pt x="6507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453378" y="5369052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300"/>
                </a:lnTo>
                <a:lnTo>
                  <a:pt x="650748" y="76200"/>
                </a:lnTo>
                <a:lnTo>
                  <a:pt x="593598" y="76200"/>
                </a:lnTo>
                <a:lnTo>
                  <a:pt x="593598" y="38100"/>
                </a:lnTo>
                <a:lnTo>
                  <a:pt x="650748" y="38100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4548" y="76200"/>
                </a:lnTo>
                <a:lnTo>
                  <a:pt x="574548" y="38100"/>
                </a:lnTo>
                <a:close/>
              </a:path>
              <a:path w="688975" h="114300">
                <a:moveTo>
                  <a:pt x="650748" y="38100"/>
                </a:moveTo>
                <a:lnTo>
                  <a:pt x="593598" y="38100"/>
                </a:lnTo>
                <a:lnTo>
                  <a:pt x="593598" y="76200"/>
                </a:lnTo>
                <a:lnTo>
                  <a:pt x="650748" y="76200"/>
                </a:lnTo>
                <a:lnTo>
                  <a:pt x="688848" y="57150"/>
                </a:lnTo>
                <a:lnTo>
                  <a:pt x="65074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453378" y="6140196"/>
            <a:ext cx="688975" cy="114300"/>
          </a:xfrm>
          <a:custGeom>
            <a:avLst/>
            <a:gdLst/>
            <a:ahLst/>
            <a:cxnLst/>
            <a:rect l="l" t="t" r="r" b="b"/>
            <a:pathLst>
              <a:path w="688975" h="114300">
                <a:moveTo>
                  <a:pt x="574548" y="0"/>
                </a:moveTo>
                <a:lnTo>
                  <a:pt x="574548" y="114299"/>
                </a:lnTo>
                <a:lnTo>
                  <a:pt x="650748" y="76199"/>
                </a:lnTo>
                <a:lnTo>
                  <a:pt x="593598" y="76199"/>
                </a:lnTo>
                <a:lnTo>
                  <a:pt x="593598" y="38099"/>
                </a:lnTo>
                <a:lnTo>
                  <a:pt x="650748" y="38099"/>
                </a:lnTo>
                <a:lnTo>
                  <a:pt x="574548" y="0"/>
                </a:lnTo>
                <a:close/>
              </a:path>
              <a:path w="688975" h="114300">
                <a:moveTo>
                  <a:pt x="57454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74548" y="76199"/>
                </a:lnTo>
                <a:lnTo>
                  <a:pt x="574548" y="38099"/>
                </a:lnTo>
                <a:close/>
              </a:path>
              <a:path w="688975" h="114300">
                <a:moveTo>
                  <a:pt x="650748" y="38099"/>
                </a:moveTo>
                <a:lnTo>
                  <a:pt x="593598" y="38099"/>
                </a:lnTo>
                <a:lnTo>
                  <a:pt x="593598" y="76199"/>
                </a:lnTo>
                <a:lnTo>
                  <a:pt x="650748" y="76199"/>
                </a:lnTo>
                <a:lnTo>
                  <a:pt x="688848" y="57149"/>
                </a:lnTo>
                <a:lnTo>
                  <a:pt x="650748" y="38099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574281" y="1711274"/>
            <a:ext cx="4857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515859" y="1474978"/>
            <a:ext cx="807085" cy="52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75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数字</a:t>
            </a:r>
            <a:endParaRPr sz="1800">
              <a:latin typeface="宋体"/>
              <a:cs typeface="宋体"/>
            </a:endParaRPr>
          </a:p>
          <a:p>
            <a:pPr marL="334010">
              <a:lnSpc>
                <a:spcPts val="1975"/>
              </a:lnSpc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44461" y="2418333"/>
            <a:ext cx="1708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59956" y="3083813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28586" y="3696715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879460" y="4333494"/>
            <a:ext cx="1708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706359" y="3650056"/>
            <a:ext cx="5378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887461" y="5103063"/>
            <a:ext cx="1708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26173" y="4376420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26173" y="5103063"/>
            <a:ext cx="12636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537706" y="5881522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7229856" y="1560067"/>
            <a:ext cx="342265" cy="224154"/>
          </a:xfrm>
          <a:custGeom>
            <a:avLst/>
            <a:gdLst/>
            <a:ahLst/>
            <a:cxnLst/>
            <a:rect l="l" t="t" r="r" b="b"/>
            <a:pathLst>
              <a:path w="342265" h="224155">
                <a:moveTo>
                  <a:pt x="265542" y="118210"/>
                </a:moveTo>
                <a:lnTo>
                  <a:pt x="231013" y="126873"/>
                </a:lnTo>
                <a:lnTo>
                  <a:pt x="314325" y="223901"/>
                </a:lnTo>
                <a:lnTo>
                  <a:pt x="333192" y="138430"/>
                </a:lnTo>
                <a:lnTo>
                  <a:pt x="273430" y="138430"/>
                </a:lnTo>
                <a:lnTo>
                  <a:pt x="265542" y="118210"/>
                </a:lnTo>
                <a:close/>
              </a:path>
              <a:path w="342265" h="224155">
                <a:moveTo>
                  <a:pt x="165862" y="0"/>
                </a:moveTo>
                <a:lnTo>
                  <a:pt x="116332" y="12446"/>
                </a:lnTo>
                <a:lnTo>
                  <a:pt x="73660" y="43434"/>
                </a:lnTo>
                <a:lnTo>
                  <a:pt x="38608" y="88011"/>
                </a:lnTo>
                <a:lnTo>
                  <a:pt x="20574" y="123317"/>
                </a:lnTo>
                <a:lnTo>
                  <a:pt x="7747" y="161798"/>
                </a:lnTo>
                <a:lnTo>
                  <a:pt x="889" y="202311"/>
                </a:lnTo>
                <a:lnTo>
                  <a:pt x="0" y="221361"/>
                </a:lnTo>
                <a:lnTo>
                  <a:pt x="38100" y="223139"/>
                </a:lnTo>
                <a:lnTo>
                  <a:pt x="38989" y="204089"/>
                </a:lnTo>
                <a:lnTo>
                  <a:pt x="41275" y="186817"/>
                </a:lnTo>
                <a:lnTo>
                  <a:pt x="56134" y="136779"/>
                </a:lnTo>
                <a:lnTo>
                  <a:pt x="81025" y="93091"/>
                </a:lnTo>
                <a:lnTo>
                  <a:pt x="112395" y="59944"/>
                </a:lnTo>
                <a:lnTo>
                  <a:pt x="144081" y="42037"/>
                </a:lnTo>
                <a:lnTo>
                  <a:pt x="143764" y="42037"/>
                </a:lnTo>
                <a:lnTo>
                  <a:pt x="146303" y="41148"/>
                </a:lnTo>
                <a:lnTo>
                  <a:pt x="147320" y="41148"/>
                </a:lnTo>
                <a:lnTo>
                  <a:pt x="157479" y="38608"/>
                </a:lnTo>
                <a:lnTo>
                  <a:pt x="162051" y="38227"/>
                </a:lnTo>
                <a:lnTo>
                  <a:pt x="167513" y="37973"/>
                </a:lnTo>
                <a:lnTo>
                  <a:pt x="253340" y="37973"/>
                </a:lnTo>
                <a:lnTo>
                  <a:pt x="244855" y="30353"/>
                </a:lnTo>
                <a:lnTo>
                  <a:pt x="230377" y="20066"/>
                </a:lnTo>
                <a:lnTo>
                  <a:pt x="214884" y="11430"/>
                </a:lnTo>
                <a:lnTo>
                  <a:pt x="201422" y="5969"/>
                </a:lnTo>
                <a:lnTo>
                  <a:pt x="200533" y="5587"/>
                </a:lnTo>
                <a:lnTo>
                  <a:pt x="199771" y="5334"/>
                </a:lnTo>
                <a:lnTo>
                  <a:pt x="198882" y="5080"/>
                </a:lnTo>
                <a:lnTo>
                  <a:pt x="182879" y="1270"/>
                </a:lnTo>
                <a:lnTo>
                  <a:pt x="174371" y="254"/>
                </a:lnTo>
                <a:lnTo>
                  <a:pt x="165862" y="0"/>
                </a:lnTo>
                <a:close/>
              </a:path>
              <a:path w="342265" h="224155">
                <a:moveTo>
                  <a:pt x="302769" y="108872"/>
                </a:moveTo>
                <a:lnTo>
                  <a:pt x="265542" y="118210"/>
                </a:lnTo>
                <a:lnTo>
                  <a:pt x="273430" y="138430"/>
                </a:lnTo>
                <a:lnTo>
                  <a:pt x="308864" y="124587"/>
                </a:lnTo>
                <a:lnTo>
                  <a:pt x="302769" y="108872"/>
                </a:lnTo>
                <a:close/>
              </a:path>
              <a:path w="342265" h="224155">
                <a:moveTo>
                  <a:pt x="341884" y="99060"/>
                </a:moveTo>
                <a:lnTo>
                  <a:pt x="302769" y="108872"/>
                </a:lnTo>
                <a:lnTo>
                  <a:pt x="308864" y="124587"/>
                </a:lnTo>
                <a:lnTo>
                  <a:pt x="273430" y="138430"/>
                </a:lnTo>
                <a:lnTo>
                  <a:pt x="333192" y="138430"/>
                </a:lnTo>
                <a:lnTo>
                  <a:pt x="341884" y="99060"/>
                </a:lnTo>
                <a:close/>
              </a:path>
              <a:path w="342265" h="224155">
                <a:moveTo>
                  <a:pt x="260998" y="106564"/>
                </a:moveTo>
                <a:lnTo>
                  <a:pt x="265542" y="118210"/>
                </a:lnTo>
                <a:lnTo>
                  <a:pt x="302769" y="108872"/>
                </a:lnTo>
                <a:lnTo>
                  <a:pt x="302608" y="108458"/>
                </a:lnTo>
                <a:lnTo>
                  <a:pt x="262254" y="108458"/>
                </a:lnTo>
                <a:lnTo>
                  <a:pt x="260998" y="106564"/>
                </a:lnTo>
                <a:close/>
              </a:path>
              <a:path w="342265" h="224155">
                <a:moveTo>
                  <a:pt x="260350" y="104902"/>
                </a:moveTo>
                <a:lnTo>
                  <a:pt x="260998" y="106564"/>
                </a:lnTo>
                <a:lnTo>
                  <a:pt x="262254" y="108458"/>
                </a:lnTo>
                <a:lnTo>
                  <a:pt x="260350" y="104902"/>
                </a:lnTo>
                <a:close/>
              </a:path>
              <a:path w="342265" h="224155">
                <a:moveTo>
                  <a:pt x="301229" y="104902"/>
                </a:moveTo>
                <a:lnTo>
                  <a:pt x="260350" y="104902"/>
                </a:lnTo>
                <a:lnTo>
                  <a:pt x="262254" y="108458"/>
                </a:lnTo>
                <a:lnTo>
                  <a:pt x="302608" y="108458"/>
                </a:lnTo>
                <a:lnTo>
                  <a:pt x="301229" y="104902"/>
                </a:lnTo>
                <a:close/>
              </a:path>
              <a:path w="342265" h="224155">
                <a:moveTo>
                  <a:pt x="188497" y="41739"/>
                </a:moveTo>
                <a:lnTo>
                  <a:pt x="222503" y="61341"/>
                </a:lnTo>
                <a:lnTo>
                  <a:pt x="253238" y="94869"/>
                </a:lnTo>
                <a:lnTo>
                  <a:pt x="260998" y="106564"/>
                </a:lnTo>
                <a:lnTo>
                  <a:pt x="260350" y="104902"/>
                </a:lnTo>
                <a:lnTo>
                  <a:pt x="301229" y="104902"/>
                </a:lnTo>
                <a:lnTo>
                  <a:pt x="295910" y="91186"/>
                </a:lnTo>
                <a:lnTo>
                  <a:pt x="295401" y="89916"/>
                </a:lnTo>
                <a:lnTo>
                  <a:pt x="294767" y="88646"/>
                </a:lnTo>
                <a:lnTo>
                  <a:pt x="294004" y="87630"/>
                </a:lnTo>
                <a:lnTo>
                  <a:pt x="283210" y="71120"/>
                </a:lnTo>
                <a:lnTo>
                  <a:pt x="271399" y="56387"/>
                </a:lnTo>
                <a:lnTo>
                  <a:pt x="258572" y="42672"/>
                </a:lnTo>
                <a:lnTo>
                  <a:pt x="257864" y="42037"/>
                </a:lnTo>
                <a:lnTo>
                  <a:pt x="189611" y="42037"/>
                </a:lnTo>
                <a:lnTo>
                  <a:pt x="188497" y="41739"/>
                </a:lnTo>
                <a:close/>
              </a:path>
              <a:path w="342265" h="224155">
                <a:moveTo>
                  <a:pt x="146303" y="41148"/>
                </a:moveTo>
                <a:lnTo>
                  <a:pt x="143764" y="42037"/>
                </a:lnTo>
                <a:lnTo>
                  <a:pt x="144610" y="41825"/>
                </a:lnTo>
                <a:lnTo>
                  <a:pt x="146303" y="41148"/>
                </a:lnTo>
                <a:close/>
              </a:path>
              <a:path w="342265" h="224155">
                <a:moveTo>
                  <a:pt x="144610" y="41825"/>
                </a:moveTo>
                <a:lnTo>
                  <a:pt x="143764" y="42037"/>
                </a:lnTo>
                <a:lnTo>
                  <a:pt x="144081" y="42037"/>
                </a:lnTo>
                <a:lnTo>
                  <a:pt x="144610" y="41825"/>
                </a:lnTo>
                <a:close/>
              </a:path>
              <a:path w="342265" h="224155">
                <a:moveTo>
                  <a:pt x="187071" y="41148"/>
                </a:moveTo>
                <a:lnTo>
                  <a:pt x="188497" y="41739"/>
                </a:lnTo>
                <a:lnTo>
                  <a:pt x="189611" y="42037"/>
                </a:lnTo>
                <a:lnTo>
                  <a:pt x="187071" y="41148"/>
                </a:lnTo>
                <a:close/>
              </a:path>
              <a:path w="342265" h="224155">
                <a:moveTo>
                  <a:pt x="256875" y="41148"/>
                </a:moveTo>
                <a:lnTo>
                  <a:pt x="187071" y="41148"/>
                </a:lnTo>
                <a:lnTo>
                  <a:pt x="189611" y="42037"/>
                </a:lnTo>
                <a:lnTo>
                  <a:pt x="257864" y="42037"/>
                </a:lnTo>
                <a:lnTo>
                  <a:pt x="256875" y="41148"/>
                </a:lnTo>
                <a:close/>
              </a:path>
              <a:path w="342265" h="224155">
                <a:moveTo>
                  <a:pt x="147320" y="41148"/>
                </a:moveTo>
                <a:lnTo>
                  <a:pt x="146303" y="41148"/>
                </a:lnTo>
                <a:lnTo>
                  <a:pt x="144610" y="41825"/>
                </a:lnTo>
                <a:lnTo>
                  <a:pt x="147320" y="41148"/>
                </a:lnTo>
                <a:close/>
              </a:path>
              <a:path w="342265" h="224155">
                <a:moveTo>
                  <a:pt x="253340" y="37973"/>
                </a:moveTo>
                <a:lnTo>
                  <a:pt x="167513" y="37973"/>
                </a:lnTo>
                <a:lnTo>
                  <a:pt x="172847" y="38354"/>
                </a:lnTo>
                <a:lnTo>
                  <a:pt x="178180" y="38989"/>
                </a:lnTo>
                <a:lnTo>
                  <a:pt x="188497" y="41739"/>
                </a:lnTo>
                <a:lnTo>
                  <a:pt x="187071" y="41148"/>
                </a:lnTo>
                <a:lnTo>
                  <a:pt x="256875" y="41148"/>
                </a:lnTo>
                <a:lnTo>
                  <a:pt x="253340" y="37973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974801"/>
            <a:ext cx="7126605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910" algn="l"/>
              </a:tabLst>
            </a:pP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60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8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章	</a:t>
            </a:r>
            <a:r>
              <a:rPr dirty="0" sz="3800" spc="5">
                <a:solidFill>
                  <a:srgbClr val="FFFF00"/>
                </a:solidFill>
                <a:latin typeface="黑体"/>
                <a:cs typeface="黑体"/>
              </a:rPr>
              <a:t>词法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分</a:t>
            </a:r>
            <a:r>
              <a:rPr dirty="0" sz="3800" spc="925">
                <a:solidFill>
                  <a:srgbClr val="FFFF00"/>
                </a:solidFill>
                <a:latin typeface="黑体"/>
                <a:cs typeface="黑体"/>
              </a:rPr>
              <a:t>析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Lexical</a:t>
            </a:r>
            <a:r>
              <a:rPr dirty="0" sz="3200" spc="-26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788" y="2444318"/>
            <a:ext cx="5873750" cy="2605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814705" indent="-8020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814069" algn="l"/>
                <a:tab pos="814705" algn="l"/>
              </a:tabLst>
            </a:pP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词法分析程序的功能</a:t>
            </a:r>
            <a:endParaRPr sz="36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FF00"/>
              </a:buClr>
              <a:buFont typeface="Times New Roman"/>
              <a:buAutoNum type="arabicPeriod"/>
            </a:pPr>
            <a:endParaRPr sz="2850">
              <a:latin typeface="宋体"/>
              <a:cs typeface="宋体"/>
            </a:endParaRPr>
          </a:p>
          <a:p>
            <a:pPr lvl="1" marL="814705" indent="-80200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词法分析器的设计与实现</a:t>
            </a:r>
            <a:endParaRPr sz="36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FF00"/>
              </a:buClr>
              <a:buFont typeface="Times New Roman"/>
              <a:buAutoNum type="arabicPeriod"/>
            </a:pPr>
            <a:endParaRPr sz="2850">
              <a:latin typeface="宋体"/>
              <a:cs typeface="宋体"/>
            </a:endParaRPr>
          </a:p>
          <a:p>
            <a:pPr lvl="1" marL="814705" indent="-802005">
              <a:lnSpc>
                <a:spcPct val="100000"/>
              </a:lnSpc>
              <a:buClr>
                <a:srgbClr val="FFFF00"/>
              </a:buClr>
              <a:buFont typeface="Times New Roman"/>
              <a:buAutoNum type="arabicPeriod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词法分析器的自动生成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57421" y="26923"/>
            <a:ext cx="16306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87183" y="4547615"/>
            <a:ext cx="1264920" cy="535305"/>
          </a:xfrm>
          <a:custGeom>
            <a:avLst/>
            <a:gdLst/>
            <a:ahLst/>
            <a:cxnLst/>
            <a:rect l="l" t="t" r="r" b="b"/>
            <a:pathLst>
              <a:path w="1264920" h="535304">
                <a:moveTo>
                  <a:pt x="316230" y="0"/>
                </a:moveTo>
                <a:lnTo>
                  <a:pt x="0" y="267461"/>
                </a:lnTo>
                <a:lnTo>
                  <a:pt x="316230" y="534923"/>
                </a:lnTo>
                <a:lnTo>
                  <a:pt x="316230" y="401192"/>
                </a:lnTo>
                <a:lnTo>
                  <a:pt x="1264920" y="401192"/>
                </a:lnTo>
                <a:lnTo>
                  <a:pt x="1264920" y="133730"/>
                </a:lnTo>
                <a:lnTo>
                  <a:pt x="316230" y="133730"/>
                </a:lnTo>
                <a:lnTo>
                  <a:pt x="31623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87183" y="4547615"/>
            <a:ext cx="1264920" cy="535305"/>
          </a:xfrm>
          <a:custGeom>
            <a:avLst/>
            <a:gdLst/>
            <a:ahLst/>
            <a:cxnLst/>
            <a:rect l="l" t="t" r="r" b="b"/>
            <a:pathLst>
              <a:path w="1264920" h="535304">
                <a:moveTo>
                  <a:pt x="0" y="267461"/>
                </a:moveTo>
                <a:lnTo>
                  <a:pt x="316230" y="0"/>
                </a:lnTo>
                <a:lnTo>
                  <a:pt x="316230" y="133730"/>
                </a:lnTo>
                <a:lnTo>
                  <a:pt x="1264920" y="133730"/>
                </a:lnTo>
                <a:lnTo>
                  <a:pt x="1264920" y="401192"/>
                </a:lnTo>
                <a:lnTo>
                  <a:pt x="316230" y="401192"/>
                </a:lnTo>
                <a:lnTo>
                  <a:pt x="316230" y="534923"/>
                </a:lnTo>
                <a:lnTo>
                  <a:pt x="0" y="267461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842" y="735025"/>
            <a:ext cx="32899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6135" algn="l"/>
              </a:tabLst>
            </a:pPr>
            <a:r>
              <a:rPr dirty="0" sz="3200" spc="-10">
                <a:solidFill>
                  <a:srgbClr val="FFFF00"/>
                </a:solidFill>
                <a:latin typeface="宋体"/>
                <a:cs typeface="宋体"/>
              </a:rPr>
              <a:t>—</a:t>
            </a:r>
            <a:r>
              <a:rPr dirty="0" sz="3200" spc="-815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 spc="-5">
                <a:solidFill>
                  <a:srgbClr val="FFFF00"/>
                </a:solidFill>
                <a:latin typeface="宋体"/>
                <a:cs typeface="宋体"/>
              </a:rPr>
              <a:t>自动生成思想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042" y="1318828"/>
            <a:ext cx="8480425" cy="532384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25400" marR="414655" indent="897255">
              <a:lnSpc>
                <a:spcPct val="132700"/>
              </a:lnSpc>
              <a:spcBef>
                <a:spcPts val="1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一个词法分析程序产生器接收用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规式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示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的定义在某语言字母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Σ上的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然后从此正规式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出发</a:t>
            </a:r>
            <a:endParaRPr sz="2800">
              <a:latin typeface="宋体"/>
              <a:cs typeface="宋体"/>
            </a:endParaRPr>
          </a:p>
          <a:p>
            <a:pPr algn="r" marL="358140" marR="43180">
              <a:lnSpc>
                <a:spcPct val="139900"/>
              </a:lnSpc>
              <a:spcBef>
                <a:spcPts val="580"/>
              </a:spcBef>
              <a:tabLst>
                <a:tab pos="336359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构造能识别正规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描述的单词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正规集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的非确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定有限自动机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NFA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’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此步构造算法定义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）用子集法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子集法实现算法命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名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Y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’</a:t>
            </a:r>
            <a:r>
              <a:rPr dirty="0" sz="28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确定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化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800">
              <a:latin typeface="Times New Roman"/>
              <a:cs typeface="Times New Roman"/>
            </a:endParaRPr>
          </a:p>
          <a:p>
            <a:pPr marL="888365">
              <a:lnSpc>
                <a:spcPct val="100000"/>
              </a:lnSpc>
              <a:spcBef>
                <a:spcPts val="1175"/>
              </a:spcBef>
              <a:tabLst>
                <a:tab pos="4252595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得到与其等价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DFA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81050" marR="111125" indent="-451484">
              <a:lnSpc>
                <a:spcPct val="135100"/>
              </a:lnSpc>
              <a:spcBef>
                <a:spcPts val="125"/>
              </a:spcBef>
              <a:tabLst>
                <a:tab pos="2715895" algn="l"/>
                <a:tab pos="7538084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）用划分算法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命名为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化简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得到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21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18018" sz="2775" spc="22" b="1">
                <a:solidFill>
                  <a:srgbClr val="FFFFFF"/>
                </a:solidFill>
                <a:latin typeface="Times New Roman"/>
                <a:cs typeface="Times New Roman"/>
              </a:rPr>
              <a:t>"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则这个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DFA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8018" sz="2775" spc="22" b="1">
                <a:solidFill>
                  <a:srgbClr val="FFFFFF"/>
                </a:solidFill>
                <a:latin typeface="Times New Roman"/>
                <a:cs typeface="Times New Roman"/>
              </a:rPr>
              <a:t>"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即是理论上的扫描器。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98117" y="8331"/>
            <a:ext cx="575119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421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38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65654" y="1405889"/>
            <a:ext cx="2752344" cy="1385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65654" y="1405889"/>
            <a:ext cx="2752725" cy="1385570"/>
          </a:xfrm>
          <a:custGeom>
            <a:avLst/>
            <a:gdLst/>
            <a:ahLst/>
            <a:cxnLst/>
            <a:rect l="l" t="t" r="r" b="b"/>
            <a:pathLst>
              <a:path w="2752725" h="1385570">
                <a:moveTo>
                  <a:pt x="0" y="1385315"/>
                </a:moveTo>
                <a:lnTo>
                  <a:pt x="2752344" y="1385315"/>
                </a:lnTo>
                <a:lnTo>
                  <a:pt x="2752344" y="0"/>
                </a:lnTo>
                <a:lnTo>
                  <a:pt x="0" y="0"/>
                </a:lnTo>
                <a:lnTo>
                  <a:pt x="0" y="138531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44189" y="1637538"/>
            <a:ext cx="478790" cy="462280"/>
          </a:xfrm>
          <a:prstGeom prst="rect">
            <a:avLst/>
          </a:prstGeom>
          <a:solidFill>
            <a:srgbClr val="FFCCCC"/>
          </a:solidFill>
          <a:ln w="38100">
            <a:solidFill>
              <a:srgbClr val="DDDDD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2390">
              <a:lnSpc>
                <a:spcPts val="2790"/>
              </a:lnSpc>
            </a:pPr>
            <a:r>
              <a:rPr dirty="0" sz="2400" b="1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3121" y="1637538"/>
            <a:ext cx="478790" cy="462280"/>
          </a:xfrm>
          <a:prstGeom prst="rect">
            <a:avLst/>
          </a:prstGeom>
          <a:solidFill>
            <a:srgbClr val="FFCCCC"/>
          </a:solidFill>
          <a:ln w="38100">
            <a:solidFill>
              <a:srgbClr val="DDDDD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1755">
              <a:lnSpc>
                <a:spcPts val="2790"/>
              </a:lnSpc>
            </a:pPr>
            <a:r>
              <a:rPr dirty="0" sz="2400" b="1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40529" y="1637538"/>
            <a:ext cx="478790" cy="462280"/>
          </a:xfrm>
          <a:prstGeom prst="rect">
            <a:avLst/>
          </a:prstGeom>
          <a:solidFill>
            <a:srgbClr val="FFCCCC"/>
          </a:solidFill>
          <a:ln w="38100">
            <a:solidFill>
              <a:srgbClr val="DDDDD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3660">
              <a:lnSpc>
                <a:spcPts val="2790"/>
              </a:lnSpc>
            </a:pPr>
            <a:r>
              <a:rPr dirty="0" sz="2400" b="1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11174" y="2046732"/>
            <a:ext cx="1554480" cy="114300"/>
          </a:xfrm>
          <a:custGeom>
            <a:avLst/>
            <a:gdLst/>
            <a:ahLst/>
            <a:cxnLst/>
            <a:rect l="l" t="t" r="r" b="b"/>
            <a:pathLst>
              <a:path w="1554480" h="114300">
                <a:moveTo>
                  <a:pt x="1440180" y="0"/>
                </a:moveTo>
                <a:lnTo>
                  <a:pt x="1440180" y="114300"/>
                </a:lnTo>
                <a:lnTo>
                  <a:pt x="1516380" y="76200"/>
                </a:lnTo>
                <a:lnTo>
                  <a:pt x="1459230" y="76200"/>
                </a:lnTo>
                <a:lnTo>
                  <a:pt x="1459230" y="38100"/>
                </a:lnTo>
                <a:lnTo>
                  <a:pt x="1516380" y="38100"/>
                </a:lnTo>
                <a:lnTo>
                  <a:pt x="1440180" y="0"/>
                </a:lnTo>
                <a:close/>
              </a:path>
              <a:path w="1554480" h="114300">
                <a:moveTo>
                  <a:pt x="144018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40180" y="76200"/>
                </a:lnTo>
                <a:lnTo>
                  <a:pt x="1440180" y="38100"/>
                </a:lnTo>
                <a:close/>
              </a:path>
              <a:path w="1554480" h="114300">
                <a:moveTo>
                  <a:pt x="1516380" y="38100"/>
                </a:moveTo>
                <a:lnTo>
                  <a:pt x="1459230" y="38100"/>
                </a:lnTo>
                <a:lnTo>
                  <a:pt x="1459230" y="76200"/>
                </a:lnTo>
                <a:lnTo>
                  <a:pt x="1516380" y="76200"/>
                </a:lnTo>
                <a:lnTo>
                  <a:pt x="1554480" y="57150"/>
                </a:lnTo>
                <a:lnTo>
                  <a:pt x="151638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17997" y="2002535"/>
            <a:ext cx="1196340" cy="114300"/>
          </a:xfrm>
          <a:custGeom>
            <a:avLst/>
            <a:gdLst/>
            <a:ahLst/>
            <a:cxnLst/>
            <a:rect l="l" t="t" r="r" b="b"/>
            <a:pathLst>
              <a:path w="1196340" h="114300">
                <a:moveTo>
                  <a:pt x="1082039" y="0"/>
                </a:moveTo>
                <a:lnTo>
                  <a:pt x="1082039" y="114300"/>
                </a:lnTo>
                <a:lnTo>
                  <a:pt x="1158240" y="76200"/>
                </a:lnTo>
                <a:lnTo>
                  <a:pt x="1101089" y="76200"/>
                </a:lnTo>
                <a:lnTo>
                  <a:pt x="1101089" y="38100"/>
                </a:lnTo>
                <a:lnTo>
                  <a:pt x="1158240" y="38100"/>
                </a:lnTo>
                <a:lnTo>
                  <a:pt x="1082039" y="0"/>
                </a:lnTo>
                <a:close/>
              </a:path>
              <a:path w="1196340" h="114300">
                <a:moveTo>
                  <a:pt x="108203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82039" y="76200"/>
                </a:lnTo>
                <a:lnTo>
                  <a:pt x="1082039" y="38100"/>
                </a:lnTo>
                <a:close/>
              </a:path>
              <a:path w="1196340" h="114300">
                <a:moveTo>
                  <a:pt x="1158240" y="38100"/>
                </a:moveTo>
                <a:lnTo>
                  <a:pt x="1101089" y="38100"/>
                </a:lnTo>
                <a:lnTo>
                  <a:pt x="1101089" y="76200"/>
                </a:lnTo>
                <a:lnTo>
                  <a:pt x="1158240" y="76200"/>
                </a:lnTo>
                <a:lnTo>
                  <a:pt x="1196340" y="57150"/>
                </a:lnTo>
                <a:lnTo>
                  <a:pt x="115824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03603" y="1514932"/>
            <a:ext cx="4159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0833" sz="2400" spc="-15" b="1">
                <a:solidFill>
                  <a:srgbClr val="FFFFFF"/>
                </a:solidFill>
                <a:latin typeface="Symbol"/>
                <a:cs typeface="Symbol"/>
              </a:rPr>
              <a:t></a:t>
            </a:r>
            <a:endParaRPr baseline="-20833"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4827" y="3398520"/>
            <a:ext cx="2273935" cy="457200"/>
          </a:xfrm>
          <a:prstGeom prst="rect">
            <a:avLst/>
          </a:prstGeom>
          <a:solidFill>
            <a:srgbClr val="FFFF99"/>
          </a:solidFill>
        </p:spPr>
        <p:txBody>
          <a:bodyPr wrap="square" lIns="0" tIns="40640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320"/>
              </a:spcBef>
            </a:pPr>
            <a:r>
              <a:rPr dirty="0" u="heavy" sz="2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LEX</a:t>
            </a:r>
            <a:r>
              <a:rPr dirty="0" u="heavy" sz="2400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编译器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823" y="4934711"/>
            <a:ext cx="7945120" cy="1013460"/>
          </a:xfrm>
          <a:prstGeom prst="rect">
            <a:avLst/>
          </a:prstGeom>
          <a:ln w="9525">
            <a:solidFill>
              <a:srgbClr val="FFFF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553085">
              <a:lnSpc>
                <a:spcPct val="100000"/>
              </a:lnSpc>
              <a:spcBef>
                <a:spcPts val="31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用正规式对语言的词法规则进行描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述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而正规式实际输</a:t>
            </a:r>
            <a:endParaRPr sz="24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144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入形式是用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语言来描述的。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31691" y="2675508"/>
            <a:ext cx="498348" cy="605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56278" y="2608167"/>
            <a:ext cx="249174" cy="44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6278" y="2563415"/>
            <a:ext cx="249174" cy="22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68552" y="2456814"/>
            <a:ext cx="498347" cy="24778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93138" y="2181453"/>
            <a:ext cx="249174" cy="1835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93138" y="1998012"/>
            <a:ext cx="249174" cy="917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607809" y="1755327"/>
            <a:ext cx="1250950" cy="143827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algn="ctr" marR="15875">
              <a:lnSpc>
                <a:spcPct val="100000"/>
              </a:lnSpc>
              <a:spcBef>
                <a:spcPts val="960"/>
              </a:spcBef>
              <a:tabLst>
                <a:tab pos="740410" algn="l"/>
              </a:tabLst>
            </a:pP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DFA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dirty="0" sz="2400" b="1">
                <a:solidFill>
                  <a:srgbClr val="99FF99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2400" b="1">
                <a:solidFill>
                  <a:srgbClr val="99FF99"/>
                </a:solidFill>
                <a:latin typeface="宋体"/>
                <a:cs typeface="宋体"/>
              </a:rPr>
              <a:t>总控程序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698117" y="8331"/>
            <a:ext cx="18262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3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928109" y="8331"/>
            <a:ext cx="352107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0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039" y="454949"/>
            <a:ext cx="8533765" cy="4312285"/>
          </a:xfrm>
          <a:prstGeom prst="rect">
            <a:avLst/>
          </a:prstGeom>
        </p:spPr>
        <p:txBody>
          <a:bodyPr wrap="square" lIns="0" tIns="303530" rIns="0" bIns="0" rtlCol="0" vert="horz">
            <a:spAutoFit/>
          </a:bodyPr>
          <a:lstStyle/>
          <a:p>
            <a:pPr algn="just" marL="320675" indent="-308610">
              <a:lnSpc>
                <a:spcPct val="100000"/>
              </a:lnSpc>
              <a:spcBef>
                <a:spcPts val="2390"/>
              </a:spcBef>
              <a:buClr>
                <a:srgbClr val="66FFFF"/>
              </a:buClr>
              <a:buSzPct val="133928"/>
              <a:buFont typeface="Wingdings"/>
              <a:buChar char=""/>
              <a:tabLst>
                <a:tab pos="321310" algn="l"/>
              </a:tabLst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3.2(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总控算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algn="just" marL="317500" marR="3766185">
              <a:lnSpc>
                <a:spcPct val="135100"/>
              </a:lnSpc>
              <a:spcBef>
                <a:spcPts val="15"/>
              </a:spcBef>
            </a:pPr>
            <a:r>
              <a:rPr dirty="0" sz="2400" b="1">
                <a:solidFill>
                  <a:srgbClr val="FFCCFF"/>
                </a:solidFill>
                <a:latin typeface="宋体"/>
                <a:cs typeface="宋体"/>
              </a:rPr>
              <a:t>输</a:t>
            </a:r>
            <a:r>
              <a:rPr dirty="0" sz="2400" spc="-10" b="1">
                <a:solidFill>
                  <a:srgbClr val="FFCCFF"/>
                </a:solidFill>
                <a:latin typeface="宋体"/>
                <a:cs typeface="宋体"/>
              </a:rPr>
              <a:t>入</a:t>
            </a:r>
            <a:r>
              <a:rPr dirty="0" sz="2400" spc="-645" b="1">
                <a:solidFill>
                  <a:srgbClr val="FFCC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CCFF"/>
                </a:solidFill>
                <a:latin typeface="宋体"/>
                <a:cs typeface="宋体"/>
              </a:rPr>
              <a:t>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字符串形式的源程序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400" spc="-6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400" b="1">
                <a:solidFill>
                  <a:srgbClr val="FFCCFF"/>
                </a:solidFill>
                <a:latin typeface="宋体"/>
                <a:cs typeface="宋体"/>
              </a:rPr>
              <a:t>输出</a:t>
            </a:r>
            <a:r>
              <a:rPr dirty="0" sz="2400" spc="-10" b="1">
                <a:solidFill>
                  <a:srgbClr val="FFCCFF"/>
                </a:solidFill>
                <a:latin typeface="宋体"/>
                <a:cs typeface="宋体"/>
              </a:rPr>
              <a:t>：</a:t>
            </a:r>
            <a:r>
              <a:rPr dirty="0" sz="2400" spc="-645" b="1">
                <a:solidFill>
                  <a:srgbClr val="FFCC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源程序单词的属性字流；  </a:t>
            </a:r>
            <a:r>
              <a:rPr dirty="0" sz="2400" b="1">
                <a:solidFill>
                  <a:srgbClr val="FFCCFF"/>
                </a:solidFill>
                <a:latin typeface="宋体"/>
                <a:cs typeface="宋体"/>
              </a:rPr>
              <a:t>算法：</a:t>
            </a:r>
            <a:endParaRPr sz="2400">
              <a:latin typeface="宋体"/>
              <a:cs typeface="宋体"/>
            </a:endParaRPr>
          </a:p>
          <a:p>
            <a:pPr algn="just" marL="88265">
              <a:lnSpc>
                <a:spcPct val="100000"/>
              </a:lnSpc>
              <a:spcBef>
                <a:spcPts val="1005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/*</a:t>
            </a: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I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当前状态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400" spc="-5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当前输入字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2400" spc="-6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400" spc="-7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1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字符串寄存器；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925"/>
              </a:spcBef>
              <a:tabLst>
                <a:tab pos="1187450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①	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I=0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A=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‘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空’；</a:t>
            </a:r>
            <a:endParaRPr sz="2400">
              <a:latin typeface="宋体"/>
              <a:cs typeface="宋体"/>
            </a:endParaRPr>
          </a:p>
          <a:p>
            <a:pPr marL="628650">
              <a:lnSpc>
                <a:spcPct val="100000"/>
              </a:lnSpc>
              <a:spcBef>
                <a:spcPts val="1525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如果是终态则转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向</a:t>
            </a:r>
            <a:r>
              <a:rPr dirty="0" sz="2400" spc="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⑤，否则向下；</a:t>
            </a:r>
            <a:endParaRPr sz="2400">
              <a:latin typeface="宋体"/>
              <a:cs typeface="宋体"/>
            </a:endParaRPr>
          </a:p>
          <a:p>
            <a:pPr marL="628650">
              <a:lnSpc>
                <a:spcPct val="100000"/>
              </a:lnSpc>
              <a:spcBef>
                <a:spcPts val="144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当前读入字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400" spc="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=&gt;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；指针前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移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;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2419" y="4954600"/>
            <a:ext cx="38106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38220" algn="l"/>
              </a:tabLst>
            </a:pPr>
            <a:r>
              <a:rPr dirty="0" sz="2000" spc="10" b="1">
                <a:solidFill>
                  <a:srgbClr val="FFFF00"/>
                </a:solidFill>
                <a:latin typeface="宋体"/>
                <a:cs typeface="宋体"/>
              </a:rPr>
              <a:t>/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*</a:t>
            </a:r>
            <a:r>
              <a:rPr dirty="0" sz="2000" spc="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送（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0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的后继状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态</a:t>
            </a:r>
            <a:r>
              <a:rPr dirty="0" sz="2000" spc="-2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10" b="1">
                <a:solidFill>
                  <a:srgbClr val="FFFF00"/>
                </a:solidFill>
                <a:latin typeface="宋体"/>
                <a:cs typeface="宋体"/>
              </a:rPr>
              <a:t>=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&gt;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FFFF00"/>
                </a:solidFill>
                <a:latin typeface="宋体"/>
                <a:cs typeface="宋体"/>
              </a:rPr>
              <a:t>*/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55363" y="5523687"/>
            <a:ext cx="27311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/*</a:t>
            </a:r>
            <a:r>
              <a:rPr dirty="0" sz="2000" spc="-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“+”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是指字符连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接</a:t>
            </a:r>
            <a:r>
              <a:rPr dirty="0" sz="2000" spc="-6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*/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039" y="4701144"/>
            <a:ext cx="3461385" cy="1712595"/>
          </a:xfrm>
          <a:prstGeom prst="rect">
            <a:avLst/>
          </a:prstGeom>
        </p:spPr>
        <p:txBody>
          <a:bodyPr wrap="square" lIns="0" tIns="215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0"/>
              </a:spcBef>
              <a:tabLst>
                <a:tab pos="577850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④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I=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I(a)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523240">
              <a:lnSpc>
                <a:spcPct val="100000"/>
              </a:lnSpc>
              <a:spcBef>
                <a:spcPts val="16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A=A+a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②；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⑤</a:t>
            </a:r>
            <a:r>
              <a:rPr dirty="0" sz="2400" spc="-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处理识别单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224536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	</a:t>
            </a: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842" y="786130"/>
            <a:ext cx="695642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6135" algn="l"/>
              </a:tabLst>
            </a:pPr>
            <a:r>
              <a:rPr dirty="0" sz="3200" spc="-10">
                <a:solidFill>
                  <a:srgbClr val="FFFF00"/>
                </a:solidFill>
                <a:latin typeface="宋体"/>
                <a:cs typeface="宋体"/>
              </a:rPr>
              <a:t>二</a:t>
            </a:r>
            <a:r>
              <a:rPr dirty="0" sz="3200" spc="-81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.	</a:t>
            </a:r>
            <a:r>
              <a:rPr dirty="0" sz="3200">
                <a:solidFill>
                  <a:srgbClr val="FFFF00"/>
                </a:solidFill>
                <a:latin typeface="宋体"/>
                <a:cs typeface="宋体"/>
              </a:rPr>
              <a:t>扫描器自动生成器</a:t>
            </a:r>
            <a:r>
              <a:rPr dirty="0" sz="3200">
                <a:solidFill>
                  <a:srgbClr val="FFFF00"/>
                </a:solidFill>
                <a:latin typeface="Arial"/>
                <a:cs typeface="Arial"/>
              </a:rPr>
              <a:t>——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LEX/FLEX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640" y="1697634"/>
            <a:ext cx="7884159" cy="417576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634365">
              <a:lnSpc>
                <a:spcPct val="100000"/>
              </a:lnSpc>
              <a:spcBef>
                <a:spcPts val="1780"/>
              </a:spcBef>
              <a:tabLst>
                <a:tab pos="1544320" algn="l"/>
                <a:tab pos="2435860" algn="l"/>
              </a:tabLst>
            </a:pP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LEX	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——	(Lexical </a:t>
            </a: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Analyzer</a:t>
            </a:r>
            <a:r>
              <a:rPr dirty="0" u="heavy" sz="2800" spc="-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Generator)</a:t>
            </a:r>
            <a:endParaRPr sz="2800">
              <a:latin typeface="Times New Roman"/>
              <a:cs typeface="Times New Roman"/>
            </a:endParaRPr>
          </a:p>
          <a:p>
            <a:pPr marL="12700" marR="5080" indent="533400">
              <a:lnSpc>
                <a:spcPct val="150000"/>
              </a:lnSpc>
              <a:spcBef>
                <a:spcPts val="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1972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年贝尔实验室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UNI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上首先实现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UNIX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标准应用程序。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宋体"/>
              <a:cs typeface="宋体"/>
            </a:endParaRPr>
          </a:p>
          <a:p>
            <a:pPr marL="717550">
              <a:lnSpc>
                <a:spcPct val="100000"/>
              </a:lnSpc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Flex(Fast Lexical Analyzer</a:t>
            </a:r>
            <a:r>
              <a:rPr dirty="0" u="heavy" sz="2800" spc="-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Generator)</a:t>
            </a:r>
            <a:endParaRPr sz="2800">
              <a:latin typeface="Times New Roman"/>
              <a:cs typeface="Times New Roman"/>
            </a:endParaRPr>
          </a:p>
          <a:p>
            <a:pPr marL="31750" marR="79375" indent="537845">
              <a:lnSpc>
                <a:spcPct val="150000"/>
              </a:lnSpc>
              <a:spcBef>
                <a:spcPts val="4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始于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198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年的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GNU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工程推出，它是对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的扩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充，同时也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兼容。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98117" y="8331"/>
            <a:ext cx="575119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421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38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825754"/>
            <a:ext cx="32505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LEX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运行与应用过程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1312" y="3829811"/>
            <a:ext cx="8115300" cy="2647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9442" y="3674109"/>
            <a:ext cx="7850505" cy="2769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08965">
              <a:lnSpc>
                <a:spcPct val="15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LEX</a:t>
            </a:r>
            <a:r>
              <a:rPr dirty="0" sz="2400" b="1">
                <a:latin typeface="宋体"/>
                <a:cs typeface="宋体"/>
              </a:rPr>
              <a:t>编译器接收</a:t>
            </a:r>
            <a:r>
              <a:rPr dirty="0" sz="2400" spc="-10" b="1">
                <a:latin typeface="Times New Roman"/>
                <a:cs typeface="Times New Roman"/>
              </a:rPr>
              <a:t>LEX</a:t>
            </a:r>
            <a:r>
              <a:rPr dirty="0" sz="2400" b="1">
                <a:latin typeface="宋体"/>
                <a:cs typeface="宋体"/>
              </a:rPr>
              <a:t>源程序，由</a:t>
            </a:r>
            <a:r>
              <a:rPr dirty="0" sz="2400" spc="-10" b="1">
                <a:latin typeface="Times New Roman"/>
                <a:cs typeface="Times New Roman"/>
              </a:rPr>
              <a:t>LEX</a:t>
            </a:r>
            <a:r>
              <a:rPr dirty="0" sz="2400" b="1">
                <a:latin typeface="宋体"/>
                <a:cs typeface="宋体"/>
              </a:rPr>
              <a:t>编译器处</a:t>
            </a:r>
            <a:r>
              <a:rPr dirty="0" sz="2400" spc="5" b="1">
                <a:latin typeface="宋体"/>
                <a:cs typeface="宋体"/>
              </a:rPr>
              <a:t>理</a:t>
            </a:r>
            <a:r>
              <a:rPr dirty="0" sz="2400" spc="-5" b="1">
                <a:latin typeface="Times New Roman"/>
                <a:cs typeface="Times New Roman"/>
              </a:rPr>
              <a:t>LEX  </a:t>
            </a:r>
            <a:r>
              <a:rPr dirty="0" sz="2400" b="1">
                <a:latin typeface="宋体"/>
                <a:cs typeface="宋体"/>
              </a:rPr>
              <a:t>源程序，产生一个词法分析器作为输出。</a:t>
            </a:r>
            <a:r>
              <a:rPr dirty="0" sz="2400" spc="5" b="1">
                <a:latin typeface="宋体"/>
                <a:cs typeface="宋体"/>
              </a:rPr>
              <a:t>在</a:t>
            </a:r>
            <a:r>
              <a:rPr dirty="0" sz="2400" spc="-5" b="1">
                <a:latin typeface="Times New Roman"/>
                <a:cs typeface="Times New Roman"/>
              </a:rPr>
              <a:t>U</a:t>
            </a:r>
            <a:r>
              <a:rPr dirty="0" sz="2400" spc="-15" b="1">
                <a:latin typeface="Times New Roman"/>
                <a:cs typeface="Times New Roman"/>
              </a:rPr>
              <a:t>N</a:t>
            </a:r>
            <a:r>
              <a:rPr dirty="0" sz="2400" spc="-5" b="1">
                <a:latin typeface="Times New Roman"/>
                <a:cs typeface="Times New Roman"/>
              </a:rPr>
              <a:t>I</a:t>
            </a:r>
            <a:r>
              <a:rPr dirty="0" sz="2400" spc="-10" b="1">
                <a:latin typeface="Times New Roman"/>
                <a:cs typeface="Times New Roman"/>
              </a:rPr>
              <a:t>X</a:t>
            </a:r>
            <a:r>
              <a:rPr dirty="0" sz="2400" b="1">
                <a:latin typeface="宋体"/>
                <a:cs typeface="宋体"/>
              </a:rPr>
              <a:t>环境中，  </a:t>
            </a:r>
            <a:r>
              <a:rPr dirty="0" sz="2400" spc="-10" b="1">
                <a:latin typeface="Times New Roman"/>
                <a:cs typeface="Times New Roman"/>
              </a:rPr>
              <a:t>LEX</a:t>
            </a:r>
            <a:r>
              <a:rPr dirty="0" sz="2400" spc="-5" b="1">
                <a:latin typeface="宋体"/>
                <a:cs typeface="宋体"/>
              </a:rPr>
              <a:t>编译器的输出是一个具有标准文件</a:t>
            </a:r>
            <a:r>
              <a:rPr dirty="0" sz="2400" spc="5" b="1">
                <a:latin typeface="宋体"/>
                <a:cs typeface="宋体"/>
              </a:rPr>
              <a:t>名</a:t>
            </a:r>
            <a:r>
              <a:rPr dirty="0" sz="2400" b="1">
                <a:latin typeface="Times New Roman"/>
                <a:cs typeface="Times New Roman"/>
              </a:rPr>
              <a:t>lex</a:t>
            </a:r>
            <a:r>
              <a:rPr dirty="0" sz="2400" b="1">
                <a:latin typeface="宋体"/>
                <a:cs typeface="宋体"/>
              </a:rPr>
              <a:t>.</a:t>
            </a:r>
            <a:r>
              <a:rPr dirty="0" sz="2400" b="1">
                <a:latin typeface="Times New Roman"/>
                <a:cs typeface="Times New Roman"/>
              </a:rPr>
              <a:t>yy</a:t>
            </a:r>
            <a:r>
              <a:rPr dirty="0" sz="2400" b="1">
                <a:latin typeface="宋体"/>
                <a:cs typeface="宋体"/>
              </a:rPr>
              <a:t>.</a:t>
            </a:r>
            <a:r>
              <a:rPr dirty="0" sz="2400" b="1">
                <a:latin typeface="Times New Roman"/>
                <a:cs typeface="Times New Roman"/>
              </a:rPr>
              <a:t>c</a:t>
            </a:r>
            <a:r>
              <a:rPr dirty="0" sz="2400" b="1">
                <a:latin typeface="宋体"/>
                <a:cs typeface="宋体"/>
              </a:rPr>
              <a:t>的</a:t>
            </a:r>
            <a:r>
              <a:rPr dirty="0" sz="2400" spc="-10" b="1">
                <a:latin typeface="Times New Roman"/>
                <a:cs typeface="Times New Roman"/>
              </a:rPr>
              <a:t>C</a:t>
            </a:r>
            <a:r>
              <a:rPr dirty="0" sz="2400" spc="-10" b="1">
                <a:latin typeface="宋体"/>
                <a:cs typeface="宋体"/>
              </a:rPr>
              <a:t>程 </a:t>
            </a:r>
            <a:r>
              <a:rPr dirty="0" sz="2400" b="1">
                <a:latin typeface="宋体"/>
                <a:cs typeface="宋体"/>
              </a:rPr>
              <a:t>序，经过</a:t>
            </a:r>
            <a:r>
              <a:rPr dirty="0" sz="2400" spc="-10" b="1">
                <a:latin typeface="Times New Roman"/>
                <a:cs typeface="Times New Roman"/>
              </a:rPr>
              <a:t>C</a:t>
            </a:r>
            <a:r>
              <a:rPr dirty="0" sz="2400" b="1">
                <a:latin typeface="宋体"/>
                <a:cs typeface="宋体"/>
              </a:rPr>
              <a:t>编译器的编译产生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b="1">
                <a:latin typeface="宋体"/>
                <a:cs typeface="宋体"/>
              </a:rPr>
              <a:t>.</a:t>
            </a:r>
            <a:r>
              <a:rPr dirty="0" sz="2400" b="1">
                <a:latin typeface="Times New Roman"/>
                <a:cs typeface="Times New Roman"/>
              </a:rPr>
              <a:t>out</a:t>
            </a:r>
            <a:r>
              <a:rPr dirty="0" sz="2400" b="1">
                <a:latin typeface="宋体"/>
                <a:cs typeface="宋体"/>
              </a:rPr>
              <a:t>文件</a:t>
            </a:r>
            <a:r>
              <a:rPr dirty="0" sz="2400" spc="-5" b="1">
                <a:latin typeface="宋体"/>
                <a:cs typeface="宋体"/>
              </a:rPr>
              <a:t>，</a:t>
            </a:r>
            <a:r>
              <a:rPr dirty="0" sz="2400" spc="-5" b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宋体"/>
                <a:cs typeface="宋体"/>
              </a:rPr>
              <a:t>.</a:t>
            </a:r>
            <a:r>
              <a:rPr dirty="0" sz="2400" spc="-5" b="1">
                <a:latin typeface="Times New Roman"/>
                <a:cs typeface="Times New Roman"/>
              </a:rPr>
              <a:t>out</a:t>
            </a:r>
            <a:r>
              <a:rPr dirty="0" sz="2400" b="1">
                <a:latin typeface="宋体"/>
                <a:cs typeface="宋体"/>
              </a:rPr>
              <a:t>是一个实际 </a:t>
            </a:r>
            <a:r>
              <a:rPr dirty="0" sz="2400" spc="-5" b="1">
                <a:latin typeface="宋体"/>
                <a:cs typeface="宋体"/>
              </a:rPr>
              <a:t>可以运行的词法分析器。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0358" y="2706116"/>
            <a:ext cx="16427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语言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0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的词法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8828" y="3010916"/>
            <a:ext cx="17018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规则</a:t>
            </a:r>
            <a:r>
              <a:rPr dirty="0" sz="2000" spc="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描述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0047" y="2141931"/>
            <a:ext cx="12039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ex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2679" y="2078863"/>
            <a:ext cx="6375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6770" y="2725038"/>
            <a:ext cx="152781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05"/>
              </a:spcBef>
            </a:pPr>
            <a:r>
              <a:rPr dirty="0" sz="2000" spc="114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2000" spc="100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000" spc="100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000" spc="1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10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分析器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45763" y="2136139"/>
            <a:ext cx="10623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yy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0266" y="2097785"/>
            <a:ext cx="965200" cy="77470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215"/>
              </a:spcBef>
            </a:pPr>
            <a:r>
              <a:rPr dirty="0" sz="2000" spc="-5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endParaRPr sz="2000">
              <a:latin typeface="Times New Roman"/>
              <a:cs typeface="Times New Roman"/>
            </a:endParaRPr>
          </a:p>
          <a:p>
            <a:pPr marL="72390">
              <a:lnSpc>
                <a:spcPct val="100000"/>
              </a:lnSpc>
              <a:spcBef>
                <a:spcPts val="2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1609" y="2239517"/>
            <a:ext cx="1316990" cy="6324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80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13866" y="2510027"/>
            <a:ext cx="1676400" cy="114300"/>
          </a:xfrm>
          <a:custGeom>
            <a:avLst/>
            <a:gdLst/>
            <a:ahLst/>
            <a:cxnLst/>
            <a:rect l="l" t="t" r="r" b="b"/>
            <a:pathLst>
              <a:path w="1676400" h="114300">
                <a:moveTo>
                  <a:pt x="1485900" y="0"/>
                </a:moveTo>
                <a:lnTo>
                  <a:pt x="1485900" y="114300"/>
                </a:lnTo>
                <a:lnTo>
                  <a:pt x="1612900" y="76200"/>
                </a:lnTo>
                <a:lnTo>
                  <a:pt x="1504950" y="76200"/>
                </a:lnTo>
                <a:lnTo>
                  <a:pt x="1504950" y="38100"/>
                </a:lnTo>
                <a:lnTo>
                  <a:pt x="1612900" y="38100"/>
                </a:lnTo>
                <a:lnTo>
                  <a:pt x="1485900" y="0"/>
                </a:lnTo>
                <a:close/>
              </a:path>
              <a:path w="1676400" h="114300">
                <a:moveTo>
                  <a:pt x="14859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85900" y="76200"/>
                </a:lnTo>
                <a:lnTo>
                  <a:pt x="1485900" y="38100"/>
                </a:lnTo>
                <a:close/>
              </a:path>
              <a:path w="1676400" h="114300">
                <a:moveTo>
                  <a:pt x="1612900" y="38100"/>
                </a:moveTo>
                <a:lnTo>
                  <a:pt x="1504950" y="38100"/>
                </a:lnTo>
                <a:lnTo>
                  <a:pt x="1504950" y="76200"/>
                </a:lnTo>
                <a:lnTo>
                  <a:pt x="1612900" y="76200"/>
                </a:lnTo>
                <a:lnTo>
                  <a:pt x="1676400" y="57150"/>
                </a:lnTo>
                <a:lnTo>
                  <a:pt x="16129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54958" y="2510027"/>
            <a:ext cx="1407160" cy="114300"/>
          </a:xfrm>
          <a:custGeom>
            <a:avLst/>
            <a:gdLst/>
            <a:ahLst/>
            <a:cxnLst/>
            <a:rect l="l" t="t" r="r" b="b"/>
            <a:pathLst>
              <a:path w="1407160" h="114300">
                <a:moveTo>
                  <a:pt x="1216152" y="0"/>
                </a:moveTo>
                <a:lnTo>
                  <a:pt x="1216152" y="114300"/>
                </a:lnTo>
                <a:lnTo>
                  <a:pt x="1343152" y="76200"/>
                </a:lnTo>
                <a:lnTo>
                  <a:pt x="1235202" y="76200"/>
                </a:lnTo>
                <a:lnTo>
                  <a:pt x="1235202" y="38100"/>
                </a:lnTo>
                <a:lnTo>
                  <a:pt x="1343152" y="38100"/>
                </a:lnTo>
                <a:lnTo>
                  <a:pt x="1216152" y="0"/>
                </a:lnTo>
                <a:close/>
              </a:path>
              <a:path w="1407160" h="114300">
                <a:moveTo>
                  <a:pt x="121615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16152" y="76200"/>
                </a:lnTo>
                <a:lnTo>
                  <a:pt x="1216152" y="38100"/>
                </a:lnTo>
                <a:close/>
              </a:path>
              <a:path w="1407160" h="114300">
                <a:moveTo>
                  <a:pt x="1343152" y="38100"/>
                </a:moveTo>
                <a:lnTo>
                  <a:pt x="1235202" y="38100"/>
                </a:lnTo>
                <a:lnTo>
                  <a:pt x="1235202" y="76200"/>
                </a:lnTo>
                <a:lnTo>
                  <a:pt x="1343152" y="76200"/>
                </a:lnTo>
                <a:lnTo>
                  <a:pt x="1406652" y="57150"/>
                </a:lnTo>
                <a:lnTo>
                  <a:pt x="13431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78345" y="2490216"/>
            <a:ext cx="1402080" cy="114300"/>
          </a:xfrm>
          <a:custGeom>
            <a:avLst/>
            <a:gdLst/>
            <a:ahLst/>
            <a:cxnLst/>
            <a:rect l="l" t="t" r="r" b="b"/>
            <a:pathLst>
              <a:path w="1402079" h="114300">
                <a:moveTo>
                  <a:pt x="1211579" y="0"/>
                </a:moveTo>
                <a:lnTo>
                  <a:pt x="1211579" y="114300"/>
                </a:lnTo>
                <a:lnTo>
                  <a:pt x="1338579" y="76200"/>
                </a:lnTo>
                <a:lnTo>
                  <a:pt x="1230629" y="76200"/>
                </a:lnTo>
                <a:lnTo>
                  <a:pt x="1230629" y="38100"/>
                </a:lnTo>
                <a:lnTo>
                  <a:pt x="1338579" y="38100"/>
                </a:lnTo>
                <a:lnTo>
                  <a:pt x="1211579" y="0"/>
                </a:lnTo>
                <a:close/>
              </a:path>
              <a:path w="1402079" h="114300">
                <a:moveTo>
                  <a:pt x="121157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11579" y="76200"/>
                </a:lnTo>
                <a:lnTo>
                  <a:pt x="1211579" y="38100"/>
                </a:lnTo>
                <a:close/>
              </a:path>
              <a:path w="1402079" h="114300">
                <a:moveTo>
                  <a:pt x="1338579" y="38100"/>
                </a:moveTo>
                <a:lnTo>
                  <a:pt x="1230629" y="38100"/>
                </a:lnTo>
                <a:lnTo>
                  <a:pt x="1230629" y="76200"/>
                </a:lnTo>
                <a:lnTo>
                  <a:pt x="1338579" y="76200"/>
                </a:lnTo>
                <a:lnTo>
                  <a:pt x="1402079" y="57150"/>
                </a:lnTo>
                <a:lnTo>
                  <a:pt x="133857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698117" y="8331"/>
            <a:ext cx="182626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928109" y="8331"/>
            <a:ext cx="35210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3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0366" y="3702761"/>
            <a:ext cx="7556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4554" y="3758641"/>
            <a:ext cx="10928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400" spc="-135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7926" y="3629405"/>
            <a:ext cx="1522730" cy="6019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95250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75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88870" y="3922776"/>
            <a:ext cx="820419" cy="114300"/>
          </a:xfrm>
          <a:custGeom>
            <a:avLst/>
            <a:gdLst/>
            <a:ahLst/>
            <a:cxnLst/>
            <a:rect l="l" t="t" r="r" b="b"/>
            <a:pathLst>
              <a:path w="820419" h="114300">
                <a:moveTo>
                  <a:pt x="629412" y="0"/>
                </a:moveTo>
                <a:lnTo>
                  <a:pt x="629412" y="114300"/>
                </a:lnTo>
                <a:lnTo>
                  <a:pt x="756412" y="76200"/>
                </a:lnTo>
                <a:lnTo>
                  <a:pt x="648462" y="76200"/>
                </a:lnTo>
                <a:lnTo>
                  <a:pt x="648462" y="38100"/>
                </a:lnTo>
                <a:lnTo>
                  <a:pt x="756412" y="38100"/>
                </a:lnTo>
                <a:lnTo>
                  <a:pt x="629412" y="0"/>
                </a:lnTo>
                <a:close/>
              </a:path>
              <a:path w="820419" h="114300">
                <a:moveTo>
                  <a:pt x="6294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9412" y="76200"/>
                </a:lnTo>
                <a:lnTo>
                  <a:pt x="629412" y="38100"/>
                </a:lnTo>
                <a:close/>
              </a:path>
              <a:path w="820419" h="114300">
                <a:moveTo>
                  <a:pt x="756412" y="38100"/>
                </a:moveTo>
                <a:lnTo>
                  <a:pt x="648462" y="38100"/>
                </a:lnTo>
                <a:lnTo>
                  <a:pt x="648462" y="76200"/>
                </a:lnTo>
                <a:lnTo>
                  <a:pt x="756412" y="76200"/>
                </a:lnTo>
                <a:lnTo>
                  <a:pt x="819912" y="57150"/>
                </a:lnTo>
                <a:lnTo>
                  <a:pt x="7564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40402" y="3898391"/>
            <a:ext cx="821690" cy="114300"/>
          </a:xfrm>
          <a:custGeom>
            <a:avLst/>
            <a:gdLst/>
            <a:ahLst/>
            <a:cxnLst/>
            <a:rect l="l" t="t" r="r" b="b"/>
            <a:pathLst>
              <a:path w="821689" h="114300">
                <a:moveTo>
                  <a:pt x="630936" y="0"/>
                </a:moveTo>
                <a:lnTo>
                  <a:pt x="630936" y="114299"/>
                </a:lnTo>
                <a:lnTo>
                  <a:pt x="757936" y="76199"/>
                </a:lnTo>
                <a:lnTo>
                  <a:pt x="649986" y="76199"/>
                </a:lnTo>
                <a:lnTo>
                  <a:pt x="649986" y="38099"/>
                </a:lnTo>
                <a:lnTo>
                  <a:pt x="757936" y="38099"/>
                </a:lnTo>
                <a:lnTo>
                  <a:pt x="630936" y="0"/>
                </a:lnTo>
                <a:close/>
              </a:path>
              <a:path w="821689" h="114300">
                <a:moveTo>
                  <a:pt x="63093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30936" y="76199"/>
                </a:lnTo>
                <a:lnTo>
                  <a:pt x="630936" y="38099"/>
                </a:lnTo>
                <a:close/>
              </a:path>
              <a:path w="821689" h="114300">
                <a:moveTo>
                  <a:pt x="757936" y="38099"/>
                </a:moveTo>
                <a:lnTo>
                  <a:pt x="649986" y="38099"/>
                </a:lnTo>
                <a:lnTo>
                  <a:pt x="649986" y="76199"/>
                </a:lnTo>
                <a:lnTo>
                  <a:pt x="757936" y="76199"/>
                </a:lnTo>
                <a:lnTo>
                  <a:pt x="821436" y="57149"/>
                </a:lnTo>
                <a:lnTo>
                  <a:pt x="75793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50484" y="5092700"/>
            <a:ext cx="27933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4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程序的词法分析结果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277" y="5112842"/>
            <a:ext cx="100139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4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程序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4689" y="4904994"/>
            <a:ext cx="1524000" cy="6019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454659">
              <a:lnSpc>
                <a:spcPct val="100000"/>
              </a:lnSpc>
              <a:spcBef>
                <a:spcPts val="70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a.out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13254" y="5230367"/>
            <a:ext cx="821690" cy="114300"/>
          </a:xfrm>
          <a:custGeom>
            <a:avLst/>
            <a:gdLst/>
            <a:ahLst/>
            <a:cxnLst/>
            <a:rect l="l" t="t" r="r" b="b"/>
            <a:pathLst>
              <a:path w="821689" h="114300">
                <a:moveTo>
                  <a:pt x="630935" y="0"/>
                </a:moveTo>
                <a:lnTo>
                  <a:pt x="630935" y="114299"/>
                </a:lnTo>
                <a:lnTo>
                  <a:pt x="757935" y="76199"/>
                </a:lnTo>
                <a:lnTo>
                  <a:pt x="649985" y="76199"/>
                </a:lnTo>
                <a:lnTo>
                  <a:pt x="649985" y="38099"/>
                </a:lnTo>
                <a:lnTo>
                  <a:pt x="757935" y="38099"/>
                </a:lnTo>
                <a:lnTo>
                  <a:pt x="630935" y="0"/>
                </a:lnTo>
                <a:close/>
              </a:path>
              <a:path w="821689" h="114300">
                <a:moveTo>
                  <a:pt x="63093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30935" y="76199"/>
                </a:lnTo>
                <a:lnTo>
                  <a:pt x="630935" y="38099"/>
                </a:lnTo>
                <a:close/>
              </a:path>
              <a:path w="821689" h="114300">
                <a:moveTo>
                  <a:pt x="757935" y="38099"/>
                </a:moveTo>
                <a:lnTo>
                  <a:pt x="649985" y="38099"/>
                </a:lnTo>
                <a:lnTo>
                  <a:pt x="649985" y="76199"/>
                </a:lnTo>
                <a:lnTo>
                  <a:pt x="757935" y="76199"/>
                </a:lnTo>
                <a:lnTo>
                  <a:pt x="821435" y="57149"/>
                </a:lnTo>
                <a:lnTo>
                  <a:pt x="757935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54117" y="5178552"/>
            <a:ext cx="820419" cy="114300"/>
          </a:xfrm>
          <a:custGeom>
            <a:avLst/>
            <a:gdLst/>
            <a:ahLst/>
            <a:cxnLst/>
            <a:rect l="l" t="t" r="r" b="b"/>
            <a:pathLst>
              <a:path w="820420" h="114300">
                <a:moveTo>
                  <a:pt x="629412" y="0"/>
                </a:moveTo>
                <a:lnTo>
                  <a:pt x="629412" y="114300"/>
                </a:lnTo>
                <a:lnTo>
                  <a:pt x="756412" y="76200"/>
                </a:lnTo>
                <a:lnTo>
                  <a:pt x="648462" y="76200"/>
                </a:lnTo>
                <a:lnTo>
                  <a:pt x="648462" y="38100"/>
                </a:lnTo>
                <a:lnTo>
                  <a:pt x="756411" y="38100"/>
                </a:lnTo>
                <a:lnTo>
                  <a:pt x="629412" y="0"/>
                </a:lnTo>
                <a:close/>
              </a:path>
              <a:path w="820420" h="114300">
                <a:moveTo>
                  <a:pt x="6294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9412" y="76200"/>
                </a:lnTo>
                <a:lnTo>
                  <a:pt x="629412" y="38100"/>
                </a:lnTo>
                <a:close/>
              </a:path>
              <a:path w="820420" h="114300">
                <a:moveTo>
                  <a:pt x="756411" y="38100"/>
                </a:moveTo>
                <a:lnTo>
                  <a:pt x="648462" y="38100"/>
                </a:lnTo>
                <a:lnTo>
                  <a:pt x="648462" y="76200"/>
                </a:lnTo>
                <a:lnTo>
                  <a:pt x="756412" y="76200"/>
                </a:lnTo>
                <a:lnTo>
                  <a:pt x="819912" y="57150"/>
                </a:lnTo>
                <a:lnTo>
                  <a:pt x="75641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679440" y="2533269"/>
            <a:ext cx="1092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Lex.y</a:t>
            </a:r>
            <a:r>
              <a:rPr dirty="0" sz="2400" spc="-135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.c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17926" y="2385822"/>
            <a:ext cx="1522730" cy="60198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108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2000" spc="5" b="1">
                <a:solidFill>
                  <a:srgbClr val="FFFFFF"/>
                </a:solidFill>
                <a:latin typeface="宋体"/>
                <a:cs typeface="宋体"/>
              </a:rPr>
              <a:t>编译器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13254" y="2691383"/>
            <a:ext cx="821690" cy="114300"/>
          </a:xfrm>
          <a:custGeom>
            <a:avLst/>
            <a:gdLst/>
            <a:ahLst/>
            <a:cxnLst/>
            <a:rect l="l" t="t" r="r" b="b"/>
            <a:pathLst>
              <a:path w="821689" h="114300">
                <a:moveTo>
                  <a:pt x="630935" y="0"/>
                </a:moveTo>
                <a:lnTo>
                  <a:pt x="630935" y="114300"/>
                </a:lnTo>
                <a:lnTo>
                  <a:pt x="757935" y="76200"/>
                </a:lnTo>
                <a:lnTo>
                  <a:pt x="649985" y="76200"/>
                </a:lnTo>
                <a:lnTo>
                  <a:pt x="649985" y="38100"/>
                </a:lnTo>
                <a:lnTo>
                  <a:pt x="757935" y="38100"/>
                </a:lnTo>
                <a:lnTo>
                  <a:pt x="630935" y="0"/>
                </a:lnTo>
                <a:close/>
              </a:path>
              <a:path w="821689" h="114300">
                <a:moveTo>
                  <a:pt x="6309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30935" y="76200"/>
                </a:lnTo>
                <a:lnTo>
                  <a:pt x="630935" y="38100"/>
                </a:lnTo>
                <a:close/>
              </a:path>
              <a:path w="821689" h="114300">
                <a:moveTo>
                  <a:pt x="757935" y="38100"/>
                </a:moveTo>
                <a:lnTo>
                  <a:pt x="649985" y="38100"/>
                </a:lnTo>
                <a:lnTo>
                  <a:pt x="649985" y="76200"/>
                </a:lnTo>
                <a:lnTo>
                  <a:pt x="757935" y="76200"/>
                </a:lnTo>
                <a:lnTo>
                  <a:pt x="821435" y="57150"/>
                </a:lnTo>
                <a:lnTo>
                  <a:pt x="75793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40402" y="2691383"/>
            <a:ext cx="821690" cy="114300"/>
          </a:xfrm>
          <a:custGeom>
            <a:avLst/>
            <a:gdLst/>
            <a:ahLst/>
            <a:cxnLst/>
            <a:rect l="l" t="t" r="r" b="b"/>
            <a:pathLst>
              <a:path w="821689" h="114300">
                <a:moveTo>
                  <a:pt x="630936" y="0"/>
                </a:moveTo>
                <a:lnTo>
                  <a:pt x="630936" y="114300"/>
                </a:lnTo>
                <a:lnTo>
                  <a:pt x="757936" y="76200"/>
                </a:lnTo>
                <a:lnTo>
                  <a:pt x="649986" y="76200"/>
                </a:lnTo>
                <a:lnTo>
                  <a:pt x="649986" y="38100"/>
                </a:lnTo>
                <a:lnTo>
                  <a:pt x="757936" y="38100"/>
                </a:lnTo>
                <a:lnTo>
                  <a:pt x="630936" y="0"/>
                </a:lnTo>
                <a:close/>
              </a:path>
              <a:path w="821689" h="114300">
                <a:moveTo>
                  <a:pt x="63093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30936" y="76200"/>
                </a:lnTo>
                <a:lnTo>
                  <a:pt x="630936" y="38100"/>
                </a:lnTo>
                <a:close/>
              </a:path>
              <a:path w="821689" h="114300">
                <a:moveTo>
                  <a:pt x="757936" y="38100"/>
                </a:moveTo>
                <a:lnTo>
                  <a:pt x="649986" y="38100"/>
                </a:lnTo>
                <a:lnTo>
                  <a:pt x="649986" y="76200"/>
                </a:lnTo>
                <a:lnTo>
                  <a:pt x="757936" y="76200"/>
                </a:lnTo>
                <a:lnTo>
                  <a:pt x="821436" y="57150"/>
                </a:lnTo>
                <a:lnTo>
                  <a:pt x="75793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549653" y="2568066"/>
            <a:ext cx="816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8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8340" y="1052830"/>
            <a:ext cx="59969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3.6</a:t>
            </a:r>
            <a:r>
              <a:rPr dirty="0" sz="3200" spc="-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产生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PAS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语言的词法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698117" y="8331"/>
            <a:ext cx="182626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928109" y="8331"/>
            <a:ext cx="35210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3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3443" y="8331"/>
            <a:ext cx="7943215" cy="5312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6815">
              <a:lnSpc>
                <a:spcPct val="100000"/>
              </a:lnSpc>
              <a:spcBef>
                <a:spcPts val="100"/>
              </a:spcBef>
              <a:tabLst>
                <a:tab pos="34169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4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三个步骤：NO</a:t>
            </a:r>
            <a:endParaRPr sz="2800">
              <a:latin typeface="宋体"/>
              <a:cs typeface="宋体"/>
            </a:endParaRPr>
          </a:p>
          <a:p>
            <a:pPr marL="320040">
              <a:lnSpc>
                <a:spcPct val="100000"/>
              </a:lnSpc>
              <a:spcBef>
                <a:spcPts val="102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204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编辑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源程序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例如，生成文本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endParaRPr sz="2800">
              <a:latin typeface="宋体"/>
              <a:cs typeface="宋体"/>
            </a:endParaRPr>
          </a:p>
          <a:p>
            <a:pPr marL="1268095">
              <a:lnSpc>
                <a:spcPct val="100000"/>
              </a:lnSpc>
              <a:spcBef>
                <a:spcPts val="1175"/>
              </a:spcBef>
            </a:pP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PAS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语言的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源文件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PAS.l</a:t>
            </a:r>
            <a:r>
              <a:rPr dirty="0" sz="2800" spc="-35" b="1">
                <a:solidFill>
                  <a:srgbClr val="FFFFFF"/>
                </a:solidFill>
                <a:latin typeface="宋体"/>
                <a:cs typeface="宋体"/>
              </a:rPr>
              <a:t>)；</a:t>
            </a:r>
            <a:endParaRPr sz="2800">
              <a:latin typeface="宋体"/>
              <a:cs typeface="宋体"/>
            </a:endParaRPr>
          </a:p>
          <a:p>
            <a:pPr marL="1151255" marR="775970" indent="-897890">
              <a:lnSpc>
                <a:spcPct val="135000"/>
              </a:lnSpc>
              <a:spcBef>
                <a:spcPts val="2590"/>
              </a:spcBef>
              <a:buSzPct val="96428"/>
              <a:buAutoNum type="arabicPlain" startAt="2"/>
              <a:tabLst>
                <a:tab pos="1146175" algn="l"/>
                <a:tab pos="429006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使用命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令</a:t>
            </a:r>
            <a:r>
              <a:rPr dirty="0" sz="2800" spc="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lex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215" b="1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AS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l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运行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正确则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输出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lex.yy.c</a:t>
            </a:r>
            <a:r>
              <a:rPr dirty="0" sz="2800" spc="-2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138555" marR="5080" indent="-897890">
              <a:lnSpc>
                <a:spcPct val="138800"/>
              </a:lnSpc>
              <a:spcBef>
                <a:spcPts val="2290"/>
              </a:spcBef>
              <a:buSzPct val="96428"/>
              <a:buAutoNum type="arabicPlain" startAt="2"/>
              <a:tabLst>
                <a:tab pos="113347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调用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编译器编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lex.yy.c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并与其它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模块 连接产生执行文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a.out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6408" y="1344167"/>
            <a:ext cx="7124700" cy="4858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52043" y="1711579"/>
            <a:ext cx="16275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defi</a:t>
            </a:r>
            <a:r>
              <a:rPr dirty="0" sz="2800" spc="5" b="1">
                <a:latin typeface="Times New Roman"/>
                <a:cs typeface="Times New Roman"/>
              </a:rPr>
              <a:t>n</a:t>
            </a:r>
            <a:r>
              <a:rPr dirty="0" sz="2800" spc="-5" b="1">
                <a:latin typeface="Times New Roman"/>
                <a:cs typeface="Times New Roman"/>
              </a:rPr>
              <a:t>it</a:t>
            </a:r>
            <a:r>
              <a:rPr dirty="0" sz="2800" b="1">
                <a:latin typeface="Times New Roman"/>
                <a:cs typeface="Times New Roman"/>
              </a:rPr>
              <a:t>i</a:t>
            </a:r>
            <a:r>
              <a:rPr dirty="0" sz="2800" spc="-5" b="1">
                <a:latin typeface="Times New Roman"/>
                <a:cs typeface="Times New Roman"/>
              </a:rPr>
              <a:t>o</a:t>
            </a:r>
            <a:r>
              <a:rPr dirty="0" sz="2800" b="1">
                <a:latin typeface="Times New Roman"/>
                <a:cs typeface="Times New Roman"/>
              </a:rPr>
              <a:t>n</a:t>
            </a:r>
            <a:r>
              <a:rPr dirty="0" sz="2800" spc="-5" b="1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1439" y="1711579"/>
            <a:ext cx="4631690" cy="965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00100">
              <a:lnSpc>
                <a:spcPct val="100000"/>
              </a:lnSpc>
              <a:spcBef>
                <a:spcPts val="95"/>
              </a:spcBef>
              <a:tabLst>
                <a:tab pos="159956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Di	Ri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dirty="0" sz="2000" b="1">
                <a:solidFill>
                  <a:srgbClr val="993300"/>
                </a:solidFill>
                <a:latin typeface="Times New Roman"/>
                <a:cs typeface="Times New Roman"/>
              </a:rPr>
              <a:t>/*</a:t>
            </a:r>
            <a:r>
              <a:rPr dirty="0" sz="2000" spc="425" b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993300"/>
                </a:solidFill>
                <a:latin typeface="宋体"/>
                <a:cs typeface="宋体"/>
              </a:rPr>
              <a:t>包含模式宏定义和</a:t>
            </a:r>
            <a:r>
              <a:rPr dirty="0" sz="2000" spc="5" b="1">
                <a:solidFill>
                  <a:srgbClr val="993300"/>
                </a:solidFill>
                <a:latin typeface="Times New Roman"/>
                <a:cs typeface="Times New Roman"/>
              </a:rPr>
              <a:t>C</a:t>
            </a:r>
            <a:r>
              <a:rPr dirty="0" sz="2000" spc="5" b="1">
                <a:solidFill>
                  <a:srgbClr val="993300"/>
                </a:solidFill>
                <a:latin typeface="宋体"/>
                <a:cs typeface="宋体"/>
              </a:rPr>
              <a:t>语</a:t>
            </a:r>
            <a:r>
              <a:rPr dirty="0" sz="2000" spc="-5" b="1">
                <a:solidFill>
                  <a:srgbClr val="993300"/>
                </a:solidFill>
                <a:latin typeface="宋体"/>
                <a:cs typeface="宋体"/>
              </a:rPr>
              <a:t>言</a:t>
            </a:r>
            <a:r>
              <a:rPr dirty="0" sz="2000" spc="5" b="1">
                <a:solidFill>
                  <a:srgbClr val="993300"/>
                </a:solidFill>
                <a:latin typeface="宋体"/>
                <a:cs typeface="宋体"/>
              </a:rPr>
              <a:t>的说明</a:t>
            </a:r>
            <a:r>
              <a:rPr dirty="0" sz="2000" spc="-5" b="1">
                <a:solidFill>
                  <a:srgbClr val="993300"/>
                </a:solidFill>
                <a:latin typeface="宋体"/>
                <a:cs typeface="宋体"/>
              </a:rPr>
              <a:t>信</a:t>
            </a:r>
            <a:r>
              <a:rPr dirty="0" sz="2000" spc="484" b="1">
                <a:solidFill>
                  <a:srgbClr val="993300"/>
                </a:solidFill>
                <a:latin typeface="宋体"/>
                <a:cs typeface="宋体"/>
              </a:rPr>
              <a:t>息</a:t>
            </a:r>
            <a:r>
              <a:rPr dirty="0" sz="2000" spc="5" b="1">
                <a:solidFill>
                  <a:srgbClr val="9933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5319" y="3692728"/>
            <a:ext cx="18446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38860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Pi	</a:t>
            </a:r>
            <a:r>
              <a:rPr dirty="0" sz="2800" spc="-5" b="1">
                <a:latin typeface="Times New Roman"/>
                <a:cs typeface="Times New Roman"/>
              </a:rPr>
              <a:t>{ Ai</a:t>
            </a:r>
            <a:r>
              <a:rPr dirty="0" sz="2800" spc="-24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851" y="3109544"/>
            <a:ext cx="775970" cy="156908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400" spc="-25" b="1">
                <a:solidFill>
                  <a:srgbClr val="993300"/>
                </a:solidFill>
                <a:latin typeface="Times New Roman"/>
                <a:cs typeface="Times New Roman"/>
              </a:rPr>
              <a:t>%%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800" spc="-5" b="1">
                <a:latin typeface="Times New Roman"/>
                <a:cs typeface="Times New Roman"/>
              </a:rPr>
              <a:t>rules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993300"/>
                </a:solidFill>
                <a:latin typeface="Times New Roman"/>
                <a:cs typeface="Times New Roman"/>
              </a:rPr>
              <a:t>%%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851" y="4760214"/>
            <a:ext cx="6523355" cy="965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subroutines</a:t>
            </a:r>
            <a:endParaRPr sz="2800">
              <a:latin typeface="Times New Roman"/>
              <a:cs typeface="Times New Roman"/>
            </a:endParaRPr>
          </a:p>
          <a:p>
            <a:pPr marL="1264920">
              <a:lnSpc>
                <a:spcPct val="100000"/>
              </a:lnSpc>
              <a:spcBef>
                <a:spcPts val="1639"/>
              </a:spcBef>
            </a:pPr>
            <a:r>
              <a:rPr dirty="0" sz="2000" b="1">
                <a:solidFill>
                  <a:srgbClr val="993300"/>
                </a:solidFill>
                <a:latin typeface="Times New Roman"/>
                <a:cs typeface="Times New Roman"/>
              </a:rPr>
              <a:t>/*</a:t>
            </a:r>
            <a:r>
              <a:rPr dirty="0" sz="2000" spc="484" b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993300"/>
                </a:solidFill>
                <a:latin typeface="宋体"/>
                <a:cs typeface="宋体"/>
              </a:rPr>
              <a:t>规则动作部分所需的辅助</a:t>
            </a:r>
            <a:r>
              <a:rPr dirty="0" sz="2000" spc="-10" b="1">
                <a:solidFill>
                  <a:srgbClr val="993300"/>
                </a:solidFill>
                <a:latin typeface="宋体"/>
                <a:cs typeface="宋体"/>
              </a:rPr>
              <a:t>过</a:t>
            </a:r>
            <a:r>
              <a:rPr dirty="0" sz="2000" b="1">
                <a:solidFill>
                  <a:srgbClr val="993300"/>
                </a:solidFill>
                <a:latin typeface="宋体"/>
                <a:cs typeface="宋体"/>
              </a:rPr>
              <a:t>程的</a:t>
            </a:r>
            <a:r>
              <a:rPr dirty="0" sz="2000" spc="-5" b="1">
                <a:solidFill>
                  <a:srgbClr val="993300"/>
                </a:solidFill>
                <a:latin typeface="宋体"/>
                <a:cs typeface="宋体"/>
              </a:rPr>
              <a:t>的</a:t>
            </a:r>
            <a:r>
              <a:rPr dirty="0" sz="2000" b="1">
                <a:solidFill>
                  <a:srgbClr val="9933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993300"/>
                </a:solidFill>
                <a:latin typeface="宋体"/>
                <a:cs typeface="宋体"/>
              </a:rPr>
              <a:t>代</a:t>
            </a:r>
            <a:r>
              <a:rPr dirty="0" sz="2000" spc="-5" b="1">
                <a:solidFill>
                  <a:srgbClr val="993300"/>
                </a:solidFill>
                <a:latin typeface="宋体"/>
                <a:cs typeface="宋体"/>
              </a:rPr>
              <a:t>码</a:t>
            </a:r>
            <a:r>
              <a:rPr dirty="0" sz="2000" spc="450" b="1">
                <a:solidFill>
                  <a:srgbClr val="9933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993300"/>
                </a:solidFill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2839" y="691972"/>
            <a:ext cx="218122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5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LE</a:t>
            </a:r>
            <a:r>
              <a:rPr dirty="0" u="heavy" sz="2800" spc="-1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X</a:t>
            </a:r>
            <a:r>
              <a:rPr dirty="0" u="heavy" sz="2800" spc="-1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程序结构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79854" y="3429761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 h="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38100">
            <a:solidFill>
              <a:srgbClr val="FF9933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79854" y="4470653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 h="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38100">
            <a:solidFill>
              <a:srgbClr val="FF9933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94269" y="3391661"/>
            <a:ext cx="152400" cy="1033780"/>
          </a:xfrm>
          <a:custGeom>
            <a:avLst/>
            <a:gdLst/>
            <a:ahLst/>
            <a:cxnLst/>
            <a:rect l="l" t="t" r="r" b="b"/>
            <a:pathLst>
              <a:path w="152400" h="1033779">
                <a:moveTo>
                  <a:pt x="0" y="0"/>
                </a:moveTo>
                <a:lnTo>
                  <a:pt x="29640" y="6774"/>
                </a:lnTo>
                <a:lnTo>
                  <a:pt x="53863" y="25241"/>
                </a:lnTo>
                <a:lnTo>
                  <a:pt x="70205" y="52613"/>
                </a:lnTo>
                <a:lnTo>
                  <a:pt x="76200" y="86105"/>
                </a:lnTo>
                <a:lnTo>
                  <a:pt x="76200" y="430530"/>
                </a:lnTo>
                <a:lnTo>
                  <a:pt x="82194" y="464022"/>
                </a:lnTo>
                <a:lnTo>
                  <a:pt x="98536" y="491394"/>
                </a:lnTo>
                <a:lnTo>
                  <a:pt x="122759" y="509861"/>
                </a:lnTo>
                <a:lnTo>
                  <a:pt x="152400" y="516636"/>
                </a:lnTo>
                <a:lnTo>
                  <a:pt x="122759" y="523410"/>
                </a:lnTo>
                <a:lnTo>
                  <a:pt x="98536" y="541877"/>
                </a:lnTo>
                <a:lnTo>
                  <a:pt x="82194" y="569249"/>
                </a:lnTo>
                <a:lnTo>
                  <a:pt x="76200" y="602742"/>
                </a:lnTo>
                <a:lnTo>
                  <a:pt x="76200" y="947165"/>
                </a:lnTo>
                <a:lnTo>
                  <a:pt x="70205" y="980658"/>
                </a:lnTo>
                <a:lnTo>
                  <a:pt x="53863" y="1008030"/>
                </a:lnTo>
                <a:lnTo>
                  <a:pt x="29640" y="1026497"/>
                </a:lnTo>
                <a:lnTo>
                  <a:pt x="0" y="103327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649082" y="3685413"/>
            <a:ext cx="1252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规则部分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80554" y="1536953"/>
            <a:ext cx="128270" cy="1740535"/>
          </a:xfrm>
          <a:custGeom>
            <a:avLst/>
            <a:gdLst/>
            <a:ahLst/>
            <a:cxnLst/>
            <a:rect l="l" t="t" r="r" b="b"/>
            <a:pathLst>
              <a:path w="128270" h="1740535">
                <a:moveTo>
                  <a:pt x="0" y="0"/>
                </a:moveTo>
                <a:lnTo>
                  <a:pt x="24895" y="11481"/>
                </a:lnTo>
                <a:lnTo>
                  <a:pt x="45243" y="42799"/>
                </a:lnTo>
                <a:lnTo>
                  <a:pt x="58971" y="89261"/>
                </a:lnTo>
                <a:lnTo>
                  <a:pt x="64007" y="146176"/>
                </a:lnTo>
                <a:lnTo>
                  <a:pt x="64007" y="724026"/>
                </a:lnTo>
                <a:lnTo>
                  <a:pt x="69044" y="780942"/>
                </a:lnTo>
                <a:lnTo>
                  <a:pt x="82772" y="827404"/>
                </a:lnTo>
                <a:lnTo>
                  <a:pt x="103120" y="858722"/>
                </a:lnTo>
                <a:lnTo>
                  <a:pt x="128016" y="870204"/>
                </a:lnTo>
                <a:lnTo>
                  <a:pt x="103120" y="881685"/>
                </a:lnTo>
                <a:lnTo>
                  <a:pt x="82772" y="913003"/>
                </a:lnTo>
                <a:lnTo>
                  <a:pt x="69044" y="959465"/>
                </a:lnTo>
                <a:lnTo>
                  <a:pt x="64007" y="1016381"/>
                </a:lnTo>
                <a:lnTo>
                  <a:pt x="64007" y="1594231"/>
                </a:lnTo>
                <a:lnTo>
                  <a:pt x="58971" y="1651146"/>
                </a:lnTo>
                <a:lnTo>
                  <a:pt x="45243" y="1697609"/>
                </a:lnTo>
                <a:lnTo>
                  <a:pt x="24895" y="1728926"/>
                </a:lnTo>
                <a:lnTo>
                  <a:pt x="0" y="174040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661909" y="2148332"/>
            <a:ext cx="1250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说明部分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18654" y="4475226"/>
            <a:ext cx="152400" cy="1571625"/>
          </a:xfrm>
          <a:custGeom>
            <a:avLst/>
            <a:gdLst/>
            <a:ahLst/>
            <a:cxnLst/>
            <a:rect l="l" t="t" r="r" b="b"/>
            <a:pathLst>
              <a:path w="152400" h="1571625">
                <a:moveTo>
                  <a:pt x="0" y="0"/>
                </a:moveTo>
                <a:lnTo>
                  <a:pt x="29640" y="10277"/>
                </a:lnTo>
                <a:lnTo>
                  <a:pt x="53863" y="38306"/>
                </a:lnTo>
                <a:lnTo>
                  <a:pt x="70205" y="79884"/>
                </a:lnTo>
                <a:lnTo>
                  <a:pt x="76200" y="130810"/>
                </a:lnTo>
                <a:lnTo>
                  <a:pt x="76200" y="654812"/>
                </a:lnTo>
                <a:lnTo>
                  <a:pt x="82194" y="705737"/>
                </a:lnTo>
                <a:lnTo>
                  <a:pt x="98536" y="747315"/>
                </a:lnTo>
                <a:lnTo>
                  <a:pt x="122759" y="775344"/>
                </a:lnTo>
                <a:lnTo>
                  <a:pt x="152400" y="785622"/>
                </a:lnTo>
                <a:lnTo>
                  <a:pt x="122759" y="795899"/>
                </a:lnTo>
                <a:lnTo>
                  <a:pt x="98536" y="823928"/>
                </a:lnTo>
                <a:lnTo>
                  <a:pt x="82194" y="865506"/>
                </a:lnTo>
                <a:lnTo>
                  <a:pt x="76200" y="916432"/>
                </a:lnTo>
                <a:lnTo>
                  <a:pt x="76200" y="1440408"/>
                </a:lnTo>
                <a:lnTo>
                  <a:pt x="70205" y="1491337"/>
                </a:lnTo>
                <a:lnTo>
                  <a:pt x="53863" y="1532924"/>
                </a:lnTo>
                <a:lnTo>
                  <a:pt x="29640" y="1560962"/>
                </a:lnTo>
                <a:lnTo>
                  <a:pt x="0" y="157124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763382" y="4844033"/>
            <a:ext cx="945515" cy="74168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2760"/>
              </a:lnSpc>
              <a:spcBef>
                <a:spcPts val="290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用户代 码部分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698117" y="8331"/>
            <a:ext cx="18262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3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928109" y="8331"/>
            <a:ext cx="35210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3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4954" y="971359"/>
            <a:ext cx="2566035" cy="222186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％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20000"/>
              </a:lnSpc>
              <a:spcBef>
                <a:spcPts val="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include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&lt;stdio.h&gt;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include</a:t>
            </a:r>
            <a:r>
              <a:rPr dirty="0" sz="2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&lt;ctype.h&gt;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extern int</a:t>
            </a:r>
            <a:r>
              <a:rPr dirty="0" sz="24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flag</a:t>
            </a:r>
            <a:endParaRPr sz="2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define Marry</a:t>
            </a:r>
            <a:r>
              <a:rPr dirty="0" sz="2400" spc="5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44954" y="3167630"/>
            <a:ext cx="2527935" cy="3549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39725">
              <a:lnSpc>
                <a:spcPct val="120000"/>
              </a:lnSpc>
              <a:spcBef>
                <a:spcPts val="95"/>
              </a:spcBef>
              <a:tabLst>
                <a:tab pos="1189355" algn="l"/>
                <a:tab pos="2027555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# def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ida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2  int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ERROR=</a:t>
            </a:r>
            <a:r>
              <a:rPr dirty="0" sz="2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-1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75184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char	c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％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83439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digit	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[0-9]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893444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alpha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[a-zA-Z]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99568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alnum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[a-zA-Z0-9]</a:t>
            </a:r>
            <a:endParaRPr sz="24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675"/>
              </a:spcBef>
            </a:pP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％％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53761" y="1258061"/>
            <a:ext cx="292735" cy="3517900"/>
          </a:xfrm>
          <a:custGeom>
            <a:avLst/>
            <a:gdLst/>
            <a:ahLst/>
            <a:cxnLst/>
            <a:rect l="l" t="t" r="r" b="b"/>
            <a:pathLst>
              <a:path w="292735" h="3517900">
                <a:moveTo>
                  <a:pt x="0" y="0"/>
                </a:moveTo>
                <a:lnTo>
                  <a:pt x="56935" y="23072"/>
                </a:lnTo>
                <a:lnTo>
                  <a:pt x="103441" y="85994"/>
                </a:lnTo>
                <a:lnTo>
                  <a:pt x="121309" y="129449"/>
                </a:lnTo>
                <a:lnTo>
                  <a:pt x="134802" y="179325"/>
                </a:lnTo>
                <a:lnTo>
                  <a:pt x="143330" y="234444"/>
                </a:lnTo>
                <a:lnTo>
                  <a:pt x="146303" y="293624"/>
                </a:lnTo>
                <a:lnTo>
                  <a:pt x="146303" y="1465072"/>
                </a:lnTo>
                <a:lnTo>
                  <a:pt x="149277" y="1524251"/>
                </a:lnTo>
                <a:lnTo>
                  <a:pt x="157805" y="1579370"/>
                </a:lnTo>
                <a:lnTo>
                  <a:pt x="171298" y="1629246"/>
                </a:lnTo>
                <a:lnTo>
                  <a:pt x="189166" y="1672701"/>
                </a:lnTo>
                <a:lnTo>
                  <a:pt x="210820" y="1708553"/>
                </a:lnTo>
                <a:lnTo>
                  <a:pt x="263131" y="1752731"/>
                </a:lnTo>
                <a:lnTo>
                  <a:pt x="292608" y="1758696"/>
                </a:lnTo>
                <a:lnTo>
                  <a:pt x="263131" y="1764660"/>
                </a:lnTo>
                <a:lnTo>
                  <a:pt x="210820" y="1808838"/>
                </a:lnTo>
                <a:lnTo>
                  <a:pt x="189166" y="1844690"/>
                </a:lnTo>
                <a:lnTo>
                  <a:pt x="171298" y="1888145"/>
                </a:lnTo>
                <a:lnTo>
                  <a:pt x="157805" y="1938021"/>
                </a:lnTo>
                <a:lnTo>
                  <a:pt x="149277" y="1993140"/>
                </a:lnTo>
                <a:lnTo>
                  <a:pt x="146303" y="2052320"/>
                </a:lnTo>
                <a:lnTo>
                  <a:pt x="146303" y="3223768"/>
                </a:lnTo>
                <a:lnTo>
                  <a:pt x="143330" y="3282947"/>
                </a:lnTo>
                <a:lnTo>
                  <a:pt x="134802" y="3338066"/>
                </a:lnTo>
                <a:lnTo>
                  <a:pt x="121309" y="3387942"/>
                </a:lnTo>
                <a:lnTo>
                  <a:pt x="103441" y="3431397"/>
                </a:lnTo>
                <a:lnTo>
                  <a:pt x="81787" y="3467249"/>
                </a:lnTo>
                <a:lnTo>
                  <a:pt x="29476" y="3511427"/>
                </a:lnTo>
                <a:lnTo>
                  <a:pt x="0" y="351739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47157" y="2782061"/>
            <a:ext cx="9956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说明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53761" y="5080253"/>
            <a:ext cx="178435" cy="1485900"/>
          </a:xfrm>
          <a:custGeom>
            <a:avLst/>
            <a:gdLst/>
            <a:ahLst/>
            <a:cxnLst/>
            <a:rect l="l" t="t" r="r" b="b"/>
            <a:pathLst>
              <a:path w="178435" h="1485900">
                <a:moveTo>
                  <a:pt x="0" y="0"/>
                </a:moveTo>
                <a:lnTo>
                  <a:pt x="34718" y="9763"/>
                </a:lnTo>
                <a:lnTo>
                  <a:pt x="63055" y="36385"/>
                </a:lnTo>
                <a:lnTo>
                  <a:pt x="82153" y="75866"/>
                </a:lnTo>
                <a:lnTo>
                  <a:pt x="89153" y="124206"/>
                </a:lnTo>
                <a:lnTo>
                  <a:pt x="89153" y="618769"/>
                </a:lnTo>
                <a:lnTo>
                  <a:pt x="96154" y="667104"/>
                </a:lnTo>
                <a:lnTo>
                  <a:pt x="115252" y="706577"/>
                </a:lnTo>
                <a:lnTo>
                  <a:pt x="143589" y="733190"/>
                </a:lnTo>
                <a:lnTo>
                  <a:pt x="178308" y="742950"/>
                </a:lnTo>
                <a:lnTo>
                  <a:pt x="143589" y="752709"/>
                </a:lnTo>
                <a:lnTo>
                  <a:pt x="115252" y="779322"/>
                </a:lnTo>
                <a:lnTo>
                  <a:pt x="96154" y="818795"/>
                </a:lnTo>
                <a:lnTo>
                  <a:pt x="89153" y="867130"/>
                </a:lnTo>
                <a:lnTo>
                  <a:pt x="89153" y="1361719"/>
                </a:lnTo>
                <a:lnTo>
                  <a:pt x="82153" y="1410054"/>
                </a:lnTo>
                <a:lnTo>
                  <a:pt x="63055" y="1449527"/>
                </a:lnTo>
                <a:lnTo>
                  <a:pt x="34718" y="1476140"/>
                </a:lnTo>
                <a:lnTo>
                  <a:pt x="0" y="148590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324602" y="5627014"/>
            <a:ext cx="25222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正规式辅助定义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84769" y="1232153"/>
            <a:ext cx="508000" cy="5309870"/>
          </a:xfrm>
          <a:custGeom>
            <a:avLst/>
            <a:gdLst/>
            <a:ahLst/>
            <a:cxnLst/>
            <a:rect l="l" t="t" r="r" b="b"/>
            <a:pathLst>
              <a:path w="508000" h="5309870">
                <a:moveTo>
                  <a:pt x="0" y="0"/>
                </a:moveTo>
                <a:lnTo>
                  <a:pt x="67435" y="15786"/>
                </a:lnTo>
                <a:lnTo>
                  <a:pt x="128044" y="60339"/>
                </a:lnTo>
                <a:lnTo>
                  <a:pt x="155031" y="92086"/>
                </a:lnTo>
                <a:lnTo>
                  <a:pt x="179403" y="129444"/>
                </a:lnTo>
                <a:lnTo>
                  <a:pt x="200856" y="171888"/>
                </a:lnTo>
                <a:lnTo>
                  <a:pt x="219089" y="218891"/>
                </a:lnTo>
                <a:lnTo>
                  <a:pt x="233797" y="269926"/>
                </a:lnTo>
                <a:lnTo>
                  <a:pt x="244677" y="324467"/>
                </a:lnTo>
                <a:lnTo>
                  <a:pt x="251428" y="381987"/>
                </a:lnTo>
                <a:lnTo>
                  <a:pt x="253746" y="441960"/>
                </a:lnTo>
                <a:lnTo>
                  <a:pt x="253746" y="2212848"/>
                </a:lnTo>
                <a:lnTo>
                  <a:pt x="256063" y="2272820"/>
                </a:lnTo>
                <a:lnTo>
                  <a:pt x="262814" y="2330340"/>
                </a:lnTo>
                <a:lnTo>
                  <a:pt x="273694" y="2384881"/>
                </a:lnTo>
                <a:lnTo>
                  <a:pt x="288402" y="2435916"/>
                </a:lnTo>
                <a:lnTo>
                  <a:pt x="306635" y="2482919"/>
                </a:lnTo>
                <a:lnTo>
                  <a:pt x="328088" y="2525363"/>
                </a:lnTo>
                <a:lnTo>
                  <a:pt x="352460" y="2562721"/>
                </a:lnTo>
                <a:lnTo>
                  <a:pt x="379447" y="2594468"/>
                </a:lnTo>
                <a:lnTo>
                  <a:pt x="408747" y="2620077"/>
                </a:lnTo>
                <a:lnTo>
                  <a:pt x="473072" y="2650773"/>
                </a:lnTo>
                <a:lnTo>
                  <a:pt x="507491" y="2654808"/>
                </a:lnTo>
                <a:lnTo>
                  <a:pt x="473072" y="2658842"/>
                </a:lnTo>
                <a:lnTo>
                  <a:pt x="408747" y="2689538"/>
                </a:lnTo>
                <a:lnTo>
                  <a:pt x="379447" y="2715147"/>
                </a:lnTo>
                <a:lnTo>
                  <a:pt x="352460" y="2746894"/>
                </a:lnTo>
                <a:lnTo>
                  <a:pt x="328088" y="2784252"/>
                </a:lnTo>
                <a:lnTo>
                  <a:pt x="306635" y="2826696"/>
                </a:lnTo>
                <a:lnTo>
                  <a:pt x="288402" y="2873699"/>
                </a:lnTo>
                <a:lnTo>
                  <a:pt x="273694" y="2924734"/>
                </a:lnTo>
                <a:lnTo>
                  <a:pt x="262814" y="2979275"/>
                </a:lnTo>
                <a:lnTo>
                  <a:pt x="256063" y="3036795"/>
                </a:lnTo>
                <a:lnTo>
                  <a:pt x="253746" y="3096768"/>
                </a:lnTo>
                <a:lnTo>
                  <a:pt x="253746" y="4867681"/>
                </a:lnTo>
                <a:lnTo>
                  <a:pt x="251428" y="4927648"/>
                </a:lnTo>
                <a:lnTo>
                  <a:pt x="244677" y="4985163"/>
                </a:lnTo>
                <a:lnTo>
                  <a:pt x="233797" y="5039700"/>
                </a:lnTo>
                <a:lnTo>
                  <a:pt x="219089" y="5090731"/>
                </a:lnTo>
                <a:lnTo>
                  <a:pt x="200856" y="5137732"/>
                </a:lnTo>
                <a:lnTo>
                  <a:pt x="179403" y="5180174"/>
                </a:lnTo>
                <a:lnTo>
                  <a:pt x="155031" y="5217531"/>
                </a:lnTo>
                <a:lnTo>
                  <a:pt x="128044" y="5249277"/>
                </a:lnTo>
                <a:lnTo>
                  <a:pt x="98744" y="5274885"/>
                </a:lnTo>
                <a:lnTo>
                  <a:pt x="34419" y="5305581"/>
                </a:lnTo>
                <a:lnTo>
                  <a:pt x="0" y="5309616"/>
                </a:lnTo>
              </a:path>
            </a:pathLst>
          </a:custGeom>
          <a:ln w="38099">
            <a:solidFill>
              <a:srgbClr val="FF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338693" y="3154425"/>
            <a:ext cx="381000" cy="150368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just" marL="12700" marR="5080">
              <a:lnSpc>
                <a:spcPts val="2760"/>
              </a:lnSpc>
              <a:spcBef>
                <a:spcPts val="685"/>
              </a:spcBef>
            </a:pPr>
            <a:r>
              <a:rPr dirty="0" sz="2800" spc="-15" b="1">
                <a:solidFill>
                  <a:srgbClr val="FFCCFF"/>
                </a:solidFill>
                <a:latin typeface="宋体"/>
                <a:cs typeface="宋体"/>
              </a:rPr>
              <a:t>说 明 部 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15900" y="8331"/>
            <a:ext cx="7233284" cy="989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4790">
              <a:lnSpc>
                <a:spcPct val="100000"/>
              </a:lnSpc>
              <a:spcBef>
                <a:spcPts val="100"/>
              </a:spcBef>
              <a:tabLst>
                <a:tab pos="37242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38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例如，有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说明和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宏定义示例如下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700" y="952500"/>
            <a:ext cx="8115300" cy="3093720"/>
          </a:xfrm>
          <a:custGeom>
            <a:avLst/>
            <a:gdLst/>
            <a:ahLst/>
            <a:cxnLst/>
            <a:rect l="l" t="t" r="r" b="b"/>
            <a:pathLst>
              <a:path w="8115300" h="3093720">
                <a:moveTo>
                  <a:pt x="0" y="3093720"/>
                </a:moveTo>
                <a:lnTo>
                  <a:pt x="8115300" y="3093720"/>
                </a:lnTo>
                <a:lnTo>
                  <a:pt x="8115300" y="0"/>
                </a:lnTo>
                <a:lnTo>
                  <a:pt x="0" y="0"/>
                </a:lnTo>
                <a:lnTo>
                  <a:pt x="0" y="3093720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26440" y="978154"/>
            <a:ext cx="51587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3044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识别规则部分一般形式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Pi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72250" y="978154"/>
            <a:ext cx="8191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 Ai</a:t>
            </a:r>
            <a:r>
              <a:rPr dirty="0" sz="2800" spc="-2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5101" y="1404645"/>
            <a:ext cx="2471420" cy="258635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  <a:tabLst>
                <a:tab pos="143764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模式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动作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143764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模式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动作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  <a:spcBef>
                <a:spcPts val="164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……</a:t>
            </a:r>
            <a:endParaRPr sz="28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1714"/>
              </a:spcBef>
              <a:tabLst>
                <a:tab pos="154749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模式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动作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97508" y="1359408"/>
            <a:ext cx="1524000" cy="2984500"/>
          </a:xfrm>
          <a:custGeom>
            <a:avLst/>
            <a:gdLst/>
            <a:ahLst/>
            <a:cxnLst/>
            <a:rect l="l" t="t" r="r" b="b"/>
            <a:pathLst>
              <a:path w="1524000" h="2984500">
                <a:moveTo>
                  <a:pt x="0" y="1491995"/>
                </a:moveTo>
                <a:lnTo>
                  <a:pt x="668" y="1428929"/>
                </a:lnTo>
                <a:lnTo>
                  <a:pt x="2656" y="1366529"/>
                </a:lnTo>
                <a:lnTo>
                  <a:pt x="5936" y="1304849"/>
                </a:lnTo>
                <a:lnTo>
                  <a:pt x="10483" y="1243939"/>
                </a:lnTo>
                <a:lnTo>
                  <a:pt x="16269" y="1183851"/>
                </a:lnTo>
                <a:lnTo>
                  <a:pt x="23269" y="1124637"/>
                </a:lnTo>
                <a:lnTo>
                  <a:pt x="31457" y="1066350"/>
                </a:lnTo>
                <a:lnTo>
                  <a:pt x="40804" y="1009040"/>
                </a:lnTo>
                <a:lnTo>
                  <a:pt x="51286" y="952760"/>
                </a:lnTo>
                <a:lnTo>
                  <a:pt x="62876" y="897561"/>
                </a:lnTo>
                <a:lnTo>
                  <a:pt x="75547" y="843495"/>
                </a:lnTo>
                <a:lnTo>
                  <a:pt x="89272" y="790614"/>
                </a:lnTo>
                <a:lnTo>
                  <a:pt x="104027" y="738970"/>
                </a:lnTo>
                <a:lnTo>
                  <a:pt x="119783" y="688615"/>
                </a:lnTo>
                <a:lnTo>
                  <a:pt x="136514" y="639599"/>
                </a:lnTo>
                <a:lnTo>
                  <a:pt x="154195" y="591976"/>
                </a:lnTo>
                <a:lnTo>
                  <a:pt x="172799" y="545797"/>
                </a:lnTo>
                <a:lnTo>
                  <a:pt x="192298" y="501114"/>
                </a:lnTo>
                <a:lnTo>
                  <a:pt x="212668" y="457978"/>
                </a:lnTo>
                <a:lnTo>
                  <a:pt x="233880" y="416441"/>
                </a:lnTo>
                <a:lnTo>
                  <a:pt x="255910" y="376556"/>
                </a:lnTo>
                <a:lnTo>
                  <a:pt x="278730" y="338373"/>
                </a:lnTo>
                <a:lnTo>
                  <a:pt x="302315" y="301945"/>
                </a:lnTo>
                <a:lnTo>
                  <a:pt x="326636" y="267324"/>
                </a:lnTo>
                <a:lnTo>
                  <a:pt x="351669" y="234561"/>
                </a:lnTo>
                <a:lnTo>
                  <a:pt x="377387" y="203708"/>
                </a:lnTo>
                <a:lnTo>
                  <a:pt x="403763" y="174816"/>
                </a:lnTo>
                <a:lnTo>
                  <a:pt x="430771" y="147939"/>
                </a:lnTo>
                <a:lnTo>
                  <a:pt x="486577" y="100432"/>
                </a:lnTo>
                <a:lnTo>
                  <a:pt x="544592" y="61601"/>
                </a:lnTo>
                <a:lnTo>
                  <a:pt x="604607" y="31860"/>
                </a:lnTo>
                <a:lnTo>
                  <a:pt x="666409" y="11625"/>
                </a:lnTo>
                <a:lnTo>
                  <a:pt x="729786" y="1308"/>
                </a:lnTo>
                <a:lnTo>
                  <a:pt x="761999" y="0"/>
                </a:lnTo>
                <a:lnTo>
                  <a:pt x="794213" y="1308"/>
                </a:lnTo>
                <a:lnTo>
                  <a:pt x="857590" y="11625"/>
                </a:lnTo>
                <a:lnTo>
                  <a:pt x="919392" y="31860"/>
                </a:lnTo>
                <a:lnTo>
                  <a:pt x="979407" y="61601"/>
                </a:lnTo>
                <a:lnTo>
                  <a:pt x="1037422" y="100432"/>
                </a:lnTo>
                <a:lnTo>
                  <a:pt x="1093228" y="147939"/>
                </a:lnTo>
                <a:lnTo>
                  <a:pt x="1120236" y="174816"/>
                </a:lnTo>
                <a:lnTo>
                  <a:pt x="1146612" y="203707"/>
                </a:lnTo>
                <a:lnTo>
                  <a:pt x="1172330" y="234561"/>
                </a:lnTo>
                <a:lnTo>
                  <a:pt x="1197363" y="267324"/>
                </a:lnTo>
                <a:lnTo>
                  <a:pt x="1221684" y="301945"/>
                </a:lnTo>
                <a:lnTo>
                  <a:pt x="1245269" y="338373"/>
                </a:lnTo>
                <a:lnTo>
                  <a:pt x="1268089" y="376556"/>
                </a:lnTo>
                <a:lnTo>
                  <a:pt x="1290119" y="416441"/>
                </a:lnTo>
                <a:lnTo>
                  <a:pt x="1311331" y="457978"/>
                </a:lnTo>
                <a:lnTo>
                  <a:pt x="1331701" y="501114"/>
                </a:lnTo>
                <a:lnTo>
                  <a:pt x="1351200" y="545797"/>
                </a:lnTo>
                <a:lnTo>
                  <a:pt x="1369804" y="591976"/>
                </a:lnTo>
                <a:lnTo>
                  <a:pt x="1387485" y="639599"/>
                </a:lnTo>
                <a:lnTo>
                  <a:pt x="1404216" y="688615"/>
                </a:lnTo>
                <a:lnTo>
                  <a:pt x="1419972" y="738970"/>
                </a:lnTo>
                <a:lnTo>
                  <a:pt x="1434727" y="790614"/>
                </a:lnTo>
                <a:lnTo>
                  <a:pt x="1448452" y="843495"/>
                </a:lnTo>
                <a:lnTo>
                  <a:pt x="1461123" y="897561"/>
                </a:lnTo>
                <a:lnTo>
                  <a:pt x="1472713" y="952760"/>
                </a:lnTo>
                <a:lnTo>
                  <a:pt x="1483195" y="1009040"/>
                </a:lnTo>
                <a:lnTo>
                  <a:pt x="1492542" y="1066350"/>
                </a:lnTo>
                <a:lnTo>
                  <a:pt x="1500730" y="1124637"/>
                </a:lnTo>
                <a:lnTo>
                  <a:pt x="1507730" y="1183851"/>
                </a:lnTo>
                <a:lnTo>
                  <a:pt x="1513516" y="1243939"/>
                </a:lnTo>
                <a:lnTo>
                  <a:pt x="1518063" y="1304849"/>
                </a:lnTo>
                <a:lnTo>
                  <a:pt x="1521343" y="1366529"/>
                </a:lnTo>
                <a:lnTo>
                  <a:pt x="1523331" y="1428929"/>
                </a:lnTo>
                <a:lnTo>
                  <a:pt x="1523999" y="1491995"/>
                </a:lnTo>
                <a:lnTo>
                  <a:pt x="1523331" y="1555062"/>
                </a:lnTo>
                <a:lnTo>
                  <a:pt x="1521343" y="1617462"/>
                </a:lnTo>
                <a:lnTo>
                  <a:pt x="1518063" y="1679142"/>
                </a:lnTo>
                <a:lnTo>
                  <a:pt x="1513516" y="1740052"/>
                </a:lnTo>
                <a:lnTo>
                  <a:pt x="1507730" y="1800140"/>
                </a:lnTo>
                <a:lnTo>
                  <a:pt x="1500730" y="1859354"/>
                </a:lnTo>
                <a:lnTo>
                  <a:pt x="1492542" y="1917641"/>
                </a:lnTo>
                <a:lnTo>
                  <a:pt x="1483195" y="1974951"/>
                </a:lnTo>
                <a:lnTo>
                  <a:pt x="1472713" y="2031231"/>
                </a:lnTo>
                <a:lnTo>
                  <a:pt x="1461123" y="2086430"/>
                </a:lnTo>
                <a:lnTo>
                  <a:pt x="1448452" y="2140496"/>
                </a:lnTo>
                <a:lnTo>
                  <a:pt x="1434727" y="2193377"/>
                </a:lnTo>
                <a:lnTo>
                  <a:pt x="1419972" y="2245021"/>
                </a:lnTo>
                <a:lnTo>
                  <a:pt x="1404216" y="2295376"/>
                </a:lnTo>
                <a:lnTo>
                  <a:pt x="1387485" y="2344392"/>
                </a:lnTo>
                <a:lnTo>
                  <a:pt x="1369804" y="2392015"/>
                </a:lnTo>
                <a:lnTo>
                  <a:pt x="1351200" y="2438194"/>
                </a:lnTo>
                <a:lnTo>
                  <a:pt x="1331701" y="2482877"/>
                </a:lnTo>
                <a:lnTo>
                  <a:pt x="1311331" y="2526013"/>
                </a:lnTo>
                <a:lnTo>
                  <a:pt x="1290119" y="2567550"/>
                </a:lnTo>
                <a:lnTo>
                  <a:pt x="1268089" y="2607435"/>
                </a:lnTo>
                <a:lnTo>
                  <a:pt x="1245269" y="2645618"/>
                </a:lnTo>
                <a:lnTo>
                  <a:pt x="1221684" y="2682046"/>
                </a:lnTo>
                <a:lnTo>
                  <a:pt x="1197363" y="2716667"/>
                </a:lnTo>
                <a:lnTo>
                  <a:pt x="1172330" y="2749430"/>
                </a:lnTo>
                <a:lnTo>
                  <a:pt x="1146612" y="2780283"/>
                </a:lnTo>
                <a:lnTo>
                  <a:pt x="1120236" y="2809175"/>
                </a:lnTo>
                <a:lnTo>
                  <a:pt x="1093228" y="2836052"/>
                </a:lnTo>
                <a:lnTo>
                  <a:pt x="1037422" y="2883559"/>
                </a:lnTo>
                <a:lnTo>
                  <a:pt x="979407" y="2922390"/>
                </a:lnTo>
                <a:lnTo>
                  <a:pt x="919392" y="2952131"/>
                </a:lnTo>
                <a:lnTo>
                  <a:pt x="857590" y="2972366"/>
                </a:lnTo>
                <a:lnTo>
                  <a:pt x="794213" y="2982683"/>
                </a:lnTo>
                <a:lnTo>
                  <a:pt x="761999" y="2983991"/>
                </a:lnTo>
                <a:lnTo>
                  <a:pt x="729786" y="2982683"/>
                </a:lnTo>
                <a:lnTo>
                  <a:pt x="666409" y="2972366"/>
                </a:lnTo>
                <a:lnTo>
                  <a:pt x="604607" y="2952131"/>
                </a:lnTo>
                <a:lnTo>
                  <a:pt x="544592" y="2922390"/>
                </a:lnTo>
                <a:lnTo>
                  <a:pt x="486577" y="2883559"/>
                </a:lnTo>
                <a:lnTo>
                  <a:pt x="430771" y="2836052"/>
                </a:lnTo>
                <a:lnTo>
                  <a:pt x="403763" y="2809175"/>
                </a:lnTo>
                <a:lnTo>
                  <a:pt x="377387" y="2780284"/>
                </a:lnTo>
                <a:lnTo>
                  <a:pt x="351669" y="2749430"/>
                </a:lnTo>
                <a:lnTo>
                  <a:pt x="326636" y="2716667"/>
                </a:lnTo>
                <a:lnTo>
                  <a:pt x="302315" y="2682046"/>
                </a:lnTo>
                <a:lnTo>
                  <a:pt x="278730" y="2645618"/>
                </a:lnTo>
                <a:lnTo>
                  <a:pt x="255910" y="2607435"/>
                </a:lnTo>
                <a:lnTo>
                  <a:pt x="233880" y="2567550"/>
                </a:lnTo>
                <a:lnTo>
                  <a:pt x="212668" y="2526013"/>
                </a:lnTo>
                <a:lnTo>
                  <a:pt x="192298" y="2482877"/>
                </a:lnTo>
                <a:lnTo>
                  <a:pt x="172799" y="2438194"/>
                </a:lnTo>
                <a:lnTo>
                  <a:pt x="154195" y="2392015"/>
                </a:lnTo>
                <a:lnTo>
                  <a:pt x="136514" y="2344392"/>
                </a:lnTo>
                <a:lnTo>
                  <a:pt x="119783" y="2295376"/>
                </a:lnTo>
                <a:lnTo>
                  <a:pt x="104027" y="2245021"/>
                </a:lnTo>
                <a:lnTo>
                  <a:pt x="89272" y="2193377"/>
                </a:lnTo>
                <a:lnTo>
                  <a:pt x="75547" y="2140496"/>
                </a:lnTo>
                <a:lnTo>
                  <a:pt x="62876" y="2086430"/>
                </a:lnTo>
                <a:lnTo>
                  <a:pt x="51286" y="2031231"/>
                </a:lnTo>
                <a:lnTo>
                  <a:pt x="40804" y="1974951"/>
                </a:lnTo>
                <a:lnTo>
                  <a:pt x="31457" y="1917641"/>
                </a:lnTo>
                <a:lnTo>
                  <a:pt x="23269" y="1859354"/>
                </a:lnTo>
                <a:lnTo>
                  <a:pt x="16269" y="1800140"/>
                </a:lnTo>
                <a:lnTo>
                  <a:pt x="10483" y="1740052"/>
                </a:lnTo>
                <a:lnTo>
                  <a:pt x="5936" y="1679142"/>
                </a:lnTo>
                <a:lnTo>
                  <a:pt x="2656" y="1617462"/>
                </a:lnTo>
                <a:lnTo>
                  <a:pt x="668" y="1555062"/>
                </a:lnTo>
                <a:lnTo>
                  <a:pt x="0" y="1491995"/>
                </a:lnTo>
                <a:close/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52320" y="4365497"/>
            <a:ext cx="3403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Pi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21507" y="1333500"/>
            <a:ext cx="1524000" cy="2984500"/>
          </a:xfrm>
          <a:custGeom>
            <a:avLst/>
            <a:gdLst/>
            <a:ahLst/>
            <a:cxnLst/>
            <a:rect l="l" t="t" r="r" b="b"/>
            <a:pathLst>
              <a:path w="1524000" h="2984500">
                <a:moveTo>
                  <a:pt x="0" y="1491996"/>
                </a:moveTo>
                <a:lnTo>
                  <a:pt x="668" y="1428929"/>
                </a:lnTo>
                <a:lnTo>
                  <a:pt x="2656" y="1366529"/>
                </a:lnTo>
                <a:lnTo>
                  <a:pt x="5936" y="1304849"/>
                </a:lnTo>
                <a:lnTo>
                  <a:pt x="10483" y="1243939"/>
                </a:lnTo>
                <a:lnTo>
                  <a:pt x="16269" y="1183851"/>
                </a:lnTo>
                <a:lnTo>
                  <a:pt x="23269" y="1124637"/>
                </a:lnTo>
                <a:lnTo>
                  <a:pt x="31457" y="1066350"/>
                </a:lnTo>
                <a:lnTo>
                  <a:pt x="40804" y="1009040"/>
                </a:lnTo>
                <a:lnTo>
                  <a:pt x="51286" y="952760"/>
                </a:lnTo>
                <a:lnTo>
                  <a:pt x="62876" y="897561"/>
                </a:lnTo>
                <a:lnTo>
                  <a:pt x="75547" y="843495"/>
                </a:lnTo>
                <a:lnTo>
                  <a:pt x="89272" y="790614"/>
                </a:lnTo>
                <a:lnTo>
                  <a:pt x="104027" y="738970"/>
                </a:lnTo>
                <a:lnTo>
                  <a:pt x="119783" y="688615"/>
                </a:lnTo>
                <a:lnTo>
                  <a:pt x="136514" y="639599"/>
                </a:lnTo>
                <a:lnTo>
                  <a:pt x="154195" y="591976"/>
                </a:lnTo>
                <a:lnTo>
                  <a:pt x="172799" y="545797"/>
                </a:lnTo>
                <a:lnTo>
                  <a:pt x="192298" y="501114"/>
                </a:lnTo>
                <a:lnTo>
                  <a:pt x="212668" y="457978"/>
                </a:lnTo>
                <a:lnTo>
                  <a:pt x="233880" y="416441"/>
                </a:lnTo>
                <a:lnTo>
                  <a:pt x="255910" y="376556"/>
                </a:lnTo>
                <a:lnTo>
                  <a:pt x="278730" y="338373"/>
                </a:lnTo>
                <a:lnTo>
                  <a:pt x="302315" y="301945"/>
                </a:lnTo>
                <a:lnTo>
                  <a:pt x="326636" y="267324"/>
                </a:lnTo>
                <a:lnTo>
                  <a:pt x="351669" y="234561"/>
                </a:lnTo>
                <a:lnTo>
                  <a:pt x="377387" y="203708"/>
                </a:lnTo>
                <a:lnTo>
                  <a:pt x="403763" y="174816"/>
                </a:lnTo>
                <a:lnTo>
                  <a:pt x="430771" y="147939"/>
                </a:lnTo>
                <a:lnTo>
                  <a:pt x="486577" y="100432"/>
                </a:lnTo>
                <a:lnTo>
                  <a:pt x="544592" y="61601"/>
                </a:lnTo>
                <a:lnTo>
                  <a:pt x="604607" y="31860"/>
                </a:lnTo>
                <a:lnTo>
                  <a:pt x="666409" y="11625"/>
                </a:lnTo>
                <a:lnTo>
                  <a:pt x="729786" y="1308"/>
                </a:lnTo>
                <a:lnTo>
                  <a:pt x="762000" y="0"/>
                </a:lnTo>
                <a:lnTo>
                  <a:pt x="794213" y="1308"/>
                </a:lnTo>
                <a:lnTo>
                  <a:pt x="857590" y="11625"/>
                </a:lnTo>
                <a:lnTo>
                  <a:pt x="919392" y="31860"/>
                </a:lnTo>
                <a:lnTo>
                  <a:pt x="979407" y="61601"/>
                </a:lnTo>
                <a:lnTo>
                  <a:pt x="1037422" y="100432"/>
                </a:lnTo>
                <a:lnTo>
                  <a:pt x="1093228" y="147939"/>
                </a:lnTo>
                <a:lnTo>
                  <a:pt x="1120236" y="174816"/>
                </a:lnTo>
                <a:lnTo>
                  <a:pt x="1146612" y="203707"/>
                </a:lnTo>
                <a:lnTo>
                  <a:pt x="1172330" y="234561"/>
                </a:lnTo>
                <a:lnTo>
                  <a:pt x="1197363" y="267324"/>
                </a:lnTo>
                <a:lnTo>
                  <a:pt x="1221684" y="301945"/>
                </a:lnTo>
                <a:lnTo>
                  <a:pt x="1245269" y="338373"/>
                </a:lnTo>
                <a:lnTo>
                  <a:pt x="1268089" y="376556"/>
                </a:lnTo>
                <a:lnTo>
                  <a:pt x="1290119" y="416441"/>
                </a:lnTo>
                <a:lnTo>
                  <a:pt x="1311331" y="457978"/>
                </a:lnTo>
                <a:lnTo>
                  <a:pt x="1331701" y="501114"/>
                </a:lnTo>
                <a:lnTo>
                  <a:pt x="1351200" y="545797"/>
                </a:lnTo>
                <a:lnTo>
                  <a:pt x="1369804" y="591976"/>
                </a:lnTo>
                <a:lnTo>
                  <a:pt x="1387485" y="639599"/>
                </a:lnTo>
                <a:lnTo>
                  <a:pt x="1404216" y="688615"/>
                </a:lnTo>
                <a:lnTo>
                  <a:pt x="1419972" y="738970"/>
                </a:lnTo>
                <a:lnTo>
                  <a:pt x="1434727" y="790614"/>
                </a:lnTo>
                <a:lnTo>
                  <a:pt x="1448452" y="843495"/>
                </a:lnTo>
                <a:lnTo>
                  <a:pt x="1461123" y="897561"/>
                </a:lnTo>
                <a:lnTo>
                  <a:pt x="1472713" y="952760"/>
                </a:lnTo>
                <a:lnTo>
                  <a:pt x="1483195" y="1009040"/>
                </a:lnTo>
                <a:lnTo>
                  <a:pt x="1492542" y="1066350"/>
                </a:lnTo>
                <a:lnTo>
                  <a:pt x="1500730" y="1124637"/>
                </a:lnTo>
                <a:lnTo>
                  <a:pt x="1507730" y="1183851"/>
                </a:lnTo>
                <a:lnTo>
                  <a:pt x="1513516" y="1243939"/>
                </a:lnTo>
                <a:lnTo>
                  <a:pt x="1518063" y="1304849"/>
                </a:lnTo>
                <a:lnTo>
                  <a:pt x="1521343" y="1366529"/>
                </a:lnTo>
                <a:lnTo>
                  <a:pt x="1523331" y="1428929"/>
                </a:lnTo>
                <a:lnTo>
                  <a:pt x="1524000" y="1491996"/>
                </a:lnTo>
                <a:lnTo>
                  <a:pt x="1523331" y="1555062"/>
                </a:lnTo>
                <a:lnTo>
                  <a:pt x="1521343" y="1617462"/>
                </a:lnTo>
                <a:lnTo>
                  <a:pt x="1518063" y="1679142"/>
                </a:lnTo>
                <a:lnTo>
                  <a:pt x="1513516" y="1740052"/>
                </a:lnTo>
                <a:lnTo>
                  <a:pt x="1507730" y="1800140"/>
                </a:lnTo>
                <a:lnTo>
                  <a:pt x="1500730" y="1859354"/>
                </a:lnTo>
                <a:lnTo>
                  <a:pt x="1492542" y="1917641"/>
                </a:lnTo>
                <a:lnTo>
                  <a:pt x="1483195" y="1974951"/>
                </a:lnTo>
                <a:lnTo>
                  <a:pt x="1472713" y="2031231"/>
                </a:lnTo>
                <a:lnTo>
                  <a:pt x="1461123" y="2086430"/>
                </a:lnTo>
                <a:lnTo>
                  <a:pt x="1448452" y="2140496"/>
                </a:lnTo>
                <a:lnTo>
                  <a:pt x="1434727" y="2193377"/>
                </a:lnTo>
                <a:lnTo>
                  <a:pt x="1419972" y="2245021"/>
                </a:lnTo>
                <a:lnTo>
                  <a:pt x="1404216" y="2295376"/>
                </a:lnTo>
                <a:lnTo>
                  <a:pt x="1387485" y="2344392"/>
                </a:lnTo>
                <a:lnTo>
                  <a:pt x="1369804" y="2392015"/>
                </a:lnTo>
                <a:lnTo>
                  <a:pt x="1351200" y="2438194"/>
                </a:lnTo>
                <a:lnTo>
                  <a:pt x="1331701" y="2482877"/>
                </a:lnTo>
                <a:lnTo>
                  <a:pt x="1311331" y="2526013"/>
                </a:lnTo>
                <a:lnTo>
                  <a:pt x="1290119" y="2567550"/>
                </a:lnTo>
                <a:lnTo>
                  <a:pt x="1268089" y="2607435"/>
                </a:lnTo>
                <a:lnTo>
                  <a:pt x="1245269" y="2645618"/>
                </a:lnTo>
                <a:lnTo>
                  <a:pt x="1221684" y="2682046"/>
                </a:lnTo>
                <a:lnTo>
                  <a:pt x="1197363" y="2716667"/>
                </a:lnTo>
                <a:lnTo>
                  <a:pt x="1172330" y="2749430"/>
                </a:lnTo>
                <a:lnTo>
                  <a:pt x="1146612" y="2780284"/>
                </a:lnTo>
                <a:lnTo>
                  <a:pt x="1120236" y="2809175"/>
                </a:lnTo>
                <a:lnTo>
                  <a:pt x="1093228" y="2836052"/>
                </a:lnTo>
                <a:lnTo>
                  <a:pt x="1037422" y="2883559"/>
                </a:lnTo>
                <a:lnTo>
                  <a:pt x="979407" y="2922390"/>
                </a:lnTo>
                <a:lnTo>
                  <a:pt x="919392" y="2952131"/>
                </a:lnTo>
                <a:lnTo>
                  <a:pt x="857590" y="2972366"/>
                </a:lnTo>
                <a:lnTo>
                  <a:pt x="794213" y="2982683"/>
                </a:lnTo>
                <a:lnTo>
                  <a:pt x="762000" y="2983992"/>
                </a:lnTo>
                <a:lnTo>
                  <a:pt x="729786" y="2982683"/>
                </a:lnTo>
                <a:lnTo>
                  <a:pt x="666409" y="2972366"/>
                </a:lnTo>
                <a:lnTo>
                  <a:pt x="604607" y="2952131"/>
                </a:lnTo>
                <a:lnTo>
                  <a:pt x="544592" y="2922390"/>
                </a:lnTo>
                <a:lnTo>
                  <a:pt x="486577" y="2883559"/>
                </a:lnTo>
                <a:lnTo>
                  <a:pt x="430771" y="2836052"/>
                </a:lnTo>
                <a:lnTo>
                  <a:pt x="403763" y="2809175"/>
                </a:lnTo>
                <a:lnTo>
                  <a:pt x="377387" y="2780284"/>
                </a:lnTo>
                <a:lnTo>
                  <a:pt x="351669" y="2749430"/>
                </a:lnTo>
                <a:lnTo>
                  <a:pt x="326636" y="2716667"/>
                </a:lnTo>
                <a:lnTo>
                  <a:pt x="302315" y="2682046"/>
                </a:lnTo>
                <a:lnTo>
                  <a:pt x="278730" y="2645618"/>
                </a:lnTo>
                <a:lnTo>
                  <a:pt x="255910" y="2607435"/>
                </a:lnTo>
                <a:lnTo>
                  <a:pt x="233880" y="2567550"/>
                </a:lnTo>
                <a:lnTo>
                  <a:pt x="212668" y="2526013"/>
                </a:lnTo>
                <a:lnTo>
                  <a:pt x="192298" y="2482877"/>
                </a:lnTo>
                <a:lnTo>
                  <a:pt x="172799" y="2438194"/>
                </a:lnTo>
                <a:lnTo>
                  <a:pt x="154195" y="2392015"/>
                </a:lnTo>
                <a:lnTo>
                  <a:pt x="136514" y="2344392"/>
                </a:lnTo>
                <a:lnTo>
                  <a:pt x="119783" y="2295376"/>
                </a:lnTo>
                <a:lnTo>
                  <a:pt x="104027" y="2245021"/>
                </a:lnTo>
                <a:lnTo>
                  <a:pt x="89272" y="2193377"/>
                </a:lnTo>
                <a:lnTo>
                  <a:pt x="75547" y="2140496"/>
                </a:lnTo>
                <a:lnTo>
                  <a:pt x="62876" y="2086430"/>
                </a:lnTo>
                <a:lnTo>
                  <a:pt x="51286" y="2031231"/>
                </a:lnTo>
                <a:lnTo>
                  <a:pt x="40804" y="1974951"/>
                </a:lnTo>
                <a:lnTo>
                  <a:pt x="31457" y="1917641"/>
                </a:lnTo>
                <a:lnTo>
                  <a:pt x="23269" y="1859354"/>
                </a:lnTo>
                <a:lnTo>
                  <a:pt x="16269" y="1800140"/>
                </a:lnTo>
                <a:lnTo>
                  <a:pt x="10483" y="1740052"/>
                </a:lnTo>
                <a:lnTo>
                  <a:pt x="5936" y="1679142"/>
                </a:lnTo>
                <a:lnTo>
                  <a:pt x="2656" y="1617462"/>
                </a:lnTo>
                <a:lnTo>
                  <a:pt x="668" y="1555062"/>
                </a:lnTo>
                <a:lnTo>
                  <a:pt x="0" y="1491996"/>
                </a:lnTo>
                <a:close/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401314" y="4339844"/>
            <a:ext cx="8191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 Ai</a:t>
            </a:r>
            <a:r>
              <a:rPr dirty="0" sz="2800" spc="-2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98117" y="8331"/>
            <a:ext cx="18262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3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928109" y="8331"/>
            <a:ext cx="35210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3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89394" y="972502"/>
          <a:ext cx="8338184" cy="5471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8910"/>
                <a:gridCol w="3816350"/>
                <a:gridCol w="3027044"/>
              </a:tblGrid>
              <a:tr h="513587"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2400" spc="-10" b="1">
                          <a:latin typeface="宋体"/>
                          <a:cs typeface="宋体"/>
                        </a:rPr>
                        <a:t>模</a:t>
                      </a:r>
                      <a:r>
                        <a:rPr dirty="0" sz="2400" spc="-35" b="1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400" spc="-10" b="1">
                          <a:latin typeface="宋体"/>
                          <a:cs typeface="宋体"/>
                        </a:rPr>
                        <a:t>式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EAEAEA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pos="839469" algn="l"/>
                        </a:tabLst>
                      </a:pPr>
                      <a:r>
                        <a:rPr dirty="0" sz="2400" spc="-10" b="1">
                          <a:latin typeface="宋体"/>
                          <a:cs typeface="宋体"/>
                        </a:rPr>
                        <a:t>说	明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6985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74725"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pos="1737995" algn="l"/>
                        </a:tabLst>
                      </a:pPr>
                      <a:r>
                        <a:rPr dirty="0" sz="2400" spc="-10" b="1">
                          <a:latin typeface="宋体"/>
                          <a:cs typeface="宋体"/>
                        </a:rPr>
                        <a:t>示	例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69850">
                    <a:lnL w="3175">
                      <a:solidFill>
                        <a:srgbClr val="9F9F9F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 algn="ctr" marR="101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>
                    <a:lnL w="38100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2494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匹配单个字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>
                    <a:lnL w="28575">
                      <a:solidFill>
                        <a:srgbClr val="EAEAEA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9F9F9F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</a:tr>
              <a:tr h="512063"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[abc]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匹配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或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或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>
                    <a:lnL w="28575">
                      <a:solidFill>
                        <a:srgbClr val="EAEAEA"/>
                      </a:solidFill>
                      <a:prstDash val="solid"/>
                    </a:lnL>
                    <a:lnR w="38100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34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[a-h0-5]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38100">
                      <a:solidFill>
                        <a:srgbClr val="EAEAEA"/>
                      </a:solidFill>
                      <a:prstDash val="solid"/>
                    </a:lnL>
                    <a:lnR w="38100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</a:tr>
              <a:tr h="743712">
                <a:tc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[^abcde]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0">
                    <a:lnL w="38100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27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匹配除去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a-e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之间的任意字符</a:t>
                      </a:r>
                      <a:endParaRPr sz="2200">
                        <a:latin typeface="宋体"/>
                        <a:cs typeface="宋体"/>
                      </a:endParaRPr>
                    </a:p>
                    <a:p>
                      <a:pPr algn="ctr" marL="54610">
                        <a:lnSpc>
                          <a:spcPct val="100000"/>
                        </a:lnSpc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可为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[^a-e]</a:t>
                      </a:r>
                      <a:r>
                        <a:rPr dirty="0" sz="2200" spc="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marL="91440" marR="21018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dirty="0" sz="1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^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ab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\</a:t>
                      </a:r>
                      <a:r>
                        <a:rPr dirty="0" sz="1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dirty="0" sz="18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表示匹配除小写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字母</a:t>
                      </a:r>
                      <a:r>
                        <a:rPr dirty="0" sz="1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a,b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大写字母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－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和换 </a:t>
                      </a:r>
                      <a:r>
                        <a:rPr dirty="0" sz="18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行符外任意字符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3980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</a:tr>
              <a:tr h="522731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\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转义符定义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同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ANSI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3980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>
                    <a:lnL w="38100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匹配除去换行符之外的任意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字符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16205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AEAEA"/>
                      </a:solidFill>
                      <a:prstDash val="solid"/>
                    </a:lnL>
                    <a:lnR w="38100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38100">
                      <a:solidFill>
                        <a:srgbClr val="EAEAEA"/>
                      </a:solidFill>
                      <a:prstDash val="solid"/>
                    </a:lnB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r*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980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8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22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是正规式</a:t>
                      </a:r>
                      <a:r>
                        <a:rPr dirty="0" sz="2200" spc="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2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dirty="0" sz="22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匹配</a:t>
                      </a:r>
                      <a:r>
                        <a:rPr dirty="0" sz="2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2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个或多个</a:t>
                      </a:r>
                      <a:r>
                        <a:rPr dirty="0" sz="2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>
                    <a:lnL w="28575">
                      <a:solidFill>
                        <a:srgbClr val="EAEAEA"/>
                      </a:solidFill>
                      <a:prstDash val="solid"/>
                    </a:lnL>
                    <a:lnR w="38100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AEAEA"/>
                      </a:solidFill>
                      <a:prstDash val="solid"/>
                    </a:lnL>
                    <a:lnR w="38100">
                      <a:solidFill>
                        <a:srgbClr val="EAEAEA"/>
                      </a:solidFill>
                      <a:prstDash val="solid"/>
                    </a:lnR>
                    <a:lnT w="38100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</a:tr>
              <a:tr h="524255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r+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9535">
                    <a:lnL w="38100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38100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22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是正规式，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r+</a:t>
                      </a:r>
                      <a:r>
                        <a:rPr dirty="0" sz="22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匹配</a:t>
                      </a:r>
                      <a:r>
                        <a:rPr dirty="0" sz="2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2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个或多个</a:t>
                      </a:r>
                      <a:r>
                        <a:rPr dirty="0" sz="2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185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AEAEA"/>
                      </a:solidFill>
                      <a:prstDash val="solid"/>
                    </a:lnL>
                    <a:lnR w="38100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38100">
                      <a:solidFill>
                        <a:srgbClr val="EAEAEA"/>
                      </a:solidFill>
                      <a:prstDash val="solid"/>
                    </a:lnB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r?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0">
                    <a:lnL w="38100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38100">
                      <a:solidFill>
                        <a:srgbClr val="EAEAEA"/>
                      </a:solidFill>
                      <a:prstDash val="solid"/>
                    </a:lnT>
                    <a:lnB w="38100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41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2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是正规式，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r?</a:t>
                      </a:r>
                      <a:r>
                        <a:rPr dirty="0" sz="22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匹配</a:t>
                      </a:r>
                      <a:r>
                        <a:rPr dirty="0" sz="2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个或</a:t>
                      </a:r>
                      <a:r>
                        <a:rPr dirty="0" sz="2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个</a:t>
                      </a:r>
                      <a:r>
                        <a:rPr dirty="0" sz="22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>
                    <a:lnL w="28575">
                      <a:solidFill>
                        <a:srgbClr val="EAEAEA"/>
                      </a:solidFill>
                      <a:prstDash val="solid"/>
                    </a:lnL>
                    <a:lnR w="38100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38100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AEAEA"/>
                      </a:solidFill>
                      <a:prstDash val="solid"/>
                    </a:lnL>
                    <a:lnR w="38100">
                      <a:solidFill>
                        <a:srgbClr val="EAEAEA"/>
                      </a:solidFill>
                      <a:prstDash val="solid"/>
                    </a:lnR>
                    <a:lnT w="38100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</a:tr>
              <a:tr h="5288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38100">
                      <a:solidFill>
                        <a:srgbClr val="9F9F9F"/>
                      </a:solidFill>
                      <a:prstDash val="solid"/>
                    </a:lnT>
                    <a:lnB w="38100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508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2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……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9375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38100">
                      <a:solidFill>
                        <a:srgbClr val="EAEAEA"/>
                      </a:solidFill>
                      <a:prstDash val="solid"/>
                    </a:lnT>
                    <a:lnB w="38100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AEAEA"/>
                      </a:solidFill>
                      <a:prstDash val="solid"/>
                    </a:lnL>
                    <a:lnR w="28575">
                      <a:solidFill>
                        <a:srgbClr val="EAEAEA"/>
                      </a:solidFill>
                      <a:prstDash val="solid"/>
                    </a:lnR>
                    <a:lnT w="28575">
                      <a:solidFill>
                        <a:srgbClr val="EAEAEA"/>
                      </a:solidFill>
                      <a:prstDash val="solid"/>
                    </a:lnT>
                    <a:lnB w="28575">
                      <a:solidFill>
                        <a:srgbClr val="EAE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98117" y="8331"/>
            <a:ext cx="18262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3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28109" y="8331"/>
            <a:ext cx="352107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0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042" y="731596"/>
            <a:ext cx="7131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3.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2188" y="731596"/>
            <a:ext cx="58458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下表给出了某语言的单词的词法分析结</a:t>
            </a:r>
            <a:r>
              <a:rPr dirty="0" sz="2400" spc="-35" b="1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75816" y="1350644"/>
          <a:ext cx="6104890" cy="5297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6600"/>
                <a:gridCol w="93980"/>
                <a:gridCol w="1801494"/>
                <a:gridCol w="1807845"/>
                <a:gridCol w="316864"/>
              </a:tblGrid>
              <a:tr h="214121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99FF"/>
                      </a:solidFill>
                      <a:prstDash val="solid"/>
                    </a:lnR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76200">
                      <a:solidFill>
                        <a:srgbClr val="FF99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6616"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单词的正规式表示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29209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2265"/>
                        </a:lnSpc>
                        <a:spcBef>
                          <a:spcPts val="440"/>
                        </a:spcBef>
                        <a:tabLst>
                          <a:tab pos="1144905" algn="l"/>
                        </a:tabLst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属	性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55880">
                    <a:lnL w="38100">
                      <a:solidFill>
                        <a:srgbClr val="CCFF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单 词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7305">
                    <a:lnL w="38100">
                      <a:solidFill>
                        <a:srgbClr val="CCFF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row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59663">
                <a:tc>
                  <a:txBody>
                    <a:bodyPr/>
                    <a:lstStyle/>
                    <a:p>
                      <a:pPr algn="ctr" marL="95885" marR="39370">
                        <a:lnSpc>
                          <a:spcPts val="2130"/>
                        </a:lnSpc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59663">
                <a:tc>
                  <a:txBody>
                    <a:bodyPr/>
                    <a:lstStyle/>
                    <a:p>
                      <a:pPr algn="ctr" marL="97155" marR="393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5"/>
                        </a:lnSpc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marL="98425" marR="3937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>
                    <a:lnL w="38100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9130">
                        <a:lnSpc>
                          <a:spcPts val="2350"/>
                        </a:lnSpc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 marL="97155" marR="393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else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else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59663">
                <a:tc>
                  <a:txBody>
                    <a:bodyPr/>
                    <a:lstStyle/>
                    <a:p>
                      <a:pPr algn="ctr" marL="95885" marR="393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名表指针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6510">
                    <a:lnL w="38100">
                      <a:solidFill>
                        <a:srgbClr val="CCFF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67283">
                <a:tc>
                  <a:txBody>
                    <a:bodyPr/>
                    <a:lstStyle/>
                    <a:p>
                      <a:pPr algn="ctr" marL="97155" marR="393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num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27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num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8100">
                      <a:solidFill>
                        <a:srgbClr val="CCFF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常数表指针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7145">
                    <a:lnL w="38100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59663">
                <a:tc>
                  <a:txBody>
                    <a:bodyPr/>
                    <a:lstStyle/>
                    <a:p>
                      <a:pPr algn="ctr" marL="97155" marR="393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＜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2225">
                    <a:lnL w="38100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7060">
                        <a:lnSpc>
                          <a:spcPts val="2050"/>
                        </a:lnSpc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relop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2225">
                        <a:lnSpc>
                          <a:spcPts val="2375"/>
                        </a:lnSpc>
                      </a:pPr>
                      <a:r>
                        <a:rPr dirty="0" sz="2000" spc="-18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marL="98425" marR="39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＜＝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37465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7060">
                        <a:lnSpc>
                          <a:spcPts val="2065"/>
                        </a:lnSpc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relop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0"/>
                        </a:lnSpc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ctr" marL="97155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＝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7060">
                        <a:lnSpc>
                          <a:spcPts val="2100"/>
                        </a:lnSpc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relop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EQ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38100">
                      <a:solidFill>
                        <a:srgbClr val="CCFF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60425">
                <a:tc>
                  <a:txBody>
                    <a:bodyPr/>
                    <a:lstStyle/>
                    <a:p>
                      <a:pPr algn="ctr" marL="98425" marR="39370">
                        <a:lnSpc>
                          <a:spcPts val="2400"/>
                        </a:lnSpc>
                        <a:spcBef>
                          <a:spcPts val="34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＜＞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7060">
                        <a:lnSpc>
                          <a:spcPts val="2110"/>
                        </a:lnSpc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relop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53975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ctr" marL="97155" marR="393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＞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7060">
                        <a:lnSpc>
                          <a:spcPts val="2115"/>
                        </a:lnSpc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relop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L w="53975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53975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62711">
                <a:tc>
                  <a:txBody>
                    <a:bodyPr/>
                    <a:lstStyle/>
                    <a:p>
                      <a:pPr algn="ctr" marL="98425" marR="393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＞＝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36830">
                    <a:lnL w="38100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38100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38100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9760">
                        <a:lnSpc>
                          <a:spcPts val="2300"/>
                        </a:lnSpc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relop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53975">
                      <a:solidFill>
                        <a:srgbClr val="CCFF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  <a:lnB w="53975">
                      <a:solidFill>
                        <a:srgbClr val="CC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53975">
                      <a:solidFill>
                        <a:srgbClr val="CCFF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99FF"/>
                      </a:solidFill>
                      <a:prstDash val="solid"/>
                    </a:lnR>
                    <a:lnT w="38100">
                      <a:solidFill>
                        <a:srgbClr val="CCFFFF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FF"/>
                      </a:solidFill>
                      <a:prstDash val="solid"/>
                    </a:lnL>
                    <a:lnR w="76200">
                      <a:solidFill>
                        <a:srgbClr val="FF99FF"/>
                      </a:solidFill>
                      <a:prstDash val="solid"/>
                    </a:lnR>
                    <a:lnB w="76200">
                      <a:solidFill>
                        <a:srgbClr val="FF99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224536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	</a:t>
            </a: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445319"/>
            <a:ext cx="4138929" cy="193865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 marR="48260">
              <a:lnSpc>
                <a:spcPct val="100000"/>
              </a:lnSpc>
              <a:spcBef>
                <a:spcPts val="58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该语言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LEX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源程序如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下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algn="ctr" marR="73660">
              <a:lnSpc>
                <a:spcPct val="100000"/>
              </a:lnSpc>
              <a:spcBef>
                <a:spcPts val="365"/>
              </a:spcBef>
            </a:pPr>
            <a:r>
              <a:rPr dirty="0" sz="2100" b="1">
                <a:solidFill>
                  <a:srgbClr val="FFFF00"/>
                </a:solidFill>
                <a:latin typeface="宋体"/>
                <a:cs typeface="宋体"/>
              </a:rPr>
              <a:t>％</a:t>
            </a:r>
            <a:r>
              <a:rPr dirty="0" sz="2100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endParaRPr sz="2100">
              <a:latin typeface="Times New Roman"/>
              <a:cs typeface="Times New Roman"/>
            </a:endParaRPr>
          </a:p>
          <a:p>
            <a:pPr algn="just" marL="1841500" marR="5080">
              <a:lnSpc>
                <a:spcPct val="110000"/>
              </a:lnSpc>
              <a:spcBef>
                <a:spcPts val="15"/>
              </a:spcBef>
            </a:pPr>
            <a:r>
              <a:rPr dirty="0" sz="2100" b="1">
                <a:solidFill>
                  <a:srgbClr val="FFFFFF"/>
                </a:solidFill>
                <a:latin typeface="Times New Roman"/>
                <a:cs typeface="Times New Roman"/>
              </a:rPr>
              <a:t># </a:t>
            </a:r>
            <a:r>
              <a:rPr dirty="0" sz="2100" spc="-5" b="1">
                <a:solidFill>
                  <a:srgbClr val="FFFFFF"/>
                </a:solidFill>
                <a:latin typeface="Times New Roman"/>
                <a:cs typeface="Times New Roman"/>
              </a:rPr>
              <a:t>include &lt;stdio.h&gt;  </a:t>
            </a:r>
            <a:r>
              <a:rPr dirty="0" sz="2100" b="1">
                <a:solidFill>
                  <a:srgbClr val="FFFFFF"/>
                </a:solidFill>
                <a:latin typeface="Times New Roman"/>
                <a:cs typeface="Times New Roman"/>
              </a:rPr>
              <a:t># </a:t>
            </a:r>
            <a:r>
              <a:rPr dirty="0" sz="2100" spc="-5" b="1">
                <a:solidFill>
                  <a:srgbClr val="FFFFFF"/>
                </a:solidFill>
                <a:latin typeface="Times New Roman"/>
                <a:cs typeface="Times New Roman"/>
              </a:rPr>
              <a:t>include &lt;ctype.h&gt;  </a:t>
            </a:r>
            <a:r>
              <a:rPr dirty="0" sz="2100" b="1">
                <a:solidFill>
                  <a:srgbClr val="FFFFFF"/>
                </a:solidFill>
                <a:latin typeface="Times New Roman"/>
                <a:cs typeface="Times New Roman"/>
              </a:rPr>
              <a:t># include</a:t>
            </a:r>
            <a:r>
              <a:rPr dirty="0" sz="21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FFFFFF"/>
                </a:solidFill>
                <a:latin typeface="Times New Roman"/>
                <a:cs typeface="Times New Roman"/>
              </a:rPr>
              <a:t>&lt;string.h&gt;</a:t>
            </a:r>
            <a:endParaRPr sz="21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40788" y="2432134"/>
          <a:ext cx="3104515" cy="3816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650"/>
                <a:gridCol w="1490345"/>
                <a:gridCol w="605155"/>
              </a:tblGrid>
              <a:tr h="323696">
                <a:tc>
                  <a:txBody>
                    <a:bodyPr/>
                    <a:lstStyle/>
                    <a:p>
                      <a:pPr marL="60325">
                        <a:lnSpc>
                          <a:spcPts val="2290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290"/>
                        </a:lnSpc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ts val="2290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2043">
                <a:tc>
                  <a:txBody>
                    <a:bodyPr/>
                    <a:lstStyle/>
                    <a:p>
                      <a:pPr marL="60325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515"/>
                        </a:lnSpc>
                      </a:pP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THEN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1908">
                <a:tc>
                  <a:txBody>
                    <a:bodyPr/>
                    <a:lstStyle/>
                    <a:p>
                      <a:pPr marL="60325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515"/>
                        </a:lnSpc>
                      </a:pP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ELSE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2339">
                <a:tc>
                  <a:txBody>
                    <a:bodyPr/>
                    <a:lstStyle/>
                    <a:p>
                      <a:pPr marL="60325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515"/>
                        </a:lnSpc>
                      </a:pP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2138">
                <a:tc>
                  <a:txBody>
                    <a:bodyPr/>
                    <a:lstStyle/>
                    <a:p>
                      <a:pPr marL="31750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NUMBER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 marL="330835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2043">
                <a:tc>
                  <a:txBody>
                    <a:bodyPr/>
                    <a:lstStyle/>
                    <a:p>
                      <a:pPr marL="60325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515"/>
                        </a:lnSpc>
                      </a:pPr>
                      <a:r>
                        <a:rPr dirty="0" sz="2100" spc="-19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LT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2171">
                <a:tc>
                  <a:txBody>
                    <a:bodyPr/>
                    <a:lstStyle/>
                    <a:p>
                      <a:pPr marL="60325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2170">
                <a:tc>
                  <a:txBody>
                    <a:bodyPr/>
                    <a:lstStyle/>
                    <a:p>
                      <a:pPr marL="60325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EQ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2069">
                <a:tc>
                  <a:txBody>
                    <a:bodyPr/>
                    <a:lstStyle/>
                    <a:p>
                      <a:pPr marL="60325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515"/>
                        </a:lnSpc>
                      </a:pPr>
                      <a:r>
                        <a:rPr dirty="0" sz="2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2069">
                <a:tc>
                  <a:txBody>
                    <a:bodyPr/>
                    <a:lstStyle/>
                    <a:p>
                      <a:pPr marL="60325">
                        <a:lnSpc>
                          <a:spcPts val="2515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515"/>
                        </a:lnSpc>
                      </a:pP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GT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515"/>
                        </a:lnSpc>
                      </a:pPr>
                      <a:r>
                        <a:rPr dirty="0" sz="21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23696">
                <a:tc>
                  <a:txBody>
                    <a:bodyPr/>
                    <a:lstStyle/>
                    <a:p>
                      <a:pPr marL="60325">
                        <a:lnSpc>
                          <a:spcPts val="2450"/>
                        </a:lnSpc>
                      </a:pPr>
                      <a:r>
                        <a:rPr dirty="0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dirty="0" sz="21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450"/>
                        </a:lnSpc>
                      </a:pPr>
                      <a:r>
                        <a:rPr dirty="0" sz="2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GE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450"/>
                        </a:lnSpc>
                      </a:pPr>
                      <a:r>
                        <a:rPr dirty="0" sz="2100" spc="-114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926082" y="6263741"/>
            <a:ext cx="3943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5" b="1">
                <a:solidFill>
                  <a:srgbClr val="FFFF00"/>
                </a:solidFill>
                <a:latin typeface="Times New Roman"/>
                <a:cs typeface="Times New Roman"/>
              </a:rPr>
              <a:t>%</a:t>
            </a:r>
            <a:r>
              <a:rPr dirty="0" sz="21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224536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	</a:t>
            </a: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6843" y="1079373"/>
            <a:ext cx="36156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/*</a:t>
            </a:r>
            <a:r>
              <a:rPr dirty="0" sz="28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正规式模式宏定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义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4594" y="1479075"/>
            <a:ext cx="1058545" cy="3354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07645">
              <a:lnSpc>
                <a:spcPct val="130000"/>
              </a:lnSpc>
              <a:spcBef>
                <a:spcPts val="9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digit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alpha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alnum 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delim  </a:t>
            </a:r>
            <a:r>
              <a:rPr dirty="0" sz="2400" spc="-25" b="1">
                <a:solidFill>
                  <a:srgbClr val="FFFFFF"/>
                </a:solidFill>
                <a:latin typeface="Times New Roman"/>
                <a:cs typeface="Times New Roman"/>
              </a:rPr>
              <a:t>ws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3000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id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72155" y="1479075"/>
            <a:ext cx="4942205" cy="335407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96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[0-9]</a:t>
            </a:r>
            <a:endParaRPr sz="2400">
              <a:latin typeface="Times New Roman"/>
              <a:cs typeface="Times New Roman"/>
            </a:endParaRPr>
          </a:p>
          <a:p>
            <a:pPr marL="130810">
              <a:lnSpc>
                <a:spcPct val="100000"/>
              </a:lnSpc>
              <a:spcBef>
                <a:spcPts val="865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[a-zA-Z]</a:t>
            </a:r>
            <a:endParaRPr sz="24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865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[a-zA-Z0-9]</a:t>
            </a:r>
            <a:endParaRPr sz="240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  <a:spcBef>
                <a:spcPts val="865"/>
              </a:spcBef>
              <a:tabLst>
                <a:tab pos="30734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[	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\t\n]</a:t>
            </a:r>
            <a:endParaRPr sz="24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{delim}</a:t>
            </a:r>
            <a:r>
              <a:rPr dirty="0" baseline="24305" sz="2400" b="1">
                <a:solidFill>
                  <a:srgbClr val="FFFFFF"/>
                </a:solidFill>
                <a:latin typeface="黑体"/>
                <a:cs typeface="黑体"/>
              </a:rPr>
              <a:t>+</a:t>
            </a:r>
            <a:endParaRPr baseline="24305" sz="2400">
              <a:latin typeface="黑体"/>
              <a:cs typeface="黑体"/>
            </a:endParaRPr>
          </a:p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{letter}({letter}|{digit})</a:t>
            </a:r>
            <a:r>
              <a:rPr dirty="0" baseline="24305" sz="2400" b="1">
                <a:solidFill>
                  <a:srgbClr val="FFFFFF"/>
                </a:solidFill>
                <a:latin typeface="黑体"/>
                <a:cs typeface="黑体"/>
              </a:rPr>
              <a:t>*</a:t>
            </a:r>
            <a:endParaRPr baseline="24305" sz="2400">
              <a:latin typeface="黑体"/>
              <a:cs typeface="黑体"/>
            </a:endParaRPr>
          </a:p>
          <a:p>
            <a:pPr marL="276860">
              <a:lnSpc>
                <a:spcPct val="100000"/>
              </a:lnSpc>
              <a:spcBef>
                <a:spcPts val="8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{digit}</a:t>
            </a:r>
            <a:r>
              <a:rPr dirty="0" baseline="24305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(\.{digit}</a:t>
            </a:r>
            <a:r>
              <a:rPr dirty="0" baseline="24305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)?(E[+|-]?{digit}</a:t>
            </a:r>
            <a:r>
              <a:rPr dirty="0" baseline="24305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0143" y="4867402"/>
            <a:ext cx="58356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%%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98117" y="8331"/>
            <a:ext cx="182626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28109" y="8331"/>
            <a:ext cx="35210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3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1325" y="735863"/>
            <a:ext cx="5263515" cy="505587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7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{/* no action and no 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*/}</a:t>
            </a:r>
            <a:endParaRPr sz="22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660"/>
              </a:spcBef>
            </a:pP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200" spc="-10" b="1">
                <a:solidFill>
                  <a:srgbClr val="66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(IF);}</a:t>
            </a:r>
            <a:endParaRPr sz="22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660"/>
              </a:spcBef>
            </a:pP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200" spc="-10" b="1">
                <a:solidFill>
                  <a:srgbClr val="66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(THEN);}</a:t>
            </a:r>
            <a:endParaRPr sz="22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660"/>
              </a:spcBef>
            </a:pP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{return(ELSE);}</a:t>
            </a:r>
            <a:endParaRPr sz="22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{yyIvaI = 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install_id()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66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(ID);}</a:t>
            </a:r>
            <a:endParaRPr sz="22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{yyIvaI=</a:t>
            </a: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install_num()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66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(NUMBER);}</a:t>
            </a:r>
            <a:endParaRPr sz="22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{yyIvaI = </a:t>
            </a:r>
            <a:r>
              <a:rPr dirty="0" sz="2200" spc="-75" b="1">
                <a:solidFill>
                  <a:srgbClr val="FFFFFF"/>
                </a:solidFill>
                <a:latin typeface="Times New Roman"/>
                <a:cs typeface="Times New Roman"/>
              </a:rPr>
              <a:t>LT;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66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(RELOP);}</a:t>
            </a:r>
            <a:endParaRPr sz="22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66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{yyIvaI = 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LE;</a:t>
            </a:r>
            <a:r>
              <a:rPr dirty="0" sz="2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66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(RELOP);}</a:t>
            </a:r>
            <a:endParaRPr sz="22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{yyIvaI = 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EQ;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66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(RELOP);}</a:t>
            </a:r>
            <a:endParaRPr sz="22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{yyIvaI = NE; </a:t>
            </a:r>
            <a:r>
              <a:rPr dirty="0" sz="2200" spc="-10" b="1">
                <a:solidFill>
                  <a:srgbClr val="66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(RELOP);}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{yyIvaI = 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GT;</a:t>
            </a:r>
            <a:r>
              <a:rPr dirty="0" sz="22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66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(RELOP);}</a:t>
            </a:r>
            <a:endParaRPr sz="22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{yyIvaI = 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GE;</a:t>
            </a:r>
            <a:r>
              <a:rPr dirty="0" sz="22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66FFFF"/>
                </a:solidFill>
                <a:latin typeface="Times New Roman"/>
                <a:cs typeface="Times New Roman"/>
              </a:rPr>
              <a:t>return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(RELOP);}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4041" y="735863"/>
            <a:ext cx="1190625" cy="547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40080">
              <a:lnSpc>
                <a:spcPct val="125000"/>
              </a:lnSpc>
              <a:spcBef>
                <a:spcPts val="10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{ws} 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if 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then 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else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{id}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{number}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"&lt;"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"&lt;="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"="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"&lt;&gt;"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"&gt;"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"&gt;="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%%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224536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	</a:t>
            </a: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4541" y="680999"/>
            <a:ext cx="7165975" cy="5005705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install_id()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/* </a:t>
            </a:r>
            <a:r>
              <a:rPr dirty="0" sz="2200" spc="-15" b="1">
                <a:solidFill>
                  <a:srgbClr val="FFFFFF"/>
                </a:solidFill>
                <a:latin typeface="Times New Roman"/>
                <a:cs typeface="Times New Roman"/>
              </a:rPr>
              <a:t>procedure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to install the lexeme, whose</a:t>
            </a:r>
            <a:r>
              <a:rPr dirty="0" sz="2200" spc="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endParaRPr sz="2200">
              <a:latin typeface="Times New Roman"/>
              <a:cs typeface="Times New Roman"/>
            </a:endParaRPr>
          </a:p>
          <a:p>
            <a:pPr marL="220979" marR="1652905" indent="69850">
              <a:lnSpc>
                <a:spcPct val="135000"/>
              </a:lnSpc>
              <a:spcBef>
                <a:spcPts val="5"/>
              </a:spcBef>
              <a:tabLst>
                <a:tab pos="4775835" algn="l"/>
              </a:tabLst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char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cter</a:t>
            </a:r>
            <a:r>
              <a:rPr dirty="0" sz="22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printed</a:t>
            </a:r>
            <a:r>
              <a:rPr dirty="0" sz="22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2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r>
              <a:rPr dirty="0" sz="22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whose 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length is yyleng, into the symbol table and  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return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a pointer </a:t>
            </a:r>
            <a:r>
              <a:rPr dirty="0" sz="2200" spc="-10" b="1">
                <a:solidFill>
                  <a:srgbClr val="FFFFFF"/>
                </a:solidFill>
                <a:latin typeface="Times New Roman"/>
                <a:cs typeface="Times New Roman"/>
              </a:rPr>
              <a:t>thereto</a:t>
            </a:r>
            <a:r>
              <a:rPr dirty="0" sz="22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*/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2200" spc="-5" b="1">
                <a:solidFill>
                  <a:srgbClr val="FFFF00"/>
                </a:solidFill>
                <a:latin typeface="Times New Roman"/>
                <a:cs typeface="Times New Roman"/>
              </a:rPr>
              <a:t>install_num()</a:t>
            </a:r>
            <a:endParaRPr sz="22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92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  <a:spcBef>
                <a:spcPts val="92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/* simllar </a:t>
            </a:r>
            <a:r>
              <a:rPr dirty="0" sz="2200" spc="-15" b="1">
                <a:solidFill>
                  <a:srgbClr val="FFFFFF"/>
                </a:solidFill>
                <a:latin typeface="Times New Roman"/>
                <a:cs typeface="Times New Roman"/>
              </a:rPr>
              <a:t>procedure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to install alexeme that is a number</a:t>
            </a:r>
            <a:r>
              <a:rPr dirty="0" sz="2200" spc="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*/</a:t>
            </a:r>
            <a:endParaRPr sz="22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925"/>
              </a:spcBef>
            </a:pP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224536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	</a:t>
            </a: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831" y="787654"/>
            <a:ext cx="8108315" cy="5499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词法分析器产生器的实现</a:t>
            </a:r>
            <a:endParaRPr sz="2800">
              <a:latin typeface="宋体"/>
              <a:cs typeface="宋体"/>
            </a:endParaRPr>
          </a:p>
          <a:p>
            <a:pPr marL="116205">
              <a:lnSpc>
                <a:spcPct val="100000"/>
              </a:lnSpc>
              <a:spcBef>
                <a:spcPts val="2505"/>
              </a:spcBef>
              <a:tabLst>
                <a:tab pos="652780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⑴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源程序识别规则中的每个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-24305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构造一个相应的</a:t>
            </a:r>
            <a:endParaRPr sz="2400">
              <a:latin typeface="宋体"/>
              <a:cs typeface="宋体"/>
            </a:endParaRPr>
          </a:p>
          <a:p>
            <a:pPr marL="648335">
              <a:lnSpc>
                <a:spcPct val="100000"/>
              </a:lnSpc>
              <a:spcBef>
                <a:spcPts val="1440"/>
              </a:spcBef>
              <a:tabLst>
                <a:tab pos="1388745" algn="l"/>
              </a:tabLst>
            </a:pP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NFA	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24305" sz="2400" spc="7" b="1">
                <a:solidFill>
                  <a:srgbClr val="FFFFFF"/>
                </a:solidFill>
                <a:latin typeface="宋体"/>
                <a:cs typeface="宋体"/>
              </a:rPr>
              <a:t>i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538480" marR="43180" indent="-462280">
              <a:lnSpc>
                <a:spcPts val="4320"/>
              </a:lnSpc>
              <a:spcBef>
                <a:spcPts val="110"/>
              </a:spcBef>
              <a:tabLst>
                <a:tab pos="4777105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⑵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 引入惟一初态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从初态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通过ε弧将所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NFA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-24305" sz="2400" spc="-7" b="1">
                <a:solidFill>
                  <a:srgbClr val="FFFFFF"/>
                </a:solidFill>
                <a:latin typeface="宋体"/>
                <a:cs typeface="宋体"/>
              </a:rPr>
              <a:t>i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i=1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...,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)连接成新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NFA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M'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⑴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⑵两步实际是完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成从正规式到非确定有限自动机的构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，其算法为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552450" marR="431165" indent="-462280">
              <a:lnSpc>
                <a:spcPts val="4320"/>
              </a:lnSpc>
              <a:spcBef>
                <a:spcPts val="229"/>
              </a:spcBef>
              <a:tabLst>
                <a:tab pos="1598295" algn="l"/>
                <a:tab pos="4624070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⑶</a:t>
            </a:r>
            <a:r>
              <a:rPr dirty="0" sz="2400" spc="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spc="-19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M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确定化，产生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400" spc="-18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M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，实现此步变换的算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法为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76835">
              <a:lnSpc>
                <a:spcPct val="100000"/>
              </a:lnSpc>
              <a:spcBef>
                <a:spcPts val="790"/>
              </a:spcBef>
              <a:tabLst>
                <a:tab pos="1277620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⑷</a:t>
            </a:r>
            <a:r>
              <a:rPr dirty="0" sz="2400" spc="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65" b="1">
                <a:solidFill>
                  <a:srgbClr val="FFFFFF"/>
                </a:solidFill>
                <a:latin typeface="Times New Roman"/>
                <a:cs typeface="Times New Roman"/>
              </a:rPr>
              <a:t>DFA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化简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 其算法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400" spc="-35" b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76835">
              <a:lnSpc>
                <a:spcPct val="100000"/>
              </a:lnSpc>
              <a:spcBef>
                <a:spcPts val="155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⑸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给出总控程序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224536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	</a:t>
            </a: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56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039" y="454949"/>
            <a:ext cx="8533765" cy="4312285"/>
          </a:xfrm>
          <a:prstGeom prst="rect">
            <a:avLst/>
          </a:prstGeom>
        </p:spPr>
        <p:txBody>
          <a:bodyPr wrap="square" lIns="0" tIns="303530" rIns="0" bIns="0" rtlCol="0" vert="horz">
            <a:spAutoFit/>
          </a:bodyPr>
          <a:lstStyle/>
          <a:p>
            <a:pPr algn="just" marL="320675" indent="-308610">
              <a:lnSpc>
                <a:spcPct val="100000"/>
              </a:lnSpc>
              <a:spcBef>
                <a:spcPts val="2390"/>
              </a:spcBef>
              <a:buClr>
                <a:srgbClr val="66FFFF"/>
              </a:buClr>
              <a:buSzPct val="133928"/>
              <a:buFont typeface="Wingdings"/>
              <a:buChar char=""/>
              <a:tabLst>
                <a:tab pos="321310" algn="l"/>
              </a:tabLst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3.2(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总控算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法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algn="just" marL="317500" marR="3766185">
              <a:lnSpc>
                <a:spcPct val="135100"/>
              </a:lnSpc>
              <a:spcBef>
                <a:spcPts val="15"/>
              </a:spcBef>
            </a:pPr>
            <a:r>
              <a:rPr dirty="0" sz="2400" b="1">
                <a:solidFill>
                  <a:srgbClr val="FFCCFF"/>
                </a:solidFill>
                <a:latin typeface="宋体"/>
                <a:cs typeface="宋体"/>
              </a:rPr>
              <a:t>输</a:t>
            </a:r>
            <a:r>
              <a:rPr dirty="0" sz="2400" spc="-10" b="1">
                <a:solidFill>
                  <a:srgbClr val="FFCCFF"/>
                </a:solidFill>
                <a:latin typeface="宋体"/>
                <a:cs typeface="宋体"/>
              </a:rPr>
              <a:t>入</a:t>
            </a:r>
            <a:r>
              <a:rPr dirty="0" sz="2400" spc="-645" b="1">
                <a:solidFill>
                  <a:srgbClr val="FFCC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CCFF"/>
                </a:solidFill>
                <a:latin typeface="宋体"/>
                <a:cs typeface="宋体"/>
              </a:rPr>
              <a:t>：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字符串形式的源程序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400" spc="-6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400" b="1">
                <a:solidFill>
                  <a:srgbClr val="FFCCFF"/>
                </a:solidFill>
                <a:latin typeface="宋体"/>
                <a:cs typeface="宋体"/>
              </a:rPr>
              <a:t>输出</a:t>
            </a:r>
            <a:r>
              <a:rPr dirty="0" sz="2400" spc="-10" b="1">
                <a:solidFill>
                  <a:srgbClr val="FFCCFF"/>
                </a:solidFill>
                <a:latin typeface="宋体"/>
                <a:cs typeface="宋体"/>
              </a:rPr>
              <a:t>：</a:t>
            </a:r>
            <a:r>
              <a:rPr dirty="0" sz="2400" spc="-645" b="1">
                <a:solidFill>
                  <a:srgbClr val="FFCC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源程序单词的属性字流；  </a:t>
            </a:r>
            <a:r>
              <a:rPr dirty="0" sz="2400" b="1">
                <a:solidFill>
                  <a:srgbClr val="FFCCFF"/>
                </a:solidFill>
                <a:latin typeface="宋体"/>
                <a:cs typeface="宋体"/>
              </a:rPr>
              <a:t>算法：</a:t>
            </a:r>
            <a:endParaRPr sz="2400">
              <a:latin typeface="宋体"/>
              <a:cs typeface="宋体"/>
            </a:endParaRPr>
          </a:p>
          <a:p>
            <a:pPr algn="just" marL="88265">
              <a:lnSpc>
                <a:spcPct val="100000"/>
              </a:lnSpc>
              <a:spcBef>
                <a:spcPts val="1005"/>
              </a:spcBef>
            </a:pP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/*</a:t>
            </a: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I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当前状态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400" spc="-5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当前输入字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符</a:t>
            </a:r>
            <a:r>
              <a:rPr dirty="0" sz="2400" spc="-6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r>
              <a:rPr dirty="0" sz="2400" spc="-7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 spc="-1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—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字符串寄存器；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925"/>
              </a:spcBef>
              <a:tabLst>
                <a:tab pos="1187450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①	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I=0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A=</a:t>
            </a:r>
            <a:r>
              <a:rPr dirty="0" sz="2400" spc="-5" b="1">
                <a:solidFill>
                  <a:srgbClr val="FFFFFF"/>
                </a:solidFill>
                <a:latin typeface="Courier New"/>
                <a:cs typeface="Courier New"/>
              </a:rPr>
              <a:t>‘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空’；</a:t>
            </a:r>
            <a:endParaRPr sz="2400">
              <a:latin typeface="宋体"/>
              <a:cs typeface="宋体"/>
            </a:endParaRPr>
          </a:p>
          <a:p>
            <a:pPr marL="628650">
              <a:lnSpc>
                <a:spcPct val="100000"/>
              </a:lnSpc>
              <a:spcBef>
                <a:spcPts val="1525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如果是终态则转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向</a:t>
            </a:r>
            <a:r>
              <a:rPr dirty="0" sz="2400" spc="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⑤，否则向下；</a:t>
            </a:r>
            <a:endParaRPr sz="2400">
              <a:latin typeface="宋体"/>
              <a:cs typeface="宋体"/>
            </a:endParaRPr>
          </a:p>
          <a:p>
            <a:pPr marL="628650">
              <a:lnSpc>
                <a:spcPct val="100000"/>
              </a:lnSpc>
              <a:spcBef>
                <a:spcPts val="144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当前读入字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400" spc="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=&gt;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2419" y="4954600"/>
            <a:ext cx="38106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38220" algn="l"/>
              </a:tabLst>
            </a:pPr>
            <a:r>
              <a:rPr dirty="0" sz="2000" spc="10" b="1">
                <a:solidFill>
                  <a:srgbClr val="FFFF00"/>
                </a:solidFill>
                <a:latin typeface="宋体"/>
                <a:cs typeface="宋体"/>
              </a:rPr>
              <a:t>/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*</a:t>
            </a:r>
            <a:r>
              <a:rPr dirty="0" sz="2000" spc="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送（</a:t>
            </a:r>
            <a:r>
              <a:rPr dirty="0" sz="2000" spc="-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0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）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的后继状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态</a:t>
            </a:r>
            <a:r>
              <a:rPr dirty="0" sz="2000" spc="-2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10" b="1">
                <a:solidFill>
                  <a:srgbClr val="FFFF00"/>
                </a:solidFill>
                <a:latin typeface="宋体"/>
                <a:cs typeface="宋体"/>
              </a:rPr>
              <a:t>=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&gt;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FFFF00"/>
                </a:solidFill>
                <a:latin typeface="宋体"/>
                <a:cs typeface="宋体"/>
              </a:rPr>
              <a:t>*/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5039" y="4701144"/>
            <a:ext cx="2856230" cy="1163955"/>
          </a:xfrm>
          <a:prstGeom prst="rect">
            <a:avLst/>
          </a:prstGeom>
        </p:spPr>
        <p:txBody>
          <a:bodyPr wrap="square" lIns="0" tIns="215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0"/>
              </a:spcBef>
              <a:tabLst>
                <a:tab pos="577850" algn="l"/>
              </a:tabLst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④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I=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I(a)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523240">
              <a:lnSpc>
                <a:spcPct val="100000"/>
              </a:lnSpc>
              <a:spcBef>
                <a:spcPts val="1600"/>
              </a:spcBef>
              <a:tabLst>
                <a:tab pos="223139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A=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+a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6886" y="5523687"/>
            <a:ext cx="27311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00"/>
                </a:solidFill>
                <a:latin typeface="宋体"/>
                <a:cs typeface="宋体"/>
              </a:rPr>
              <a:t>/*</a:t>
            </a:r>
            <a:r>
              <a:rPr dirty="0" sz="2000" spc="-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“+”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是指字符连</a:t>
            </a:r>
            <a:r>
              <a:rPr dirty="0" sz="2000" spc="-5" b="1">
                <a:solidFill>
                  <a:srgbClr val="FFFF00"/>
                </a:solidFill>
                <a:latin typeface="宋体"/>
                <a:cs typeface="宋体"/>
              </a:rPr>
              <a:t>接</a:t>
            </a:r>
            <a:r>
              <a:rPr dirty="0" sz="2000" spc="-6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000" spc="5" b="1">
                <a:solidFill>
                  <a:srgbClr val="FFFF00"/>
                </a:solidFill>
                <a:latin typeface="宋体"/>
                <a:cs typeface="宋体"/>
              </a:rPr>
              <a:t>*/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5039" y="6021730"/>
            <a:ext cx="34613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⑤</a:t>
            </a:r>
            <a:r>
              <a:rPr dirty="0" sz="2400" spc="-6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处理识别单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224536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	</a:t>
            </a: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0342" y="0"/>
            <a:ext cx="8310880" cy="394271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algn="ctr" marL="335280">
              <a:lnSpc>
                <a:spcPct val="100000"/>
              </a:lnSpc>
              <a:spcBef>
                <a:spcPts val="1095"/>
              </a:spcBef>
              <a:tabLst>
                <a:tab pos="25654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45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华文新魏"/>
              <a:cs typeface="华文新魏"/>
            </a:endParaRPr>
          </a:p>
          <a:p>
            <a:pPr marL="320040" indent="-307975">
              <a:lnSpc>
                <a:spcPct val="100000"/>
              </a:lnSpc>
              <a:buClr>
                <a:srgbClr val="66FFFF"/>
              </a:buClr>
              <a:buSzPct val="133928"/>
              <a:buFont typeface="Wingdings"/>
              <a:buChar char=""/>
              <a:tabLst>
                <a:tab pos="32067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算法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3.2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的问题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u="heavy" sz="2800" spc="-5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3" action="ppaction://hlinksldjump"/>
              </a:rPr>
              <a:t>单词识别的二义</a:t>
            </a:r>
            <a:r>
              <a:rPr dirty="0" u="heavy" sz="2800" spc="5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3" action="ppaction://hlinksldjump"/>
              </a:rPr>
              <a:t>问</a:t>
            </a:r>
            <a:r>
              <a:rPr dirty="0" u="heavy" sz="2800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3" action="ppaction://hlinksldjump"/>
              </a:rPr>
              <a:t>题</a:t>
            </a:r>
            <a:r>
              <a:rPr dirty="0" u="heavy" sz="2800" spc="-15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4" action="ppaction://hlinksldjump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5080" indent="533400">
              <a:lnSpc>
                <a:spcPct val="15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该算法不能识别单词的最长子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匹配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遇到 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的终态时，应继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续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前进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直到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无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进为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止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（即 当前状态与当前输入字符序偶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转换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无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继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宋体"/>
              <a:cs typeface="宋体"/>
            </a:endParaRPr>
          </a:p>
          <a:p>
            <a:pPr marL="19050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例如，设有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如下。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试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识别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输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25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aabaabbbb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9461" y="50558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599"/>
                </a:moveTo>
                <a:lnTo>
                  <a:pt x="4644" y="182533"/>
                </a:lnTo>
                <a:lnTo>
                  <a:pt x="17964" y="139624"/>
                </a:lnTo>
                <a:lnTo>
                  <a:pt x="39041" y="100793"/>
                </a:lnTo>
                <a:lnTo>
                  <a:pt x="66955" y="66960"/>
                </a:lnTo>
                <a:lnTo>
                  <a:pt x="100788" y="39045"/>
                </a:lnTo>
                <a:lnTo>
                  <a:pt x="139619" y="17966"/>
                </a:lnTo>
                <a:lnTo>
                  <a:pt x="182529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599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199"/>
                </a:lnTo>
                <a:lnTo>
                  <a:pt x="182529" y="452555"/>
                </a:lnTo>
                <a:lnTo>
                  <a:pt x="139619" y="439233"/>
                </a:lnTo>
                <a:lnTo>
                  <a:pt x="100788" y="418154"/>
                </a:lnTo>
                <a:lnTo>
                  <a:pt x="66955" y="390239"/>
                </a:lnTo>
                <a:lnTo>
                  <a:pt x="39041" y="356406"/>
                </a:lnTo>
                <a:lnTo>
                  <a:pt x="17964" y="317575"/>
                </a:lnTo>
                <a:lnTo>
                  <a:pt x="4644" y="274666"/>
                </a:lnTo>
                <a:lnTo>
                  <a:pt x="0" y="228599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8704" y="5077790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13254" y="43822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53461" y="440512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13254" y="56654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599"/>
                </a:moveTo>
                <a:lnTo>
                  <a:pt x="4644" y="182529"/>
                </a:lnTo>
                <a:lnTo>
                  <a:pt x="17966" y="139619"/>
                </a:lnTo>
                <a:lnTo>
                  <a:pt x="39045" y="100788"/>
                </a:lnTo>
                <a:lnTo>
                  <a:pt x="66960" y="66955"/>
                </a:lnTo>
                <a:lnTo>
                  <a:pt x="100793" y="39041"/>
                </a:lnTo>
                <a:lnTo>
                  <a:pt x="139624" y="17964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4"/>
                </a:lnTo>
                <a:lnTo>
                  <a:pt x="356406" y="39041"/>
                </a:lnTo>
                <a:lnTo>
                  <a:pt x="390239" y="66955"/>
                </a:lnTo>
                <a:lnTo>
                  <a:pt x="418154" y="100788"/>
                </a:lnTo>
                <a:lnTo>
                  <a:pt x="439233" y="139619"/>
                </a:lnTo>
                <a:lnTo>
                  <a:pt x="452555" y="182529"/>
                </a:lnTo>
                <a:lnTo>
                  <a:pt x="457200" y="228599"/>
                </a:lnTo>
                <a:lnTo>
                  <a:pt x="452555" y="274670"/>
                </a:lnTo>
                <a:lnTo>
                  <a:pt x="439233" y="317580"/>
                </a:lnTo>
                <a:lnTo>
                  <a:pt x="418154" y="356411"/>
                </a:lnTo>
                <a:lnTo>
                  <a:pt x="390239" y="390244"/>
                </a:lnTo>
                <a:lnTo>
                  <a:pt x="356406" y="418158"/>
                </a:lnTo>
                <a:lnTo>
                  <a:pt x="317575" y="439235"/>
                </a:lnTo>
                <a:lnTo>
                  <a:pt x="274666" y="452555"/>
                </a:lnTo>
                <a:lnTo>
                  <a:pt x="228600" y="457199"/>
                </a:lnTo>
                <a:lnTo>
                  <a:pt x="182533" y="452555"/>
                </a:lnTo>
                <a:lnTo>
                  <a:pt x="139624" y="439235"/>
                </a:lnTo>
                <a:lnTo>
                  <a:pt x="100793" y="418158"/>
                </a:lnTo>
                <a:lnTo>
                  <a:pt x="66960" y="390244"/>
                </a:lnTo>
                <a:lnTo>
                  <a:pt x="39045" y="356411"/>
                </a:lnTo>
                <a:lnTo>
                  <a:pt x="17966" y="317580"/>
                </a:lnTo>
                <a:lnTo>
                  <a:pt x="4644" y="274670"/>
                </a:lnTo>
                <a:lnTo>
                  <a:pt x="0" y="228599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553461" y="568797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37054" y="4306061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5" h="611504">
                <a:moveTo>
                  <a:pt x="0" y="305562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2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3" y="305562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2" y="611124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2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50970" y="50314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090161" y="505434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74770" y="4955285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4" h="611504">
                <a:moveTo>
                  <a:pt x="0" y="305561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2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4" y="305561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2" y="611123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1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14017" y="4661153"/>
            <a:ext cx="937260" cy="488315"/>
          </a:xfrm>
          <a:custGeom>
            <a:avLst/>
            <a:gdLst/>
            <a:ahLst/>
            <a:cxnLst/>
            <a:rect l="l" t="t" r="r" b="b"/>
            <a:pathLst>
              <a:path w="937260" h="488314">
                <a:moveTo>
                  <a:pt x="758273" y="69170"/>
                </a:moveTo>
                <a:lnTo>
                  <a:pt x="0" y="453898"/>
                </a:lnTo>
                <a:lnTo>
                  <a:pt x="17271" y="487934"/>
                </a:lnTo>
                <a:lnTo>
                  <a:pt x="775529" y="103215"/>
                </a:lnTo>
                <a:lnTo>
                  <a:pt x="758273" y="69170"/>
                </a:lnTo>
                <a:close/>
              </a:path>
              <a:path w="937260" h="488314">
                <a:moveTo>
                  <a:pt x="873144" y="60579"/>
                </a:moveTo>
                <a:lnTo>
                  <a:pt x="775207" y="60579"/>
                </a:lnTo>
                <a:lnTo>
                  <a:pt x="792480" y="94615"/>
                </a:lnTo>
                <a:lnTo>
                  <a:pt x="775529" y="103215"/>
                </a:lnTo>
                <a:lnTo>
                  <a:pt x="792733" y="137160"/>
                </a:lnTo>
                <a:lnTo>
                  <a:pt x="873144" y="60579"/>
                </a:lnTo>
                <a:close/>
              </a:path>
              <a:path w="937260" h="488314">
                <a:moveTo>
                  <a:pt x="775207" y="60579"/>
                </a:moveTo>
                <a:lnTo>
                  <a:pt x="758273" y="69170"/>
                </a:lnTo>
                <a:lnTo>
                  <a:pt x="775529" y="103215"/>
                </a:lnTo>
                <a:lnTo>
                  <a:pt x="792480" y="94615"/>
                </a:lnTo>
                <a:lnTo>
                  <a:pt x="775207" y="60579"/>
                </a:lnTo>
                <a:close/>
              </a:path>
              <a:path w="937260" h="488314">
                <a:moveTo>
                  <a:pt x="936751" y="0"/>
                </a:moveTo>
                <a:lnTo>
                  <a:pt x="741044" y="35179"/>
                </a:lnTo>
                <a:lnTo>
                  <a:pt x="758273" y="69170"/>
                </a:lnTo>
                <a:lnTo>
                  <a:pt x="775207" y="60579"/>
                </a:lnTo>
                <a:lnTo>
                  <a:pt x="873144" y="60579"/>
                </a:lnTo>
                <a:lnTo>
                  <a:pt x="936751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75660" y="5354573"/>
            <a:ext cx="1011555" cy="518795"/>
          </a:xfrm>
          <a:custGeom>
            <a:avLst/>
            <a:gdLst/>
            <a:ahLst/>
            <a:cxnLst/>
            <a:rect l="l" t="t" r="r" b="b"/>
            <a:pathLst>
              <a:path w="1011554" h="518795">
                <a:moveTo>
                  <a:pt x="832425" y="68164"/>
                </a:moveTo>
                <a:lnTo>
                  <a:pt x="0" y="484352"/>
                </a:lnTo>
                <a:lnTo>
                  <a:pt x="17018" y="518439"/>
                </a:lnTo>
                <a:lnTo>
                  <a:pt x="849485" y="102242"/>
                </a:lnTo>
                <a:lnTo>
                  <a:pt x="832425" y="68164"/>
                </a:lnTo>
                <a:close/>
              </a:path>
              <a:path w="1011554" h="518795">
                <a:moveTo>
                  <a:pt x="947883" y="59689"/>
                </a:moveTo>
                <a:lnTo>
                  <a:pt x="849376" y="59689"/>
                </a:lnTo>
                <a:lnTo>
                  <a:pt x="866521" y="93725"/>
                </a:lnTo>
                <a:lnTo>
                  <a:pt x="849485" y="102242"/>
                </a:lnTo>
                <a:lnTo>
                  <a:pt x="866521" y="136270"/>
                </a:lnTo>
                <a:lnTo>
                  <a:pt x="947883" y="59689"/>
                </a:lnTo>
                <a:close/>
              </a:path>
              <a:path w="1011554" h="518795">
                <a:moveTo>
                  <a:pt x="849376" y="59689"/>
                </a:moveTo>
                <a:lnTo>
                  <a:pt x="832425" y="68164"/>
                </a:lnTo>
                <a:lnTo>
                  <a:pt x="849485" y="102242"/>
                </a:lnTo>
                <a:lnTo>
                  <a:pt x="866521" y="93725"/>
                </a:lnTo>
                <a:lnTo>
                  <a:pt x="849376" y="59689"/>
                </a:lnTo>
                <a:close/>
              </a:path>
              <a:path w="1011554" h="518795">
                <a:moveTo>
                  <a:pt x="1011301" y="0"/>
                </a:moveTo>
                <a:lnTo>
                  <a:pt x="815339" y="34035"/>
                </a:lnTo>
                <a:lnTo>
                  <a:pt x="832425" y="68164"/>
                </a:lnTo>
                <a:lnTo>
                  <a:pt x="849376" y="59689"/>
                </a:lnTo>
                <a:lnTo>
                  <a:pt x="947883" y="59689"/>
                </a:lnTo>
                <a:lnTo>
                  <a:pt x="1011301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598420" y="4917185"/>
            <a:ext cx="114300" cy="748665"/>
          </a:xfrm>
          <a:custGeom>
            <a:avLst/>
            <a:gdLst/>
            <a:ahLst/>
            <a:cxnLst/>
            <a:rect l="l" t="t" r="r" b="b"/>
            <a:pathLst>
              <a:path w="114300" h="748664">
                <a:moveTo>
                  <a:pt x="38100" y="557783"/>
                </a:moveTo>
                <a:lnTo>
                  <a:pt x="0" y="557783"/>
                </a:lnTo>
                <a:lnTo>
                  <a:pt x="57150" y="748283"/>
                </a:lnTo>
                <a:lnTo>
                  <a:pt x="108585" y="576833"/>
                </a:lnTo>
                <a:lnTo>
                  <a:pt x="38100" y="576833"/>
                </a:lnTo>
                <a:lnTo>
                  <a:pt x="38100" y="557783"/>
                </a:lnTo>
                <a:close/>
              </a:path>
              <a:path w="114300" h="748664">
                <a:moveTo>
                  <a:pt x="76200" y="0"/>
                </a:moveTo>
                <a:lnTo>
                  <a:pt x="38100" y="0"/>
                </a:lnTo>
                <a:lnTo>
                  <a:pt x="38100" y="576833"/>
                </a:lnTo>
                <a:lnTo>
                  <a:pt x="76200" y="576833"/>
                </a:lnTo>
                <a:lnTo>
                  <a:pt x="76200" y="0"/>
                </a:lnTo>
                <a:close/>
              </a:path>
              <a:path w="114300" h="748664">
                <a:moveTo>
                  <a:pt x="114300" y="557783"/>
                </a:moveTo>
                <a:lnTo>
                  <a:pt x="76200" y="557783"/>
                </a:lnTo>
                <a:lnTo>
                  <a:pt x="76200" y="576833"/>
                </a:lnTo>
                <a:lnTo>
                  <a:pt x="108585" y="576833"/>
                </a:lnTo>
                <a:lnTo>
                  <a:pt x="114300" y="557783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66850" y="5433186"/>
            <a:ext cx="934719" cy="422909"/>
          </a:xfrm>
          <a:custGeom>
            <a:avLst/>
            <a:gdLst/>
            <a:ahLst/>
            <a:cxnLst/>
            <a:rect l="l" t="t" r="r" b="b"/>
            <a:pathLst>
              <a:path w="934719" h="422910">
                <a:moveTo>
                  <a:pt x="752014" y="363864"/>
                </a:moveTo>
                <a:lnTo>
                  <a:pt x="736726" y="398779"/>
                </a:lnTo>
                <a:lnTo>
                  <a:pt x="934212" y="422782"/>
                </a:lnTo>
                <a:lnTo>
                  <a:pt x="873811" y="371513"/>
                </a:lnTo>
                <a:lnTo>
                  <a:pt x="769493" y="371513"/>
                </a:lnTo>
                <a:lnTo>
                  <a:pt x="752014" y="363864"/>
                </a:lnTo>
                <a:close/>
              </a:path>
              <a:path w="934719" h="422910">
                <a:moveTo>
                  <a:pt x="767287" y="328981"/>
                </a:moveTo>
                <a:lnTo>
                  <a:pt x="752014" y="363864"/>
                </a:lnTo>
                <a:lnTo>
                  <a:pt x="769493" y="371513"/>
                </a:lnTo>
                <a:lnTo>
                  <a:pt x="784732" y="336613"/>
                </a:lnTo>
                <a:lnTo>
                  <a:pt x="767287" y="328981"/>
                </a:lnTo>
                <a:close/>
              </a:path>
              <a:path w="934719" h="422910">
                <a:moveTo>
                  <a:pt x="782574" y="294068"/>
                </a:moveTo>
                <a:lnTo>
                  <a:pt x="767287" y="328981"/>
                </a:lnTo>
                <a:lnTo>
                  <a:pt x="784732" y="336613"/>
                </a:lnTo>
                <a:lnTo>
                  <a:pt x="769493" y="371513"/>
                </a:lnTo>
                <a:lnTo>
                  <a:pt x="873811" y="371513"/>
                </a:lnTo>
                <a:lnTo>
                  <a:pt x="782574" y="294068"/>
                </a:lnTo>
                <a:close/>
              </a:path>
              <a:path w="934719" h="422910">
                <a:moveTo>
                  <a:pt x="15240" y="0"/>
                </a:moveTo>
                <a:lnTo>
                  <a:pt x="0" y="34797"/>
                </a:lnTo>
                <a:lnTo>
                  <a:pt x="752014" y="363864"/>
                </a:lnTo>
                <a:lnTo>
                  <a:pt x="767287" y="328981"/>
                </a:lnTo>
                <a:lnTo>
                  <a:pt x="1524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48177" y="4648961"/>
            <a:ext cx="996315" cy="410845"/>
          </a:xfrm>
          <a:custGeom>
            <a:avLst/>
            <a:gdLst/>
            <a:ahLst/>
            <a:cxnLst/>
            <a:rect l="l" t="t" r="r" b="b"/>
            <a:pathLst>
              <a:path w="996314" h="410845">
                <a:moveTo>
                  <a:pt x="184076" y="52634"/>
                </a:moveTo>
                <a:lnTo>
                  <a:pt x="170002" y="88072"/>
                </a:lnTo>
                <a:lnTo>
                  <a:pt x="982091" y="410844"/>
                </a:lnTo>
                <a:lnTo>
                  <a:pt x="996061" y="375538"/>
                </a:lnTo>
                <a:lnTo>
                  <a:pt x="184076" y="52634"/>
                </a:lnTo>
                <a:close/>
              </a:path>
              <a:path w="996314" h="410845">
                <a:moveTo>
                  <a:pt x="0" y="0"/>
                </a:moveTo>
                <a:lnTo>
                  <a:pt x="155956" y="123443"/>
                </a:lnTo>
                <a:lnTo>
                  <a:pt x="170002" y="88072"/>
                </a:lnTo>
                <a:lnTo>
                  <a:pt x="152273" y="81025"/>
                </a:lnTo>
                <a:lnTo>
                  <a:pt x="166370" y="45593"/>
                </a:lnTo>
                <a:lnTo>
                  <a:pt x="186872" y="45593"/>
                </a:lnTo>
                <a:lnTo>
                  <a:pt x="198120" y="17271"/>
                </a:lnTo>
                <a:lnTo>
                  <a:pt x="0" y="0"/>
                </a:lnTo>
                <a:close/>
              </a:path>
              <a:path w="996314" h="410845">
                <a:moveTo>
                  <a:pt x="166370" y="45593"/>
                </a:moveTo>
                <a:lnTo>
                  <a:pt x="152273" y="81025"/>
                </a:lnTo>
                <a:lnTo>
                  <a:pt x="170002" y="88072"/>
                </a:lnTo>
                <a:lnTo>
                  <a:pt x="184076" y="52634"/>
                </a:lnTo>
                <a:lnTo>
                  <a:pt x="166370" y="45593"/>
                </a:lnTo>
                <a:close/>
              </a:path>
              <a:path w="996314" h="410845">
                <a:moveTo>
                  <a:pt x="186872" y="45593"/>
                </a:moveTo>
                <a:lnTo>
                  <a:pt x="166370" y="45593"/>
                </a:lnTo>
                <a:lnTo>
                  <a:pt x="184076" y="52634"/>
                </a:lnTo>
                <a:lnTo>
                  <a:pt x="186872" y="45593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6354" y="5207508"/>
            <a:ext cx="483234" cy="114300"/>
          </a:xfrm>
          <a:custGeom>
            <a:avLst/>
            <a:gdLst/>
            <a:ahLst/>
            <a:cxnLst/>
            <a:rect l="l" t="t" r="r" b="b"/>
            <a:pathLst>
              <a:path w="483234" h="114300">
                <a:moveTo>
                  <a:pt x="368808" y="0"/>
                </a:moveTo>
                <a:lnTo>
                  <a:pt x="368808" y="114300"/>
                </a:lnTo>
                <a:lnTo>
                  <a:pt x="445008" y="76200"/>
                </a:lnTo>
                <a:lnTo>
                  <a:pt x="387858" y="76200"/>
                </a:lnTo>
                <a:lnTo>
                  <a:pt x="387858" y="38100"/>
                </a:lnTo>
                <a:lnTo>
                  <a:pt x="445008" y="38100"/>
                </a:lnTo>
                <a:lnTo>
                  <a:pt x="368808" y="0"/>
                </a:lnTo>
                <a:close/>
              </a:path>
              <a:path w="483234" h="114300">
                <a:moveTo>
                  <a:pt x="3688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68808" y="76200"/>
                </a:lnTo>
                <a:lnTo>
                  <a:pt x="368808" y="38100"/>
                </a:lnTo>
                <a:close/>
              </a:path>
              <a:path w="483234" h="114300">
                <a:moveTo>
                  <a:pt x="445008" y="38100"/>
                </a:moveTo>
                <a:lnTo>
                  <a:pt x="387858" y="38100"/>
                </a:lnTo>
                <a:lnTo>
                  <a:pt x="387858" y="76200"/>
                </a:lnTo>
                <a:lnTo>
                  <a:pt x="445008" y="76200"/>
                </a:lnTo>
                <a:lnTo>
                  <a:pt x="483108" y="57150"/>
                </a:lnTo>
                <a:lnTo>
                  <a:pt x="445008" y="381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19453" y="5537453"/>
            <a:ext cx="1198245" cy="540385"/>
          </a:xfrm>
          <a:custGeom>
            <a:avLst/>
            <a:gdLst/>
            <a:ahLst/>
            <a:cxnLst/>
            <a:rect l="l" t="t" r="r" b="b"/>
            <a:pathLst>
              <a:path w="1198245" h="540385">
                <a:moveTo>
                  <a:pt x="77404" y="184774"/>
                </a:moveTo>
                <a:lnTo>
                  <a:pt x="39599" y="190808"/>
                </a:lnTo>
                <a:lnTo>
                  <a:pt x="43916" y="206514"/>
                </a:lnTo>
                <a:lnTo>
                  <a:pt x="44386" y="207708"/>
                </a:lnTo>
                <a:lnTo>
                  <a:pt x="67818" y="251053"/>
                </a:lnTo>
                <a:lnTo>
                  <a:pt x="94107" y="290296"/>
                </a:lnTo>
                <a:lnTo>
                  <a:pt x="123190" y="325869"/>
                </a:lnTo>
                <a:lnTo>
                  <a:pt x="154940" y="358013"/>
                </a:lnTo>
                <a:lnTo>
                  <a:pt x="189103" y="386880"/>
                </a:lnTo>
                <a:lnTo>
                  <a:pt x="225425" y="412584"/>
                </a:lnTo>
                <a:lnTo>
                  <a:pt x="263525" y="435356"/>
                </a:lnTo>
                <a:lnTo>
                  <a:pt x="303276" y="455422"/>
                </a:lnTo>
                <a:lnTo>
                  <a:pt x="344551" y="472960"/>
                </a:lnTo>
                <a:lnTo>
                  <a:pt x="408304" y="494995"/>
                </a:lnTo>
                <a:lnTo>
                  <a:pt x="452247" y="507187"/>
                </a:lnTo>
                <a:lnTo>
                  <a:pt x="496823" y="517563"/>
                </a:lnTo>
                <a:lnTo>
                  <a:pt x="542035" y="526376"/>
                </a:lnTo>
                <a:lnTo>
                  <a:pt x="587629" y="533819"/>
                </a:lnTo>
                <a:lnTo>
                  <a:pt x="634365" y="540232"/>
                </a:lnTo>
                <a:lnTo>
                  <a:pt x="635381" y="540283"/>
                </a:lnTo>
                <a:lnTo>
                  <a:pt x="902843" y="531583"/>
                </a:lnTo>
                <a:lnTo>
                  <a:pt x="991997" y="527570"/>
                </a:lnTo>
                <a:lnTo>
                  <a:pt x="1002791" y="527202"/>
                </a:lnTo>
                <a:lnTo>
                  <a:pt x="1014348" y="527011"/>
                </a:lnTo>
                <a:lnTo>
                  <a:pt x="1039876" y="527011"/>
                </a:lnTo>
                <a:lnTo>
                  <a:pt x="1067943" y="526440"/>
                </a:lnTo>
                <a:lnTo>
                  <a:pt x="1111885" y="521944"/>
                </a:lnTo>
                <a:lnTo>
                  <a:pt x="1153795" y="508787"/>
                </a:lnTo>
                <a:lnTo>
                  <a:pt x="1165234" y="502335"/>
                </a:lnTo>
                <a:lnTo>
                  <a:pt x="638429" y="502335"/>
                </a:lnTo>
                <a:lnTo>
                  <a:pt x="635127" y="502170"/>
                </a:lnTo>
                <a:lnTo>
                  <a:pt x="636803" y="502113"/>
                </a:lnTo>
                <a:lnTo>
                  <a:pt x="593725" y="496214"/>
                </a:lnTo>
                <a:lnTo>
                  <a:pt x="549009" y="488911"/>
                </a:lnTo>
                <a:lnTo>
                  <a:pt x="505459" y="480453"/>
                </a:lnTo>
                <a:lnTo>
                  <a:pt x="462407" y="470458"/>
                </a:lnTo>
                <a:lnTo>
                  <a:pt x="420243" y="458825"/>
                </a:lnTo>
                <a:lnTo>
                  <a:pt x="378968" y="445173"/>
                </a:lnTo>
                <a:lnTo>
                  <a:pt x="339090" y="429704"/>
                </a:lnTo>
                <a:lnTo>
                  <a:pt x="300990" y="412064"/>
                </a:lnTo>
                <a:lnTo>
                  <a:pt x="264287" y="391972"/>
                </a:lnTo>
                <a:lnTo>
                  <a:pt x="229743" y="369493"/>
                </a:lnTo>
                <a:lnTo>
                  <a:pt x="196977" y="344335"/>
                </a:lnTo>
                <a:lnTo>
                  <a:pt x="166497" y="316141"/>
                </a:lnTo>
                <a:lnTo>
                  <a:pt x="138430" y="285051"/>
                </a:lnTo>
                <a:lnTo>
                  <a:pt x="112649" y="250672"/>
                </a:lnTo>
                <a:lnTo>
                  <a:pt x="89662" y="212725"/>
                </a:lnTo>
                <a:lnTo>
                  <a:pt x="80695" y="195160"/>
                </a:lnTo>
                <a:lnTo>
                  <a:pt x="80264" y="195160"/>
                </a:lnTo>
                <a:lnTo>
                  <a:pt x="78867" y="191579"/>
                </a:lnTo>
                <a:lnTo>
                  <a:pt x="79278" y="191579"/>
                </a:lnTo>
                <a:lnTo>
                  <a:pt x="77404" y="184774"/>
                </a:lnTo>
                <a:close/>
              </a:path>
              <a:path w="1198245" h="540385">
                <a:moveTo>
                  <a:pt x="636803" y="502113"/>
                </a:moveTo>
                <a:lnTo>
                  <a:pt x="635127" y="502170"/>
                </a:lnTo>
                <a:lnTo>
                  <a:pt x="638429" y="502335"/>
                </a:lnTo>
                <a:lnTo>
                  <a:pt x="636803" y="502113"/>
                </a:lnTo>
                <a:close/>
              </a:path>
              <a:path w="1198245" h="540385">
                <a:moveTo>
                  <a:pt x="1146381" y="469288"/>
                </a:moveTo>
                <a:lnTo>
                  <a:pt x="1106043" y="484276"/>
                </a:lnTo>
                <a:lnTo>
                  <a:pt x="1067054" y="488353"/>
                </a:lnTo>
                <a:lnTo>
                  <a:pt x="1013714" y="488924"/>
                </a:lnTo>
                <a:lnTo>
                  <a:pt x="1001522" y="489115"/>
                </a:lnTo>
                <a:lnTo>
                  <a:pt x="901572" y="493496"/>
                </a:lnTo>
                <a:lnTo>
                  <a:pt x="636803" y="502113"/>
                </a:lnTo>
                <a:lnTo>
                  <a:pt x="638429" y="502335"/>
                </a:lnTo>
                <a:lnTo>
                  <a:pt x="1165234" y="502335"/>
                </a:lnTo>
                <a:lnTo>
                  <a:pt x="1166495" y="501624"/>
                </a:lnTo>
                <a:lnTo>
                  <a:pt x="1167384" y="501154"/>
                </a:lnTo>
                <a:lnTo>
                  <a:pt x="1168146" y="500634"/>
                </a:lnTo>
                <a:lnTo>
                  <a:pt x="1168781" y="500049"/>
                </a:lnTo>
                <a:lnTo>
                  <a:pt x="1178306" y="492531"/>
                </a:lnTo>
                <a:lnTo>
                  <a:pt x="1196274" y="470154"/>
                </a:lnTo>
                <a:lnTo>
                  <a:pt x="1145286" y="470154"/>
                </a:lnTo>
                <a:lnTo>
                  <a:pt x="1146381" y="469288"/>
                </a:lnTo>
                <a:close/>
              </a:path>
              <a:path w="1198245" h="540385">
                <a:moveTo>
                  <a:pt x="1147572" y="468591"/>
                </a:moveTo>
                <a:lnTo>
                  <a:pt x="1146381" y="469288"/>
                </a:lnTo>
                <a:lnTo>
                  <a:pt x="1145286" y="470154"/>
                </a:lnTo>
                <a:lnTo>
                  <a:pt x="1147572" y="468591"/>
                </a:lnTo>
                <a:close/>
              </a:path>
              <a:path w="1198245" h="540385">
                <a:moveTo>
                  <a:pt x="1197252" y="468591"/>
                </a:moveTo>
                <a:lnTo>
                  <a:pt x="1147572" y="468591"/>
                </a:lnTo>
                <a:lnTo>
                  <a:pt x="1145286" y="470154"/>
                </a:lnTo>
                <a:lnTo>
                  <a:pt x="1196274" y="470154"/>
                </a:lnTo>
                <a:lnTo>
                  <a:pt x="1197252" y="468591"/>
                </a:lnTo>
                <a:close/>
              </a:path>
              <a:path w="1198245" h="540385">
                <a:moveTo>
                  <a:pt x="1153241" y="463874"/>
                </a:moveTo>
                <a:lnTo>
                  <a:pt x="1146381" y="469288"/>
                </a:lnTo>
                <a:lnTo>
                  <a:pt x="1147572" y="468591"/>
                </a:lnTo>
                <a:lnTo>
                  <a:pt x="1197252" y="468591"/>
                </a:lnTo>
                <a:lnTo>
                  <a:pt x="1197737" y="467817"/>
                </a:lnTo>
                <a:lnTo>
                  <a:pt x="1192929" y="464794"/>
                </a:lnTo>
                <a:lnTo>
                  <a:pt x="1152398" y="464794"/>
                </a:lnTo>
                <a:lnTo>
                  <a:pt x="1153241" y="463874"/>
                </a:lnTo>
                <a:close/>
              </a:path>
              <a:path w="1198245" h="540385">
                <a:moveTo>
                  <a:pt x="1154811" y="462635"/>
                </a:moveTo>
                <a:lnTo>
                  <a:pt x="1153241" y="463874"/>
                </a:lnTo>
                <a:lnTo>
                  <a:pt x="1152398" y="464794"/>
                </a:lnTo>
                <a:lnTo>
                  <a:pt x="1154811" y="462635"/>
                </a:lnTo>
                <a:close/>
              </a:path>
              <a:path w="1198245" h="540385">
                <a:moveTo>
                  <a:pt x="1189495" y="462635"/>
                </a:moveTo>
                <a:lnTo>
                  <a:pt x="1154811" y="462635"/>
                </a:lnTo>
                <a:lnTo>
                  <a:pt x="1152398" y="464794"/>
                </a:lnTo>
                <a:lnTo>
                  <a:pt x="1192929" y="464794"/>
                </a:lnTo>
                <a:lnTo>
                  <a:pt x="1189495" y="462635"/>
                </a:lnTo>
                <a:close/>
              </a:path>
              <a:path w="1198245" h="540385">
                <a:moveTo>
                  <a:pt x="1159607" y="456929"/>
                </a:moveTo>
                <a:lnTo>
                  <a:pt x="1153241" y="463874"/>
                </a:lnTo>
                <a:lnTo>
                  <a:pt x="1154811" y="462635"/>
                </a:lnTo>
                <a:lnTo>
                  <a:pt x="1189495" y="462635"/>
                </a:lnTo>
                <a:lnTo>
                  <a:pt x="1182607" y="458304"/>
                </a:lnTo>
                <a:lnTo>
                  <a:pt x="1158748" y="458304"/>
                </a:lnTo>
                <a:lnTo>
                  <a:pt x="1159607" y="456929"/>
                </a:lnTo>
                <a:close/>
              </a:path>
              <a:path w="1198245" h="540385">
                <a:moveTo>
                  <a:pt x="1160780" y="455650"/>
                </a:moveTo>
                <a:lnTo>
                  <a:pt x="1159607" y="456929"/>
                </a:lnTo>
                <a:lnTo>
                  <a:pt x="1158748" y="458304"/>
                </a:lnTo>
                <a:lnTo>
                  <a:pt x="1160780" y="455650"/>
                </a:lnTo>
                <a:close/>
              </a:path>
              <a:path w="1198245" h="540385">
                <a:moveTo>
                  <a:pt x="1178386" y="455650"/>
                </a:moveTo>
                <a:lnTo>
                  <a:pt x="1160780" y="455650"/>
                </a:lnTo>
                <a:lnTo>
                  <a:pt x="1158748" y="458304"/>
                </a:lnTo>
                <a:lnTo>
                  <a:pt x="1182607" y="458304"/>
                </a:lnTo>
                <a:lnTo>
                  <a:pt x="1178386" y="455650"/>
                </a:lnTo>
                <a:close/>
              </a:path>
              <a:path w="1198245" h="540385">
                <a:moveTo>
                  <a:pt x="1165479" y="447535"/>
                </a:moveTo>
                <a:lnTo>
                  <a:pt x="1159607" y="456929"/>
                </a:lnTo>
                <a:lnTo>
                  <a:pt x="1160780" y="455650"/>
                </a:lnTo>
                <a:lnTo>
                  <a:pt x="1178386" y="455650"/>
                </a:lnTo>
                <a:lnTo>
                  <a:pt x="1165479" y="447535"/>
                </a:lnTo>
                <a:close/>
              </a:path>
              <a:path w="1198245" h="540385">
                <a:moveTo>
                  <a:pt x="26415" y="0"/>
                </a:moveTo>
                <a:lnTo>
                  <a:pt x="0" y="197129"/>
                </a:lnTo>
                <a:lnTo>
                  <a:pt x="39599" y="190808"/>
                </a:lnTo>
                <a:lnTo>
                  <a:pt x="35077" y="174358"/>
                </a:lnTo>
                <a:lnTo>
                  <a:pt x="71755" y="164249"/>
                </a:lnTo>
                <a:lnTo>
                  <a:pt x="105727" y="164249"/>
                </a:lnTo>
                <a:lnTo>
                  <a:pt x="26415" y="0"/>
                </a:lnTo>
                <a:close/>
              </a:path>
              <a:path w="1198245" h="540385">
                <a:moveTo>
                  <a:pt x="78867" y="191579"/>
                </a:moveTo>
                <a:lnTo>
                  <a:pt x="80264" y="195160"/>
                </a:lnTo>
                <a:lnTo>
                  <a:pt x="79759" y="193327"/>
                </a:lnTo>
                <a:lnTo>
                  <a:pt x="78867" y="191579"/>
                </a:lnTo>
                <a:close/>
              </a:path>
              <a:path w="1198245" h="540385">
                <a:moveTo>
                  <a:pt x="79759" y="193327"/>
                </a:moveTo>
                <a:lnTo>
                  <a:pt x="80264" y="195160"/>
                </a:lnTo>
                <a:lnTo>
                  <a:pt x="80695" y="195160"/>
                </a:lnTo>
                <a:lnTo>
                  <a:pt x="79759" y="193327"/>
                </a:lnTo>
                <a:close/>
              </a:path>
              <a:path w="1198245" h="540385">
                <a:moveTo>
                  <a:pt x="79278" y="191579"/>
                </a:moveTo>
                <a:lnTo>
                  <a:pt x="78867" y="191579"/>
                </a:lnTo>
                <a:lnTo>
                  <a:pt x="79759" y="193327"/>
                </a:lnTo>
                <a:lnTo>
                  <a:pt x="79278" y="191579"/>
                </a:lnTo>
                <a:close/>
              </a:path>
              <a:path w="1198245" h="540385">
                <a:moveTo>
                  <a:pt x="71755" y="164249"/>
                </a:moveTo>
                <a:lnTo>
                  <a:pt x="35077" y="174358"/>
                </a:lnTo>
                <a:lnTo>
                  <a:pt x="39599" y="190808"/>
                </a:lnTo>
                <a:lnTo>
                  <a:pt x="77404" y="184774"/>
                </a:lnTo>
                <a:lnTo>
                  <a:pt x="71755" y="164249"/>
                </a:lnTo>
                <a:close/>
              </a:path>
              <a:path w="1198245" h="540385">
                <a:moveTo>
                  <a:pt x="105727" y="164249"/>
                </a:moveTo>
                <a:lnTo>
                  <a:pt x="71755" y="164249"/>
                </a:lnTo>
                <a:lnTo>
                  <a:pt x="77404" y="184774"/>
                </a:lnTo>
                <a:lnTo>
                  <a:pt x="112903" y="179108"/>
                </a:lnTo>
                <a:lnTo>
                  <a:pt x="105727" y="164249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606041" y="455752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444623" y="498932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28369" y="594156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71269" y="520522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48050" y="451942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81350" y="5230190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69002" y="4166742"/>
            <a:ext cx="35947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按所给总控算法识别：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35702" y="4802251"/>
            <a:ext cx="2870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99FF99"/>
                </a:solidFill>
                <a:latin typeface="Times New Roman"/>
                <a:cs typeface="Times New Roman"/>
              </a:rPr>
              <a:t>baa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99FF99"/>
                </a:solidFill>
                <a:latin typeface="Times New Roman"/>
                <a:cs typeface="Times New Roman"/>
              </a:rPr>
              <a:t>bb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99FF99"/>
                </a:solidFill>
                <a:latin typeface="Times New Roman"/>
                <a:cs typeface="Times New Roman"/>
              </a:rPr>
              <a:t>bb</a:t>
            </a:r>
            <a:r>
              <a:rPr dirty="0" sz="2800" spc="-60" b="1" i="1">
                <a:solidFill>
                  <a:srgbClr val="99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07102" y="5340992"/>
            <a:ext cx="2880995" cy="1297940"/>
          </a:xfrm>
          <a:prstGeom prst="rect">
            <a:avLst/>
          </a:prstGeom>
        </p:spPr>
        <p:txBody>
          <a:bodyPr wrap="square" lIns="0" tIns="2222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5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按最长匹配识别：</a:t>
            </a:r>
            <a:endParaRPr sz="2800">
              <a:latin typeface="宋体"/>
              <a:cs typeface="宋体"/>
            </a:endParaRPr>
          </a:p>
          <a:p>
            <a:pPr algn="ctr" marR="2540">
              <a:lnSpc>
                <a:spcPct val="100000"/>
              </a:lnSpc>
              <a:spcBef>
                <a:spcPts val="1645"/>
              </a:spcBef>
            </a:pPr>
            <a:r>
              <a:rPr dirty="0" sz="2800" b="1" i="1">
                <a:solidFill>
                  <a:srgbClr val="99FF99"/>
                </a:solidFill>
                <a:latin typeface="Times New Roman"/>
                <a:cs typeface="Times New Roman"/>
              </a:rPr>
              <a:t>aab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99FF99"/>
                </a:solidFill>
                <a:latin typeface="Times New Roman"/>
                <a:cs typeface="Times New Roman"/>
              </a:rPr>
              <a:t>aabb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99FF99"/>
                </a:solidFill>
                <a:latin typeface="Times New Roman"/>
                <a:cs typeface="Times New Roman"/>
              </a:rPr>
              <a:t>bb</a:t>
            </a:r>
            <a:r>
              <a:rPr dirty="0" sz="2800" spc="-65" b="1" i="1">
                <a:solidFill>
                  <a:srgbClr val="99FF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1117549"/>
            <a:ext cx="7950834" cy="8788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例如，设有识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2800" spc="-1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语言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“+”“++”“+=”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70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如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下。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3469" y="21983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4" y="139624"/>
                </a:lnTo>
                <a:lnTo>
                  <a:pt x="39041" y="100793"/>
                </a:lnTo>
                <a:lnTo>
                  <a:pt x="66955" y="66960"/>
                </a:lnTo>
                <a:lnTo>
                  <a:pt x="100788" y="39045"/>
                </a:lnTo>
                <a:lnTo>
                  <a:pt x="139619" y="17966"/>
                </a:lnTo>
                <a:lnTo>
                  <a:pt x="182529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3"/>
                </a:lnTo>
                <a:lnTo>
                  <a:pt x="100788" y="418154"/>
                </a:lnTo>
                <a:lnTo>
                  <a:pt x="66955" y="390239"/>
                </a:lnTo>
                <a:lnTo>
                  <a:pt x="39041" y="356406"/>
                </a:lnTo>
                <a:lnTo>
                  <a:pt x="17964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56253" y="22105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96461" y="223278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98954" y="21983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32408" y="2219655"/>
            <a:ext cx="13849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920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80053" y="2134361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4" h="611505">
                <a:moveTo>
                  <a:pt x="0" y="305562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2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4" y="305562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2" y="611124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2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50669" y="2337816"/>
            <a:ext cx="748665" cy="114300"/>
          </a:xfrm>
          <a:custGeom>
            <a:avLst/>
            <a:gdLst/>
            <a:ahLst/>
            <a:cxnLst/>
            <a:rect l="l" t="t" r="r" b="b"/>
            <a:pathLst>
              <a:path w="748664" h="114300">
                <a:moveTo>
                  <a:pt x="557784" y="0"/>
                </a:moveTo>
                <a:lnTo>
                  <a:pt x="557784" y="114300"/>
                </a:lnTo>
                <a:lnTo>
                  <a:pt x="684784" y="76200"/>
                </a:lnTo>
                <a:lnTo>
                  <a:pt x="576834" y="76200"/>
                </a:lnTo>
                <a:lnTo>
                  <a:pt x="576834" y="38100"/>
                </a:lnTo>
                <a:lnTo>
                  <a:pt x="684784" y="38100"/>
                </a:lnTo>
                <a:lnTo>
                  <a:pt x="557784" y="0"/>
                </a:lnTo>
                <a:close/>
              </a:path>
              <a:path w="748664" h="114300">
                <a:moveTo>
                  <a:pt x="5577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7784" y="76200"/>
                </a:lnTo>
                <a:lnTo>
                  <a:pt x="557784" y="38100"/>
                </a:lnTo>
                <a:close/>
              </a:path>
              <a:path w="748664" h="114300">
                <a:moveTo>
                  <a:pt x="684784" y="38100"/>
                </a:moveTo>
                <a:lnTo>
                  <a:pt x="576834" y="38100"/>
                </a:lnTo>
                <a:lnTo>
                  <a:pt x="576834" y="76200"/>
                </a:lnTo>
                <a:lnTo>
                  <a:pt x="684784" y="76200"/>
                </a:lnTo>
                <a:lnTo>
                  <a:pt x="748284" y="57150"/>
                </a:lnTo>
                <a:lnTo>
                  <a:pt x="684784" y="381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798701" y="2067559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75966" y="2382011"/>
            <a:ext cx="749935" cy="114300"/>
          </a:xfrm>
          <a:custGeom>
            <a:avLst/>
            <a:gdLst/>
            <a:ahLst/>
            <a:cxnLst/>
            <a:rect l="l" t="t" r="r" b="b"/>
            <a:pathLst>
              <a:path w="749935" h="114300">
                <a:moveTo>
                  <a:pt x="559307" y="0"/>
                </a:moveTo>
                <a:lnTo>
                  <a:pt x="559307" y="114300"/>
                </a:lnTo>
                <a:lnTo>
                  <a:pt x="686307" y="76200"/>
                </a:lnTo>
                <a:lnTo>
                  <a:pt x="578357" y="76200"/>
                </a:lnTo>
                <a:lnTo>
                  <a:pt x="578357" y="38100"/>
                </a:lnTo>
                <a:lnTo>
                  <a:pt x="686307" y="38100"/>
                </a:lnTo>
                <a:lnTo>
                  <a:pt x="559307" y="0"/>
                </a:lnTo>
                <a:close/>
              </a:path>
              <a:path w="749935" h="114300">
                <a:moveTo>
                  <a:pt x="55930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9307" y="76200"/>
                </a:lnTo>
                <a:lnTo>
                  <a:pt x="559307" y="38100"/>
                </a:lnTo>
                <a:close/>
              </a:path>
              <a:path w="749935" h="114300">
                <a:moveTo>
                  <a:pt x="686307" y="38100"/>
                </a:moveTo>
                <a:lnTo>
                  <a:pt x="578357" y="38100"/>
                </a:lnTo>
                <a:lnTo>
                  <a:pt x="578357" y="76200"/>
                </a:lnTo>
                <a:lnTo>
                  <a:pt x="686307" y="76200"/>
                </a:lnTo>
                <a:lnTo>
                  <a:pt x="749807" y="57150"/>
                </a:lnTo>
                <a:lnTo>
                  <a:pt x="686307" y="381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024632" y="2112009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93469" y="40896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4" y="139624"/>
                </a:lnTo>
                <a:lnTo>
                  <a:pt x="39041" y="100793"/>
                </a:lnTo>
                <a:lnTo>
                  <a:pt x="66955" y="66960"/>
                </a:lnTo>
                <a:lnTo>
                  <a:pt x="100788" y="39045"/>
                </a:lnTo>
                <a:lnTo>
                  <a:pt x="139619" y="17966"/>
                </a:lnTo>
                <a:lnTo>
                  <a:pt x="182529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3"/>
                </a:lnTo>
                <a:lnTo>
                  <a:pt x="100788" y="418154"/>
                </a:lnTo>
                <a:lnTo>
                  <a:pt x="66955" y="390239"/>
                </a:lnTo>
                <a:lnTo>
                  <a:pt x="39041" y="356406"/>
                </a:lnTo>
                <a:lnTo>
                  <a:pt x="17964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32408" y="411276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56253" y="41033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599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599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199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599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696461" y="412559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98954" y="40896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439161" y="411276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80053" y="4027170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4" h="611504">
                <a:moveTo>
                  <a:pt x="0" y="305561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2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4" y="305561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2" y="611123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1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50669" y="4230623"/>
            <a:ext cx="748665" cy="114300"/>
          </a:xfrm>
          <a:custGeom>
            <a:avLst/>
            <a:gdLst/>
            <a:ahLst/>
            <a:cxnLst/>
            <a:rect l="l" t="t" r="r" b="b"/>
            <a:pathLst>
              <a:path w="748664" h="114300">
                <a:moveTo>
                  <a:pt x="557784" y="0"/>
                </a:moveTo>
                <a:lnTo>
                  <a:pt x="557784" y="114300"/>
                </a:lnTo>
                <a:lnTo>
                  <a:pt x="684784" y="76200"/>
                </a:lnTo>
                <a:lnTo>
                  <a:pt x="576834" y="76200"/>
                </a:lnTo>
                <a:lnTo>
                  <a:pt x="576834" y="38100"/>
                </a:lnTo>
                <a:lnTo>
                  <a:pt x="684784" y="38100"/>
                </a:lnTo>
                <a:lnTo>
                  <a:pt x="557784" y="0"/>
                </a:lnTo>
                <a:close/>
              </a:path>
              <a:path w="748664" h="114300">
                <a:moveTo>
                  <a:pt x="5577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7784" y="76200"/>
                </a:lnTo>
                <a:lnTo>
                  <a:pt x="557784" y="38100"/>
                </a:lnTo>
                <a:close/>
              </a:path>
              <a:path w="748664" h="114300">
                <a:moveTo>
                  <a:pt x="684784" y="38100"/>
                </a:moveTo>
                <a:lnTo>
                  <a:pt x="576834" y="38100"/>
                </a:lnTo>
                <a:lnTo>
                  <a:pt x="576834" y="76200"/>
                </a:lnTo>
                <a:lnTo>
                  <a:pt x="684784" y="76200"/>
                </a:lnTo>
                <a:lnTo>
                  <a:pt x="748284" y="57150"/>
                </a:lnTo>
                <a:lnTo>
                  <a:pt x="684784" y="381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798701" y="3960367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75966" y="4274820"/>
            <a:ext cx="749935" cy="114300"/>
          </a:xfrm>
          <a:custGeom>
            <a:avLst/>
            <a:gdLst/>
            <a:ahLst/>
            <a:cxnLst/>
            <a:rect l="l" t="t" r="r" b="b"/>
            <a:pathLst>
              <a:path w="749935" h="114300">
                <a:moveTo>
                  <a:pt x="559307" y="0"/>
                </a:moveTo>
                <a:lnTo>
                  <a:pt x="559307" y="114299"/>
                </a:lnTo>
                <a:lnTo>
                  <a:pt x="686307" y="76199"/>
                </a:lnTo>
                <a:lnTo>
                  <a:pt x="578357" y="76199"/>
                </a:lnTo>
                <a:lnTo>
                  <a:pt x="578357" y="38099"/>
                </a:lnTo>
                <a:lnTo>
                  <a:pt x="686307" y="38099"/>
                </a:lnTo>
                <a:lnTo>
                  <a:pt x="559307" y="0"/>
                </a:lnTo>
                <a:close/>
              </a:path>
              <a:path w="749935" h="114300">
                <a:moveTo>
                  <a:pt x="559307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59307" y="76199"/>
                </a:lnTo>
                <a:lnTo>
                  <a:pt x="559307" y="38099"/>
                </a:lnTo>
                <a:close/>
              </a:path>
              <a:path w="749935" h="114300">
                <a:moveTo>
                  <a:pt x="686307" y="38099"/>
                </a:moveTo>
                <a:lnTo>
                  <a:pt x="578357" y="38099"/>
                </a:lnTo>
                <a:lnTo>
                  <a:pt x="578357" y="76199"/>
                </a:lnTo>
                <a:lnTo>
                  <a:pt x="686307" y="76199"/>
                </a:lnTo>
                <a:lnTo>
                  <a:pt x="749807" y="57149"/>
                </a:lnTo>
                <a:lnTo>
                  <a:pt x="686307" y="38099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024632" y="4004817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93469" y="313715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4" y="139624"/>
                </a:lnTo>
                <a:lnTo>
                  <a:pt x="39041" y="100793"/>
                </a:lnTo>
                <a:lnTo>
                  <a:pt x="66955" y="66960"/>
                </a:lnTo>
                <a:lnTo>
                  <a:pt x="100788" y="39045"/>
                </a:lnTo>
                <a:lnTo>
                  <a:pt x="139619" y="17966"/>
                </a:lnTo>
                <a:lnTo>
                  <a:pt x="182529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3"/>
                </a:lnTo>
                <a:lnTo>
                  <a:pt x="100788" y="418154"/>
                </a:lnTo>
                <a:lnTo>
                  <a:pt x="66955" y="390239"/>
                </a:lnTo>
                <a:lnTo>
                  <a:pt x="39041" y="356406"/>
                </a:lnTo>
                <a:lnTo>
                  <a:pt x="17964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232408" y="3159709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75154" y="31127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515361" y="313461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98954" y="3036570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5" h="611504">
                <a:moveTo>
                  <a:pt x="0" y="305562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2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3" y="305562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2" y="611123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2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50669" y="3278123"/>
            <a:ext cx="748665" cy="114300"/>
          </a:xfrm>
          <a:custGeom>
            <a:avLst/>
            <a:gdLst/>
            <a:ahLst/>
            <a:cxnLst/>
            <a:rect l="l" t="t" r="r" b="b"/>
            <a:pathLst>
              <a:path w="748664" h="114300">
                <a:moveTo>
                  <a:pt x="557784" y="0"/>
                </a:moveTo>
                <a:lnTo>
                  <a:pt x="557784" y="114300"/>
                </a:lnTo>
                <a:lnTo>
                  <a:pt x="684784" y="76200"/>
                </a:lnTo>
                <a:lnTo>
                  <a:pt x="576834" y="76200"/>
                </a:lnTo>
                <a:lnTo>
                  <a:pt x="576834" y="38100"/>
                </a:lnTo>
                <a:lnTo>
                  <a:pt x="684784" y="38100"/>
                </a:lnTo>
                <a:lnTo>
                  <a:pt x="557784" y="0"/>
                </a:lnTo>
                <a:close/>
              </a:path>
              <a:path w="748664" h="114300">
                <a:moveTo>
                  <a:pt x="5577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7784" y="76200"/>
                </a:lnTo>
                <a:lnTo>
                  <a:pt x="557784" y="38100"/>
                </a:lnTo>
                <a:close/>
              </a:path>
              <a:path w="748664" h="114300">
                <a:moveTo>
                  <a:pt x="684784" y="38100"/>
                </a:moveTo>
                <a:lnTo>
                  <a:pt x="576834" y="38100"/>
                </a:lnTo>
                <a:lnTo>
                  <a:pt x="576834" y="76200"/>
                </a:lnTo>
                <a:lnTo>
                  <a:pt x="684784" y="76200"/>
                </a:lnTo>
                <a:lnTo>
                  <a:pt x="748284" y="57150"/>
                </a:lnTo>
                <a:lnTo>
                  <a:pt x="684784" y="381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798701" y="3007614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93469" y="3036570"/>
            <a:ext cx="457200" cy="611505"/>
          </a:xfrm>
          <a:custGeom>
            <a:avLst/>
            <a:gdLst/>
            <a:ahLst/>
            <a:cxnLst/>
            <a:rect l="l" t="t" r="r" b="b"/>
            <a:pathLst>
              <a:path w="457200" h="611504">
                <a:moveTo>
                  <a:pt x="0" y="0"/>
                </a:moveTo>
                <a:lnTo>
                  <a:pt x="457200" y="61112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93469" y="3036570"/>
            <a:ext cx="457200" cy="611505"/>
          </a:xfrm>
          <a:custGeom>
            <a:avLst/>
            <a:gdLst/>
            <a:ahLst/>
            <a:cxnLst/>
            <a:rect l="l" t="t" r="r" b="b"/>
            <a:pathLst>
              <a:path w="457200" h="611504">
                <a:moveTo>
                  <a:pt x="457200" y="0"/>
                </a:moveTo>
                <a:lnTo>
                  <a:pt x="0" y="61112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93469" y="4025646"/>
            <a:ext cx="457200" cy="611505"/>
          </a:xfrm>
          <a:custGeom>
            <a:avLst/>
            <a:gdLst/>
            <a:ahLst/>
            <a:cxnLst/>
            <a:rect l="l" t="t" r="r" b="b"/>
            <a:pathLst>
              <a:path w="457200" h="611504">
                <a:moveTo>
                  <a:pt x="0" y="0"/>
                </a:moveTo>
                <a:lnTo>
                  <a:pt x="457200" y="61112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93469" y="4025646"/>
            <a:ext cx="457200" cy="611505"/>
          </a:xfrm>
          <a:custGeom>
            <a:avLst/>
            <a:gdLst/>
            <a:ahLst/>
            <a:cxnLst/>
            <a:rect l="l" t="t" r="r" b="b"/>
            <a:pathLst>
              <a:path w="457200" h="611504">
                <a:moveTo>
                  <a:pt x="457200" y="0"/>
                </a:moveTo>
                <a:lnTo>
                  <a:pt x="0" y="611123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84191" y="3334511"/>
            <a:ext cx="1156716" cy="601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997955" y="3410839"/>
            <a:ext cx="25120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连接成一个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215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698117" y="8331"/>
            <a:ext cx="18262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3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928109" y="8331"/>
            <a:ext cx="35210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3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040" y="673354"/>
            <a:ext cx="7950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例如，设有识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语言“+”“++”“+=”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9169" y="16268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4" y="139624"/>
                </a:lnTo>
                <a:lnTo>
                  <a:pt x="39041" y="100793"/>
                </a:lnTo>
                <a:lnTo>
                  <a:pt x="66955" y="66960"/>
                </a:lnTo>
                <a:lnTo>
                  <a:pt x="100788" y="39045"/>
                </a:lnTo>
                <a:lnTo>
                  <a:pt x="139619" y="17966"/>
                </a:lnTo>
                <a:lnTo>
                  <a:pt x="182529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3"/>
                </a:lnTo>
                <a:lnTo>
                  <a:pt x="100788" y="418154"/>
                </a:lnTo>
                <a:lnTo>
                  <a:pt x="66955" y="390239"/>
                </a:lnTo>
                <a:lnTo>
                  <a:pt x="39041" y="356406"/>
                </a:lnTo>
                <a:lnTo>
                  <a:pt x="17964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74040" y="957622"/>
            <a:ext cx="739775" cy="1082040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下。</a:t>
            </a:r>
            <a:endParaRPr sz="2800">
              <a:latin typeface="宋体"/>
              <a:cs typeface="宋体"/>
            </a:endParaRPr>
          </a:p>
          <a:p>
            <a:pPr algn="r" marR="22225">
              <a:lnSpc>
                <a:spcPct val="100000"/>
              </a:lnSpc>
              <a:spcBef>
                <a:spcPts val="96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41953" y="16390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582161" y="166128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84654" y="16268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24861" y="164845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65753" y="1562861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4" h="611505">
                <a:moveTo>
                  <a:pt x="0" y="305562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2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4" y="305562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2" y="611124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2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36369" y="1766316"/>
            <a:ext cx="748665" cy="114300"/>
          </a:xfrm>
          <a:custGeom>
            <a:avLst/>
            <a:gdLst/>
            <a:ahLst/>
            <a:cxnLst/>
            <a:rect l="l" t="t" r="r" b="b"/>
            <a:pathLst>
              <a:path w="748664" h="114300">
                <a:moveTo>
                  <a:pt x="557784" y="0"/>
                </a:moveTo>
                <a:lnTo>
                  <a:pt x="557784" y="114300"/>
                </a:lnTo>
                <a:lnTo>
                  <a:pt x="684784" y="76200"/>
                </a:lnTo>
                <a:lnTo>
                  <a:pt x="576834" y="76200"/>
                </a:lnTo>
                <a:lnTo>
                  <a:pt x="576834" y="38100"/>
                </a:lnTo>
                <a:lnTo>
                  <a:pt x="684784" y="38100"/>
                </a:lnTo>
                <a:lnTo>
                  <a:pt x="557784" y="0"/>
                </a:lnTo>
                <a:close/>
              </a:path>
              <a:path w="748664" h="114300">
                <a:moveTo>
                  <a:pt x="5577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7784" y="76200"/>
                </a:lnTo>
                <a:lnTo>
                  <a:pt x="557784" y="38100"/>
                </a:lnTo>
                <a:close/>
              </a:path>
              <a:path w="748664" h="114300">
                <a:moveTo>
                  <a:pt x="684784" y="38100"/>
                </a:moveTo>
                <a:lnTo>
                  <a:pt x="576834" y="38100"/>
                </a:lnTo>
                <a:lnTo>
                  <a:pt x="576834" y="76200"/>
                </a:lnTo>
                <a:lnTo>
                  <a:pt x="684784" y="76200"/>
                </a:lnTo>
                <a:lnTo>
                  <a:pt x="748284" y="57150"/>
                </a:lnTo>
                <a:lnTo>
                  <a:pt x="684784" y="381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61666" y="1810511"/>
            <a:ext cx="749935" cy="114300"/>
          </a:xfrm>
          <a:custGeom>
            <a:avLst/>
            <a:gdLst/>
            <a:ahLst/>
            <a:cxnLst/>
            <a:rect l="l" t="t" r="r" b="b"/>
            <a:pathLst>
              <a:path w="749935" h="114300">
                <a:moveTo>
                  <a:pt x="559307" y="0"/>
                </a:moveTo>
                <a:lnTo>
                  <a:pt x="559307" y="114300"/>
                </a:lnTo>
                <a:lnTo>
                  <a:pt x="686307" y="76200"/>
                </a:lnTo>
                <a:lnTo>
                  <a:pt x="578357" y="76200"/>
                </a:lnTo>
                <a:lnTo>
                  <a:pt x="578357" y="38100"/>
                </a:lnTo>
                <a:lnTo>
                  <a:pt x="686307" y="38100"/>
                </a:lnTo>
                <a:lnTo>
                  <a:pt x="559307" y="0"/>
                </a:lnTo>
                <a:close/>
              </a:path>
              <a:path w="749935" h="114300">
                <a:moveTo>
                  <a:pt x="55930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9307" y="76200"/>
                </a:lnTo>
                <a:lnTo>
                  <a:pt x="559307" y="38100"/>
                </a:lnTo>
                <a:close/>
              </a:path>
              <a:path w="749935" h="114300">
                <a:moveTo>
                  <a:pt x="686307" y="38100"/>
                </a:moveTo>
                <a:lnTo>
                  <a:pt x="578357" y="38100"/>
                </a:lnTo>
                <a:lnTo>
                  <a:pt x="578357" y="76200"/>
                </a:lnTo>
                <a:lnTo>
                  <a:pt x="686307" y="76200"/>
                </a:lnTo>
                <a:lnTo>
                  <a:pt x="749807" y="57150"/>
                </a:lnTo>
                <a:lnTo>
                  <a:pt x="686307" y="381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10332" y="1540509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27070" y="35318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599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599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199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599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366261" y="355371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69770" y="35181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08707" y="354126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50870" y="3455670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4" h="611504">
                <a:moveTo>
                  <a:pt x="0" y="305561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2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4" y="305561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2" y="611123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1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19961" y="3659123"/>
            <a:ext cx="749935" cy="114300"/>
          </a:xfrm>
          <a:custGeom>
            <a:avLst/>
            <a:gdLst/>
            <a:ahLst/>
            <a:cxnLst/>
            <a:rect l="l" t="t" r="r" b="b"/>
            <a:pathLst>
              <a:path w="749935" h="114300">
                <a:moveTo>
                  <a:pt x="559307" y="0"/>
                </a:moveTo>
                <a:lnTo>
                  <a:pt x="559307" y="114300"/>
                </a:lnTo>
                <a:lnTo>
                  <a:pt x="686307" y="76200"/>
                </a:lnTo>
                <a:lnTo>
                  <a:pt x="578357" y="76200"/>
                </a:lnTo>
                <a:lnTo>
                  <a:pt x="578357" y="38100"/>
                </a:lnTo>
                <a:lnTo>
                  <a:pt x="686307" y="38100"/>
                </a:lnTo>
                <a:lnTo>
                  <a:pt x="559307" y="0"/>
                </a:lnTo>
                <a:close/>
              </a:path>
              <a:path w="749935" h="114300">
                <a:moveTo>
                  <a:pt x="55930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9307" y="76200"/>
                </a:lnTo>
                <a:lnTo>
                  <a:pt x="559307" y="38100"/>
                </a:lnTo>
                <a:close/>
              </a:path>
              <a:path w="749935" h="114300">
                <a:moveTo>
                  <a:pt x="686307" y="38100"/>
                </a:moveTo>
                <a:lnTo>
                  <a:pt x="578357" y="38100"/>
                </a:lnTo>
                <a:lnTo>
                  <a:pt x="578357" y="76200"/>
                </a:lnTo>
                <a:lnTo>
                  <a:pt x="686307" y="76200"/>
                </a:lnTo>
                <a:lnTo>
                  <a:pt x="749807" y="57150"/>
                </a:lnTo>
                <a:lnTo>
                  <a:pt x="686307" y="381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468627" y="3388309"/>
            <a:ext cx="1993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45257" y="3703320"/>
            <a:ext cx="749935" cy="114300"/>
          </a:xfrm>
          <a:custGeom>
            <a:avLst/>
            <a:gdLst/>
            <a:ahLst/>
            <a:cxnLst/>
            <a:rect l="l" t="t" r="r" b="b"/>
            <a:pathLst>
              <a:path w="749935" h="114300">
                <a:moveTo>
                  <a:pt x="559308" y="0"/>
                </a:moveTo>
                <a:lnTo>
                  <a:pt x="559308" y="114299"/>
                </a:lnTo>
                <a:lnTo>
                  <a:pt x="686308" y="76199"/>
                </a:lnTo>
                <a:lnTo>
                  <a:pt x="578358" y="76199"/>
                </a:lnTo>
                <a:lnTo>
                  <a:pt x="578358" y="38099"/>
                </a:lnTo>
                <a:lnTo>
                  <a:pt x="686308" y="38099"/>
                </a:lnTo>
                <a:lnTo>
                  <a:pt x="559308" y="0"/>
                </a:lnTo>
                <a:close/>
              </a:path>
              <a:path w="749935" h="114300">
                <a:moveTo>
                  <a:pt x="55930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59308" y="76199"/>
                </a:lnTo>
                <a:lnTo>
                  <a:pt x="559308" y="38099"/>
                </a:lnTo>
                <a:close/>
              </a:path>
              <a:path w="749935" h="114300">
                <a:moveTo>
                  <a:pt x="686308" y="38099"/>
                </a:moveTo>
                <a:lnTo>
                  <a:pt x="578358" y="38099"/>
                </a:lnTo>
                <a:lnTo>
                  <a:pt x="578358" y="76199"/>
                </a:lnTo>
                <a:lnTo>
                  <a:pt x="686308" y="76199"/>
                </a:lnTo>
                <a:lnTo>
                  <a:pt x="749808" y="57149"/>
                </a:lnTo>
                <a:lnTo>
                  <a:pt x="686308" y="38099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694177" y="3432759"/>
            <a:ext cx="1993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045970" y="25412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184907" y="256311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69770" y="2465070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5" h="611505">
                <a:moveTo>
                  <a:pt x="0" y="305562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2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4" y="305562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2" y="611124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2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19961" y="2706623"/>
            <a:ext cx="749935" cy="114300"/>
          </a:xfrm>
          <a:custGeom>
            <a:avLst/>
            <a:gdLst/>
            <a:ahLst/>
            <a:cxnLst/>
            <a:rect l="l" t="t" r="r" b="b"/>
            <a:pathLst>
              <a:path w="749935" h="114300">
                <a:moveTo>
                  <a:pt x="559307" y="0"/>
                </a:moveTo>
                <a:lnTo>
                  <a:pt x="559307" y="114300"/>
                </a:lnTo>
                <a:lnTo>
                  <a:pt x="686307" y="76200"/>
                </a:lnTo>
                <a:lnTo>
                  <a:pt x="578357" y="76200"/>
                </a:lnTo>
                <a:lnTo>
                  <a:pt x="578357" y="38100"/>
                </a:lnTo>
                <a:lnTo>
                  <a:pt x="686307" y="38100"/>
                </a:lnTo>
                <a:lnTo>
                  <a:pt x="559307" y="0"/>
                </a:lnTo>
                <a:close/>
              </a:path>
              <a:path w="749935" h="114300">
                <a:moveTo>
                  <a:pt x="55930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9307" y="76200"/>
                </a:lnTo>
                <a:lnTo>
                  <a:pt x="559307" y="38100"/>
                </a:lnTo>
                <a:close/>
              </a:path>
              <a:path w="749935" h="114300">
                <a:moveTo>
                  <a:pt x="686307" y="38100"/>
                </a:moveTo>
                <a:lnTo>
                  <a:pt x="578357" y="38100"/>
                </a:lnTo>
                <a:lnTo>
                  <a:pt x="578357" y="76200"/>
                </a:lnTo>
                <a:lnTo>
                  <a:pt x="686307" y="76200"/>
                </a:lnTo>
                <a:lnTo>
                  <a:pt x="749807" y="57150"/>
                </a:lnTo>
                <a:lnTo>
                  <a:pt x="686307" y="381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468627" y="2436114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19961" y="2108454"/>
            <a:ext cx="0" cy="1620520"/>
          </a:xfrm>
          <a:custGeom>
            <a:avLst/>
            <a:gdLst/>
            <a:ahLst/>
            <a:cxnLst/>
            <a:rect l="l" t="t" r="r" b="b"/>
            <a:pathLst>
              <a:path w="0" h="1620520">
                <a:moveTo>
                  <a:pt x="0" y="0"/>
                </a:moveTo>
                <a:lnTo>
                  <a:pt x="0" y="1620012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346953" y="1949957"/>
            <a:ext cx="3112135" cy="0"/>
          </a:xfrm>
          <a:custGeom>
            <a:avLst/>
            <a:gdLst/>
            <a:ahLst/>
            <a:cxnLst/>
            <a:rect l="l" t="t" r="r" b="b"/>
            <a:pathLst>
              <a:path w="3112134" h="0">
                <a:moveTo>
                  <a:pt x="0" y="0"/>
                </a:moveTo>
                <a:lnTo>
                  <a:pt x="311200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99453" y="1398269"/>
            <a:ext cx="0" cy="2717800"/>
          </a:xfrm>
          <a:custGeom>
            <a:avLst/>
            <a:gdLst/>
            <a:ahLst/>
            <a:cxnLst/>
            <a:rect l="l" t="t" r="r" b="b"/>
            <a:pathLst>
              <a:path w="0" h="2717800">
                <a:moveTo>
                  <a:pt x="0" y="0"/>
                </a:moveTo>
                <a:lnTo>
                  <a:pt x="0" y="271729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684401" y="1508201"/>
            <a:ext cx="52628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75555" algn="l"/>
              </a:tabLst>
            </a:pPr>
            <a:r>
              <a:rPr dirty="0" baseline="2314" sz="3600" b="1">
                <a:solidFill>
                  <a:srgbClr val="FFFFFF"/>
                </a:solidFill>
                <a:latin typeface="Times New Roman"/>
                <a:cs typeface="Times New Roman"/>
              </a:rPr>
              <a:t>+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82878" y="1508201"/>
            <a:ext cx="1993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52742" y="1876642"/>
            <a:ext cx="1682114" cy="109220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{1,4,6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10515">
              <a:lnSpc>
                <a:spcPct val="100000"/>
              </a:lnSpc>
              <a:spcBef>
                <a:spcPts val="1320"/>
              </a:spcBef>
              <a:tabLst>
                <a:tab pos="1122680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{2}	{ 7</a:t>
            </a:r>
            <a:r>
              <a:rPr dirty="0" sz="24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96915" y="1898141"/>
            <a:ext cx="951865" cy="2174240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algn="ctr" marR="31750">
              <a:lnSpc>
                <a:spcPct val="100000"/>
              </a:lnSpc>
              <a:spcBef>
                <a:spcPts val="143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33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{1,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,6</a:t>
            </a:r>
            <a:r>
              <a:rPr dirty="0" sz="24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algn="ctr" marR="31750">
              <a:lnSpc>
                <a:spcPct val="100000"/>
              </a:lnSpc>
              <a:spcBef>
                <a:spcPts val="156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4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algn="ctr" marR="6350">
              <a:lnSpc>
                <a:spcPct val="100000"/>
              </a:lnSpc>
              <a:spcBef>
                <a:spcPts val="117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7</a:t>
            </a:r>
            <a:r>
              <a:rPr dirty="0" sz="2400" spc="-9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50891" y="2121407"/>
            <a:ext cx="457200" cy="1953895"/>
          </a:xfrm>
          <a:prstGeom prst="rect">
            <a:avLst/>
          </a:prstGeom>
          <a:solidFill>
            <a:srgbClr val="FFCCFF"/>
          </a:solidFill>
        </p:spPr>
        <p:txBody>
          <a:bodyPr wrap="square" lIns="0" tIns="0" rIns="0" bIns="0" rtlCol="0" vert="horz">
            <a:spAutoFit/>
          </a:bodyPr>
          <a:lstStyle/>
          <a:p>
            <a:pPr marL="152400">
              <a:lnSpc>
                <a:spcPts val="2870"/>
              </a:lnSpc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1150"/>
              </a:spcBef>
            </a:pPr>
            <a:r>
              <a:rPr dirty="0" sz="2400" b="1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1155"/>
              </a:spcBef>
            </a:pPr>
            <a:r>
              <a:rPr dirty="0" sz="2400" b="1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1150"/>
              </a:spcBef>
            </a:pPr>
            <a:r>
              <a:rPr dirty="0" sz="2400" b="1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360670" y="4729734"/>
            <a:ext cx="3110865" cy="0"/>
          </a:xfrm>
          <a:custGeom>
            <a:avLst/>
            <a:gdLst/>
            <a:ahLst/>
            <a:cxnLst/>
            <a:rect l="l" t="t" r="r" b="b"/>
            <a:pathLst>
              <a:path w="3110865" h="0">
                <a:moveTo>
                  <a:pt x="0" y="0"/>
                </a:moveTo>
                <a:lnTo>
                  <a:pt x="3110483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313170" y="4295394"/>
            <a:ext cx="0" cy="2345690"/>
          </a:xfrm>
          <a:custGeom>
            <a:avLst/>
            <a:gdLst/>
            <a:ahLst/>
            <a:cxnLst/>
            <a:rect l="l" t="t" r="r" b="b"/>
            <a:pathLst>
              <a:path w="0" h="2345690">
                <a:moveTo>
                  <a:pt x="0" y="0"/>
                </a:moveTo>
                <a:lnTo>
                  <a:pt x="0" y="2345435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759956" y="4288612"/>
            <a:ext cx="1993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95324" y="4288612"/>
            <a:ext cx="1993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45554" y="4668438"/>
            <a:ext cx="185420" cy="941069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82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734681" y="521792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89472" y="4717034"/>
            <a:ext cx="351155" cy="188150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3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53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1*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2*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17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3*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50569" y="462152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4" y="139624"/>
                </a:lnTo>
                <a:lnTo>
                  <a:pt x="39041" y="100793"/>
                </a:lnTo>
                <a:lnTo>
                  <a:pt x="66955" y="66960"/>
                </a:lnTo>
                <a:lnTo>
                  <a:pt x="100788" y="39045"/>
                </a:lnTo>
                <a:lnTo>
                  <a:pt x="139619" y="17966"/>
                </a:lnTo>
                <a:lnTo>
                  <a:pt x="182529" y="4644"/>
                </a:lnTo>
                <a:lnTo>
                  <a:pt x="228599" y="0"/>
                </a:lnTo>
                <a:lnTo>
                  <a:pt x="274670" y="4644"/>
                </a:lnTo>
                <a:lnTo>
                  <a:pt x="317580" y="17966"/>
                </a:lnTo>
                <a:lnTo>
                  <a:pt x="356411" y="39045"/>
                </a:lnTo>
                <a:lnTo>
                  <a:pt x="390244" y="66960"/>
                </a:lnTo>
                <a:lnTo>
                  <a:pt x="418158" y="100793"/>
                </a:lnTo>
                <a:lnTo>
                  <a:pt x="439235" y="139624"/>
                </a:lnTo>
                <a:lnTo>
                  <a:pt x="452555" y="182533"/>
                </a:lnTo>
                <a:lnTo>
                  <a:pt x="457199" y="228600"/>
                </a:lnTo>
                <a:lnTo>
                  <a:pt x="452555" y="274666"/>
                </a:lnTo>
                <a:lnTo>
                  <a:pt x="439235" y="317575"/>
                </a:lnTo>
                <a:lnTo>
                  <a:pt x="418158" y="356406"/>
                </a:lnTo>
                <a:lnTo>
                  <a:pt x="390244" y="390239"/>
                </a:lnTo>
                <a:lnTo>
                  <a:pt x="356411" y="418154"/>
                </a:lnTo>
                <a:lnTo>
                  <a:pt x="317580" y="439233"/>
                </a:lnTo>
                <a:lnTo>
                  <a:pt x="274670" y="452555"/>
                </a:lnTo>
                <a:lnTo>
                  <a:pt x="228599" y="457200"/>
                </a:lnTo>
                <a:lnTo>
                  <a:pt x="182529" y="452555"/>
                </a:lnTo>
                <a:lnTo>
                  <a:pt x="139619" y="439233"/>
                </a:lnTo>
                <a:lnTo>
                  <a:pt x="100788" y="418154"/>
                </a:lnTo>
                <a:lnTo>
                  <a:pt x="66955" y="390239"/>
                </a:lnTo>
                <a:lnTo>
                  <a:pt x="39041" y="356406"/>
                </a:lnTo>
                <a:lnTo>
                  <a:pt x="17964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902208" y="4644644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213354" y="46352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599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599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199" y="228599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599" y="457199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599"/>
                </a:lnTo>
                <a:close/>
              </a:path>
            </a:pathLst>
          </a:custGeom>
          <a:ln w="28574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366261" y="4657470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137154" y="4559046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4" h="611504">
                <a:moveTo>
                  <a:pt x="0" y="305561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1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3" y="305561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1" y="611123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1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07769" y="4786884"/>
            <a:ext cx="675640" cy="114300"/>
          </a:xfrm>
          <a:custGeom>
            <a:avLst/>
            <a:gdLst/>
            <a:ahLst/>
            <a:cxnLst/>
            <a:rect l="l" t="t" r="r" b="b"/>
            <a:pathLst>
              <a:path w="675639" h="114300">
                <a:moveTo>
                  <a:pt x="484631" y="0"/>
                </a:moveTo>
                <a:lnTo>
                  <a:pt x="484631" y="114300"/>
                </a:lnTo>
                <a:lnTo>
                  <a:pt x="611632" y="76200"/>
                </a:lnTo>
                <a:lnTo>
                  <a:pt x="503681" y="76200"/>
                </a:lnTo>
                <a:lnTo>
                  <a:pt x="503681" y="38100"/>
                </a:lnTo>
                <a:lnTo>
                  <a:pt x="611632" y="38100"/>
                </a:lnTo>
                <a:lnTo>
                  <a:pt x="484631" y="0"/>
                </a:lnTo>
                <a:close/>
              </a:path>
              <a:path w="675639" h="114300">
                <a:moveTo>
                  <a:pt x="4846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84631" y="76200"/>
                </a:lnTo>
                <a:lnTo>
                  <a:pt x="484631" y="38100"/>
                </a:lnTo>
                <a:close/>
              </a:path>
              <a:path w="675639" h="114300">
                <a:moveTo>
                  <a:pt x="611632" y="38100"/>
                </a:moveTo>
                <a:lnTo>
                  <a:pt x="503681" y="38100"/>
                </a:lnTo>
                <a:lnTo>
                  <a:pt x="503681" y="76200"/>
                </a:lnTo>
                <a:lnTo>
                  <a:pt x="611632" y="76200"/>
                </a:lnTo>
                <a:lnTo>
                  <a:pt x="675132" y="57150"/>
                </a:lnTo>
                <a:lnTo>
                  <a:pt x="611632" y="381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468500" y="4492244"/>
            <a:ext cx="186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458973" y="4806696"/>
            <a:ext cx="675640" cy="114300"/>
          </a:xfrm>
          <a:custGeom>
            <a:avLst/>
            <a:gdLst/>
            <a:ahLst/>
            <a:cxnLst/>
            <a:rect l="l" t="t" r="r" b="b"/>
            <a:pathLst>
              <a:path w="675639" h="114300">
                <a:moveTo>
                  <a:pt x="484631" y="0"/>
                </a:moveTo>
                <a:lnTo>
                  <a:pt x="484631" y="114299"/>
                </a:lnTo>
                <a:lnTo>
                  <a:pt x="611632" y="76199"/>
                </a:lnTo>
                <a:lnTo>
                  <a:pt x="503681" y="76199"/>
                </a:lnTo>
                <a:lnTo>
                  <a:pt x="503681" y="38099"/>
                </a:lnTo>
                <a:lnTo>
                  <a:pt x="611632" y="38099"/>
                </a:lnTo>
                <a:lnTo>
                  <a:pt x="484631" y="0"/>
                </a:lnTo>
                <a:close/>
              </a:path>
              <a:path w="675639" h="114300">
                <a:moveTo>
                  <a:pt x="484631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84631" y="76199"/>
                </a:lnTo>
                <a:lnTo>
                  <a:pt x="484631" y="38099"/>
                </a:lnTo>
                <a:close/>
              </a:path>
              <a:path w="675639" h="114300">
                <a:moveTo>
                  <a:pt x="611632" y="38099"/>
                </a:moveTo>
                <a:lnTo>
                  <a:pt x="503681" y="38099"/>
                </a:lnTo>
                <a:lnTo>
                  <a:pt x="503681" y="76199"/>
                </a:lnTo>
                <a:lnTo>
                  <a:pt x="611632" y="76199"/>
                </a:lnTo>
                <a:lnTo>
                  <a:pt x="675132" y="57149"/>
                </a:lnTo>
                <a:lnTo>
                  <a:pt x="611632" y="38099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681604" y="4498594"/>
            <a:ext cx="186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956054" y="45971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599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599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199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599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108961" y="4619370"/>
            <a:ext cx="16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879854" y="4520946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5" h="611504">
                <a:moveTo>
                  <a:pt x="0" y="305561"/>
                </a:moveTo>
                <a:lnTo>
                  <a:pt x="3998" y="255991"/>
                </a:lnTo>
                <a:lnTo>
                  <a:pt x="15575" y="208970"/>
                </a:lnTo>
                <a:lnTo>
                  <a:pt x="34101" y="165127"/>
                </a:lnTo>
                <a:lnTo>
                  <a:pt x="58948" y="125089"/>
                </a:lnTo>
                <a:lnTo>
                  <a:pt x="89487" y="89487"/>
                </a:lnTo>
                <a:lnTo>
                  <a:pt x="125089" y="58948"/>
                </a:lnTo>
                <a:lnTo>
                  <a:pt x="165127" y="34101"/>
                </a:lnTo>
                <a:lnTo>
                  <a:pt x="208970" y="15575"/>
                </a:lnTo>
                <a:lnTo>
                  <a:pt x="255991" y="3998"/>
                </a:lnTo>
                <a:lnTo>
                  <a:pt x="305562" y="0"/>
                </a:lnTo>
                <a:lnTo>
                  <a:pt x="355132" y="3998"/>
                </a:lnTo>
                <a:lnTo>
                  <a:pt x="402153" y="15575"/>
                </a:lnTo>
                <a:lnTo>
                  <a:pt x="445996" y="34101"/>
                </a:lnTo>
                <a:lnTo>
                  <a:pt x="486034" y="58948"/>
                </a:lnTo>
                <a:lnTo>
                  <a:pt x="521636" y="89487"/>
                </a:lnTo>
                <a:lnTo>
                  <a:pt x="552175" y="125089"/>
                </a:lnTo>
                <a:lnTo>
                  <a:pt x="577022" y="165127"/>
                </a:lnTo>
                <a:lnTo>
                  <a:pt x="595548" y="208970"/>
                </a:lnTo>
                <a:lnTo>
                  <a:pt x="607125" y="255991"/>
                </a:lnTo>
                <a:lnTo>
                  <a:pt x="611123" y="305561"/>
                </a:lnTo>
                <a:lnTo>
                  <a:pt x="607125" y="355132"/>
                </a:lnTo>
                <a:lnTo>
                  <a:pt x="595548" y="402153"/>
                </a:lnTo>
                <a:lnTo>
                  <a:pt x="577022" y="445996"/>
                </a:lnTo>
                <a:lnTo>
                  <a:pt x="552175" y="486034"/>
                </a:lnTo>
                <a:lnTo>
                  <a:pt x="521636" y="521636"/>
                </a:lnTo>
                <a:lnTo>
                  <a:pt x="486034" y="552175"/>
                </a:lnTo>
                <a:lnTo>
                  <a:pt x="445996" y="577022"/>
                </a:lnTo>
                <a:lnTo>
                  <a:pt x="402153" y="595548"/>
                </a:lnTo>
                <a:lnTo>
                  <a:pt x="355132" y="607125"/>
                </a:lnTo>
                <a:lnTo>
                  <a:pt x="305562" y="611123"/>
                </a:lnTo>
                <a:lnTo>
                  <a:pt x="255991" y="607125"/>
                </a:lnTo>
                <a:lnTo>
                  <a:pt x="208970" y="595548"/>
                </a:lnTo>
                <a:lnTo>
                  <a:pt x="165127" y="577022"/>
                </a:lnTo>
                <a:lnTo>
                  <a:pt x="125089" y="552175"/>
                </a:lnTo>
                <a:lnTo>
                  <a:pt x="89487" y="521636"/>
                </a:lnTo>
                <a:lnTo>
                  <a:pt x="58948" y="486034"/>
                </a:lnTo>
                <a:lnTo>
                  <a:pt x="34101" y="445996"/>
                </a:lnTo>
                <a:lnTo>
                  <a:pt x="15575" y="402153"/>
                </a:lnTo>
                <a:lnTo>
                  <a:pt x="3998" y="355132"/>
                </a:lnTo>
                <a:lnTo>
                  <a:pt x="0" y="305561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956054" y="59489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599"/>
                </a:moveTo>
                <a:lnTo>
                  <a:pt x="4644" y="182529"/>
                </a:lnTo>
                <a:lnTo>
                  <a:pt x="17966" y="139619"/>
                </a:lnTo>
                <a:lnTo>
                  <a:pt x="39045" y="100788"/>
                </a:lnTo>
                <a:lnTo>
                  <a:pt x="66960" y="66955"/>
                </a:lnTo>
                <a:lnTo>
                  <a:pt x="100793" y="39041"/>
                </a:lnTo>
                <a:lnTo>
                  <a:pt x="139624" y="17964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4"/>
                </a:lnTo>
                <a:lnTo>
                  <a:pt x="356406" y="39041"/>
                </a:lnTo>
                <a:lnTo>
                  <a:pt x="390239" y="66955"/>
                </a:lnTo>
                <a:lnTo>
                  <a:pt x="418154" y="100788"/>
                </a:lnTo>
                <a:lnTo>
                  <a:pt x="439233" y="139619"/>
                </a:lnTo>
                <a:lnTo>
                  <a:pt x="452555" y="182529"/>
                </a:lnTo>
                <a:lnTo>
                  <a:pt x="457200" y="228599"/>
                </a:lnTo>
                <a:lnTo>
                  <a:pt x="452555" y="274670"/>
                </a:lnTo>
                <a:lnTo>
                  <a:pt x="439233" y="317580"/>
                </a:lnTo>
                <a:lnTo>
                  <a:pt x="418154" y="356411"/>
                </a:lnTo>
                <a:lnTo>
                  <a:pt x="390239" y="390244"/>
                </a:lnTo>
                <a:lnTo>
                  <a:pt x="356406" y="418158"/>
                </a:lnTo>
                <a:lnTo>
                  <a:pt x="317575" y="439235"/>
                </a:lnTo>
                <a:lnTo>
                  <a:pt x="274666" y="452555"/>
                </a:lnTo>
                <a:lnTo>
                  <a:pt x="228600" y="457199"/>
                </a:lnTo>
                <a:lnTo>
                  <a:pt x="182533" y="452555"/>
                </a:lnTo>
                <a:lnTo>
                  <a:pt x="139624" y="439235"/>
                </a:lnTo>
                <a:lnTo>
                  <a:pt x="100793" y="418158"/>
                </a:lnTo>
                <a:lnTo>
                  <a:pt x="66960" y="390244"/>
                </a:lnTo>
                <a:lnTo>
                  <a:pt x="39045" y="356411"/>
                </a:lnTo>
                <a:lnTo>
                  <a:pt x="17966" y="317580"/>
                </a:lnTo>
                <a:lnTo>
                  <a:pt x="4644" y="274670"/>
                </a:lnTo>
                <a:lnTo>
                  <a:pt x="0" y="228599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108961" y="5971743"/>
            <a:ext cx="1657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879854" y="5872734"/>
            <a:ext cx="611505" cy="611505"/>
          </a:xfrm>
          <a:custGeom>
            <a:avLst/>
            <a:gdLst/>
            <a:ahLst/>
            <a:cxnLst/>
            <a:rect l="l" t="t" r="r" b="b"/>
            <a:pathLst>
              <a:path w="611505" h="611504">
                <a:moveTo>
                  <a:pt x="0" y="305561"/>
                </a:moveTo>
                <a:lnTo>
                  <a:pt x="3998" y="255998"/>
                </a:lnTo>
                <a:lnTo>
                  <a:pt x="15575" y="208980"/>
                </a:lnTo>
                <a:lnTo>
                  <a:pt x="34101" y="165138"/>
                </a:lnTo>
                <a:lnTo>
                  <a:pt x="58948" y="125100"/>
                </a:lnTo>
                <a:lnTo>
                  <a:pt x="89487" y="89496"/>
                </a:lnTo>
                <a:lnTo>
                  <a:pt x="125089" y="58955"/>
                </a:lnTo>
                <a:lnTo>
                  <a:pt x="165127" y="34106"/>
                </a:lnTo>
                <a:lnTo>
                  <a:pt x="208970" y="15577"/>
                </a:lnTo>
                <a:lnTo>
                  <a:pt x="255991" y="3999"/>
                </a:lnTo>
                <a:lnTo>
                  <a:pt x="305562" y="0"/>
                </a:lnTo>
                <a:lnTo>
                  <a:pt x="355132" y="3999"/>
                </a:lnTo>
                <a:lnTo>
                  <a:pt x="402153" y="15577"/>
                </a:lnTo>
                <a:lnTo>
                  <a:pt x="445996" y="34106"/>
                </a:lnTo>
                <a:lnTo>
                  <a:pt x="486034" y="58955"/>
                </a:lnTo>
                <a:lnTo>
                  <a:pt x="521636" y="89496"/>
                </a:lnTo>
                <a:lnTo>
                  <a:pt x="552175" y="125100"/>
                </a:lnTo>
                <a:lnTo>
                  <a:pt x="577022" y="165138"/>
                </a:lnTo>
                <a:lnTo>
                  <a:pt x="595548" y="208980"/>
                </a:lnTo>
                <a:lnTo>
                  <a:pt x="607125" y="255998"/>
                </a:lnTo>
                <a:lnTo>
                  <a:pt x="611123" y="305561"/>
                </a:lnTo>
                <a:lnTo>
                  <a:pt x="607125" y="355125"/>
                </a:lnTo>
                <a:lnTo>
                  <a:pt x="595548" y="402143"/>
                </a:lnTo>
                <a:lnTo>
                  <a:pt x="577022" y="445985"/>
                </a:lnTo>
                <a:lnTo>
                  <a:pt x="552175" y="486023"/>
                </a:lnTo>
                <a:lnTo>
                  <a:pt x="521636" y="521627"/>
                </a:lnTo>
                <a:lnTo>
                  <a:pt x="486034" y="552168"/>
                </a:lnTo>
                <a:lnTo>
                  <a:pt x="445996" y="577017"/>
                </a:lnTo>
                <a:lnTo>
                  <a:pt x="402153" y="595546"/>
                </a:lnTo>
                <a:lnTo>
                  <a:pt x="355132" y="607124"/>
                </a:lnTo>
                <a:lnTo>
                  <a:pt x="305562" y="611123"/>
                </a:lnTo>
                <a:lnTo>
                  <a:pt x="255991" y="607124"/>
                </a:lnTo>
                <a:lnTo>
                  <a:pt x="208970" y="595546"/>
                </a:lnTo>
                <a:lnTo>
                  <a:pt x="165127" y="577017"/>
                </a:lnTo>
                <a:lnTo>
                  <a:pt x="125089" y="552168"/>
                </a:lnTo>
                <a:lnTo>
                  <a:pt x="89487" y="521627"/>
                </a:lnTo>
                <a:lnTo>
                  <a:pt x="58948" y="486023"/>
                </a:lnTo>
                <a:lnTo>
                  <a:pt x="34101" y="445985"/>
                </a:lnTo>
                <a:lnTo>
                  <a:pt x="15575" y="402143"/>
                </a:lnTo>
                <a:lnTo>
                  <a:pt x="3998" y="355125"/>
                </a:lnTo>
                <a:lnTo>
                  <a:pt x="0" y="305561"/>
                </a:lnTo>
                <a:close/>
              </a:path>
            </a:pathLst>
          </a:custGeom>
          <a:ln w="28575">
            <a:solidFill>
              <a:srgbClr val="EAEAE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127504" y="5132070"/>
            <a:ext cx="114300" cy="741045"/>
          </a:xfrm>
          <a:custGeom>
            <a:avLst/>
            <a:gdLst/>
            <a:ahLst/>
            <a:cxnLst/>
            <a:rect l="l" t="t" r="r" b="b"/>
            <a:pathLst>
              <a:path w="114300" h="741045">
                <a:moveTo>
                  <a:pt x="38100" y="550163"/>
                </a:moveTo>
                <a:lnTo>
                  <a:pt x="0" y="550163"/>
                </a:lnTo>
                <a:lnTo>
                  <a:pt x="57150" y="740663"/>
                </a:lnTo>
                <a:lnTo>
                  <a:pt x="108585" y="569213"/>
                </a:lnTo>
                <a:lnTo>
                  <a:pt x="38100" y="569213"/>
                </a:lnTo>
                <a:lnTo>
                  <a:pt x="38100" y="550163"/>
                </a:lnTo>
                <a:close/>
              </a:path>
              <a:path w="114300" h="741045">
                <a:moveTo>
                  <a:pt x="76200" y="0"/>
                </a:moveTo>
                <a:lnTo>
                  <a:pt x="38100" y="0"/>
                </a:lnTo>
                <a:lnTo>
                  <a:pt x="38100" y="569213"/>
                </a:lnTo>
                <a:lnTo>
                  <a:pt x="76200" y="569213"/>
                </a:lnTo>
                <a:lnTo>
                  <a:pt x="76200" y="0"/>
                </a:lnTo>
                <a:close/>
              </a:path>
              <a:path w="114300" h="741045">
                <a:moveTo>
                  <a:pt x="114300" y="550163"/>
                </a:moveTo>
                <a:lnTo>
                  <a:pt x="76200" y="550163"/>
                </a:lnTo>
                <a:lnTo>
                  <a:pt x="76200" y="569213"/>
                </a:lnTo>
                <a:lnTo>
                  <a:pt x="108585" y="569213"/>
                </a:lnTo>
                <a:lnTo>
                  <a:pt x="114300" y="550163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913254" y="5210047"/>
            <a:ext cx="186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224536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	</a:t>
            </a: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95300" y="4265676"/>
            <a:ext cx="3758565" cy="2374900"/>
          </a:xfrm>
          <a:custGeom>
            <a:avLst/>
            <a:gdLst/>
            <a:ahLst/>
            <a:cxnLst/>
            <a:rect l="l" t="t" r="r" b="b"/>
            <a:pathLst>
              <a:path w="3758565" h="2374900">
                <a:moveTo>
                  <a:pt x="0" y="2374392"/>
                </a:moveTo>
                <a:lnTo>
                  <a:pt x="3758184" y="2374392"/>
                </a:lnTo>
                <a:lnTo>
                  <a:pt x="3758184" y="0"/>
                </a:lnTo>
                <a:lnTo>
                  <a:pt x="0" y="0"/>
                </a:lnTo>
                <a:lnTo>
                  <a:pt x="0" y="2374392"/>
                </a:lnTo>
                <a:close/>
              </a:path>
            </a:pathLst>
          </a:custGeom>
          <a:ln w="57149">
            <a:solidFill>
              <a:srgbClr val="FF99FF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8040" y="662648"/>
            <a:ext cx="8230870" cy="175323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中的解决方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2400" spc="-5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考虑优先匹配：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ts val="3200"/>
              </a:lnSpc>
              <a:spcBef>
                <a:spcPts val="2080"/>
              </a:spcBef>
              <a:tabLst>
                <a:tab pos="1527810" algn="l"/>
                <a:tab pos="286448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一个字符串有两条规则可以同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匹配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按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照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优先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级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	</a:t>
            </a:r>
            <a:r>
              <a:rPr dirty="0" sz="2800" spc="-5" b="1">
                <a:solidFill>
                  <a:srgbClr val="99FF99"/>
                </a:solidFill>
                <a:latin typeface="宋体"/>
                <a:cs typeface="宋体"/>
              </a:rPr>
              <a:t>如</a:t>
            </a:r>
            <a:r>
              <a:rPr dirty="0" sz="2800" spc="-15" b="1">
                <a:solidFill>
                  <a:srgbClr val="99FF99"/>
                </a:solidFill>
                <a:latin typeface="宋体"/>
                <a:cs typeface="宋体"/>
              </a:rPr>
              <a:t>：	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int1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和</a:t>
            </a:r>
            <a:r>
              <a:rPr dirty="0" sz="2800" spc="-68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a+++b </a:t>
            </a:r>
            <a:r>
              <a:rPr dirty="0" sz="2800" spc="-15" b="1">
                <a:solidFill>
                  <a:srgbClr val="99FF9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224536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latin typeface="Times New Roman"/>
                <a:cs typeface="Times New Roman"/>
              </a:rPr>
              <a:t>h3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	</a:t>
            </a:r>
            <a:r>
              <a:rPr dirty="0" sz="2000">
                <a:latin typeface="Times New Roman"/>
                <a:cs typeface="Times New Roman"/>
              </a:rPr>
              <a:t>3.3</a:t>
            </a:r>
            <a:r>
              <a:rPr dirty="0" sz="2000" spc="385">
                <a:latin typeface="Times New Roman"/>
                <a:cs typeface="Times New Roman"/>
              </a:rPr>
              <a:t> </a:t>
            </a:r>
            <a:r>
              <a:rPr dirty="0" spc="5"/>
              <a:t>词法</a:t>
            </a:r>
            <a:r>
              <a:rPr dirty="0"/>
              <a:t>分析器的自动生成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013" y="26923"/>
            <a:ext cx="8733155" cy="38754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95910">
              <a:lnSpc>
                <a:spcPct val="100000"/>
              </a:lnSpc>
              <a:spcBef>
                <a:spcPts val="100"/>
              </a:spcBef>
              <a:tabLst>
                <a:tab pos="8769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0">
              <a:latin typeface="宋体"/>
              <a:cs typeface="宋体"/>
            </a:endParaRPr>
          </a:p>
          <a:p>
            <a:pPr marL="530860" indent="-518795">
              <a:lnSpc>
                <a:spcPct val="100000"/>
              </a:lnSpc>
              <a:buClr>
                <a:srgbClr val="66FFFF"/>
              </a:buClr>
              <a:buSzPct val="119642"/>
              <a:buFont typeface="Wingdings"/>
              <a:buChar char=""/>
              <a:tabLst>
                <a:tab pos="530860" algn="l"/>
                <a:tab pos="531495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词法分析器构造要素</a:t>
            </a:r>
            <a:endParaRPr sz="2800">
              <a:latin typeface="宋体"/>
              <a:cs typeface="宋体"/>
            </a:endParaRPr>
          </a:p>
          <a:p>
            <a:pPr marL="812800">
              <a:lnSpc>
                <a:spcPct val="100000"/>
              </a:lnSpc>
              <a:spcBef>
                <a:spcPts val="2355"/>
              </a:spcBef>
            </a:pPr>
            <a:r>
              <a:rPr dirty="0" sz="2800" spc="-10" b="1">
                <a:solidFill>
                  <a:srgbClr val="FF99FF"/>
                </a:solidFill>
                <a:latin typeface="宋体"/>
                <a:cs typeface="宋体"/>
              </a:rPr>
              <a:t>处理对</a:t>
            </a: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象</a:t>
            </a:r>
            <a:r>
              <a:rPr dirty="0" sz="2800" spc="-685" b="1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——</a:t>
            </a:r>
            <a:r>
              <a:rPr dirty="0" sz="28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字符串形式的源程序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50">
              <a:latin typeface="宋体"/>
              <a:cs typeface="宋体"/>
            </a:endParaRPr>
          </a:p>
          <a:p>
            <a:pPr marL="812800">
              <a:lnSpc>
                <a:spcPct val="100000"/>
              </a:lnSpc>
              <a:tabLst>
                <a:tab pos="3219450" algn="l"/>
              </a:tabLst>
            </a:pP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处理依</a:t>
            </a: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据</a:t>
            </a:r>
            <a:r>
              <a:rPr dirty="0" sz="2800" spc="-680" b="1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——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源语言词法规则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150">
              <a:latin typeface="宋体"/>
              <a:cs typeface="宋体"/>
            </a:endParaRPr>
          </a:p>
          <a:p>
            <a:pPr marL="812800">
              <a:lnSpc>
                <a:spcPct val="100000"/>
              </a:lnSpc>
            </a:pPr>
            <a:r>
              <a:rPr dirty="0" sz="2800" spc="-5" b="1">
                <a:solidFill>
                  <a:srgbClr val="FF99FF"/>
                </a:solidFill>
                <a:latin typeface="宋体"/>
                <a:cs typeface="宋体"/>
              </a:rPr>
              <a:t>处理结</a:t>
            </a:r>
            <a:r>
              <a:rPr dirty="0" sz="2800" spc="-15" b="1">
                <a:solidFill>
                  <a:srgbClr val="FF99FF"/>
                </a:solidFill>
                <a:latin typeface="宋体"/>
                <a:cs typeface="宋体"/>
              </a:rPr>
              <a:t>果</a:t>
            </a:r>
            <a:r>
              <a:rPr dirty="0" sz="2800" spc="-725" b="1">
                <a:solidFill>
                  <a:srgbClr val="FF99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——</a:t>
            </a:r>
            <a:r>
              <a:rPr dirty="0" sz="28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属性字表示的单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单词属性、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8808" y="4748784"/>
            <a:ext cx="8476488" cy="1066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8808" y="4773295"/>
            <a:ext cx="8476615" cy="1002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805" marR="111760" indent="1016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宋体"/>
                <a:cs typeface="宋体"/>
              </a:rPr>
              <a:t>词法分析器核心功能：</a:t>
            </a:r>
            <a:r>
              <a:rPr dirty="0" sz="3200" spc="-15" b="1">
                <a:latin typeface="宋体"/>
                <a:cs typeface="宋体"/>
              </a:rPr>
              <a:t>输</a:t>
            </a:r>
            <a:r>
              <a:rPr dirty="0" sz="3200" b="1">
                <a:latin typeface="宋体"/>
                <a:cs typeface="宋体"/>
              </a:rPr>
              <a:t>入扫描</a:t>
            </a:r>
            <a:r>
              <a:rPr dirty="0" sz="3200" spc="-15" b="1">
                <a:latin typeface="宋体"/>
                <a:cs typeface="宋体"/>
              </a:rPr>
              <a:t>、</a:t>
            </a:r>
            <a:r>
              <a:rPr dirty="0" sz="3200" b="1">
                <a:latin typeface="宋体"/>
                <a:cs typeface="宋体"/>
              </a:rPr>
              <a:t>识别</a:t>
            </a:r>
            <a:r>
              <a:rPr dirty="0" sz="3200" spc="-15" b="1">
                <a:latin typeface="宋体"/>
                <a:cs typeface="宋体"/>
              </a:rPr>
              <a:t>、</a:t>
            </a:r>
            <a:r>
              <a:rPr dirty="0" sz="3200" b="1">
                <a:latin typeface="宋体"/>
                <a:cs typeface="宋体"/>
              </a:rPr>
              <a:t>输出 </a:t>
            </a:r>
            <a:r>
              <a:rPr dirty="0" sz="3200" spc="-5" b="1">
                <a:latin typeface="宋体"/>
                <a:cs typeface="宋体"/>
              </a:rPr>
              <a:t>映射处理。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01973" y="11378"/>
            <a:ext cx="1944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dirty="0" sz="2400" spc="-1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400" spc="-5" b="1">
                <a:solidFill>
                  <a:srgbClr val="A15100"/>
                </a:solidFill>
                <a:latin typeface="Times New Roman"/>
                <a:cs typeface="Times New Roman"/>
              </a:rPr>
              <a:t>h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3</a:t>
            </a:r>
            <a:r>
              <a:rPr dirty="0" sz="24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400" spc="10" b="1">
                <a:solidFill>
                  <a:srgbClr val="A15100"/>
                </a:solidFill>
                <a:latin typeface="华文新魏"/>
                <a:cs typeface="华文新魏"/>
              </a:rPr>
              <a:t>词法分析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59151" y="565480"/>
            <a:ext cx="309689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41400" algn="l"/>
              </a:tabLst>
            </a:pPr>
            <a:r>
              <a:rPr dirty="0" sz="4000" spc="-5">
                <a:solidFill>
                  <a:srgbClr val="FFD9FF"/>
                </a:solidFill>
                <a:latin typeface="Webdings"/>
                <a:cs typeface="Webdings"/>
              </a:rPr>
              <a:t></a:t>
            </a:r>
            <a:r>
              <a:rPr dirty="0" sz="4000" spc="-5" b="0">
                <a:solidFill>
                  <a:srgbClr val="FFD9FF"/>
                </a:solidFill>
                <a:latin typeface="Times New Roman"/>
                <a:cs typeface="Times New Roman"/>
              </a:rPr>
              <a:t>	</a:t>
            </a:r>
            <a:r>
              <a:rPr dirty="0" u="heavy" sz="3200" spc="-5">
                <a:solidFill>
                  <a:srgbClr val="FFCCFF"/>
                </a:solidFill>
                <a:uFill>
                  <a:solidFill>
                    <a:srgbClr val="FFCCFF"/>
                  </a:solidFill>
                </a:uFill>
                <a:latin typeface="宋体"/>
                <a:cs typeface="宋体"/>
              </a:rPr>
              <a:t>第三章提要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440" y="1356106"/>
            <a:ext cx="8192134" cy="5343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2740" indent="-320675">
              <a:lnSpc>
                <a:spcPct val="100000"/>
              </a:lnSpc>
              <a:spcBef>
                <a:spcPts val="105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词法分析的任务和词法分析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方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法。</a:t>
            </a:r>
            <a:endParaRPr sz="3200">
              <a:latin typeface="宋体"/>
              <a:cs typeface="宋体"/>
            </a:endParaRPr>
          </a:p>
          <a:p>
            <a:pPr marL="433070" indent="-421005">
              <a:lnSpc>
                <a:spcPct val="100000"/>
              </a:lnSpc>
              <a:spcBef>
                <a:spcPts val="3070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4337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词法分析程序总体设计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考</a:t>
            </a:r>
            <a:r>
              <a:rPr dirty="0" sz="3200" spc="-20" b="1">
                <a:solidFill>
                  <a:srgbClr val="FFFF00"/>
                </a:solidFill>
                <a:latin typeface="宋体"/>
                <a:cs typeface="宋体"/>
              </a:rPr>
              <a:t>虑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419100" marR="5080">
              <a:lnSpc>
                <a:spcPts val="6909"/>
              </a:lnSpc>
              <a:spcBef>
                <a:spcPts val="74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词法分析程序输入对象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分析、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提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炼及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相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应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输出属性字的设计。</a:t>
            </a:r>
            <a:endParaRPr sz="3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1185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词法分析程序的设计工具与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实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现机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制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1920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词法分析程序自动生成的思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想。</a:t>
            </a:r>
            <a:endParaRPr sz="3200">
              <a:latin typeface="宋体"/>
              <a:cs typeface="宋体"/>
            </a:endParaRPr>
          </a:p>
          <a:p>
            <a:pPr marL="332740" indent="-320675">
              <a:lnSpc>
                <a:spcPct val="100000"/>
              </a:lnSpc>
              <a:spcBef>
                <a:spcPts val="1925"/>
              </a:spcBef>
              <a:buClr>
                <a:srgbClr val="CC99FF"/>
              </a:buClr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LEX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应用与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LEX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源程序的结构与描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述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  <a:tabLst>
                <a:tab pos="594360" algn="l"/>
              </a:tabLst>
            </a:pPr>
            <a:r>
              <a:rPr dirty="0" spc="5">
                <a:solidFill>
                  <a:srgbClr val="8B4600"/>
                </a:solidFill>
              </a:rPr>
              <a:t>C</a:t>
            </a:r>
            <a:r>
              <a:rPr dirty="0"/>
              <a:t>h3</a:t>
            </a:r>
            <a:r>
              <a:rPr dirty="0"/>
              <a:t>	</a:t>
            </a:r>
            <a:r>
              <a:rPr dirty="0" spc="5">
                <a:latin typeface="宋体"/>
                <a:cs typeface="宋体"/>
              </a:rPr>
              <a:t>词法分析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50514" y="2266264"/>
            <a:ext cx="185483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b="1" i="1">
                <a:solidFill>
                  <a:srgbClr val="FFFF00"/>
                </a:solidFill>
                <a:latin typeface="Times New Roman"/>
                <a:cs typeface="Times New Roman"/>
              </a:rPr>
              <a:t>end</a:t>
            </a:r>
            <a:endParaRPr sz="9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98117" y="8331"/>
            <a:ext cx="575119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4218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</a:t>
            </a:r>
            <a:r>
              <a:rPr dirty="0" sz="2000" spc="47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3.3</a:t>
            </a:r>
            <a:r>
              <a:rPr dirty="0" sz="2000" spc="38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A15100"/>
                </a:solidFill>
                <a:latin typeface="华文新魏"/>
                <a:cs typeface="华文新魏"/>
              </a:rPr>
              <a:t>词法</a:t>
            </a:r>
            <a:r>
              <a:rPr dirty="0" sz="2400" b="1">
                <a:solidFill>
                  <a:srgbClr val="A15100"/>
                </a:solidFill>
                <a:latin typeface="华文新魏"/>
                <a:cs typeface="华文新魏"/>
              </a:rPr>
              <a:t>分析器的自动生成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39" y="571322"/>
            <a:ext cx="4468495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60705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(1)	</a:t>
            </a:r>
            <a:r>
              <a:rPr dirty="0" sz="2600" spc="5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60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600">
                <a:solidFill>
                  <a:srgbClr val="FFFFFF"/>
                </a:solidFill>
                <a:latin typeface="宋体"/>
                <a:cs typeface="宋体"/>
              </a:rPr>
              <a:t>语句的程序段如下：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3455" y="5803177"/>
            <a:ext cx="4090670" cy="9779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A)</a:t>
            </a:r>
            <a:r>
              <a:rPr dirty="0" sz="26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可能是</a:t>
            </a:r>
            <a:r>
              <a:rPr dirty="0" sz="2600" spc="-6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也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600" spc="-7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endParaRPr sz="26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630"/>
              </a:spcBef>
              <a:tabLst>
                <a:tab pos="542925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C)	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一定是</a:t>
            </a:r>
            <a:r>
              <a:rPr dirty="0" sz="2600" spc="-6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76057" y="5803177"/>
            <a:ext cx="2543175" cy="9779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B)</a:t>
            </a:r>
            <a:r>
              <a:rPr dirty="0" sz="26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一定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600" spc="-6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endParaRPr sz="26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630"/>
              </a:spcBef>
              <a:tabLst>
                <a:tab pos="544195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D)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是最小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600" spc="-18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963549"/>
            <a:ext cx="8818880" cy="4881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5528945">
              <a:lnSpc>
                <a:spcPct val="100000"/>
              </a:lnSpc>
              <a:spcBef>
                <a:spcPts val="105"/>
              </a:spcBef>
              <a:tabLst>
                <a:tab pos="916940" algn="l"/>
              </a:tabLst>
            </a:pP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while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( i &amp;&amp; ++j</a:t>
            </a:r>
            <a:r>
              <a:rPr dirty="0" sz="26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algn="ctr" marR="5483225">
              <a:lnSpc>
                <a:spcPct val="100000"/>
              </a:lnSpc>
              <a:tabLst>
                <a:tab pos="295275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{	c=2.19;</a:t>
            </a:r>
            <a:endParaRPr sz="2600">
              <a:latin typeface="Times New Roman"/>
              <a:cs typeface="Times New Roman"/>
            </a:endParaRPr>
          </a:p>
          <a:p>
            <a:pPr marL="1085850" marR="6944359">
              <a:lnSpc>
                <a:spcPct val="10000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j+=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; 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i++;</a:t>
            </a:r>
            <a:endParaRPr sz="2600">
              <a:latin typeface="Times New Roman"/>
              <a:cs typeface="Times New Roman"/>
            </a:endParaRPr>
          </a:p>
          <a:p>
            <a:pPr marL="1085850">
              <a:lnSpc>
                <a:spcPct val="100000"/>
              </a:lnSpc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76340" algn="l"/>
                <a:tab pos="6975475" algn="l"/>
              </a:tabLst>
            </a:pPr>
            <a:r>
              <a:rPr dirty="0" baseline="1068" sz="3900" b="1">
                <a:solidFill>
                  <a:srgbClr val="FFFFFF"/>
                </a:solidFill>
                <a:latin typeface="宋体"/>
                <a:cs typeface="宋体"/>
              </a:rPr>
              <a:t>则经过词法分析后可以识别</a:t>
            </a:r>
            <a:r>
              <a:rPr dirty="0" baseline="1068" sz="3900" spc="-22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baseline="1068" sz="3900" b="1">
                <a:solidFill>
                  <a:srgbClr val="FFFFFF"/>
                </a:solidFill>
                <a:latin typeface="宋体"/>
                <a:cs typeface="宋体"/>
              </a:rPr>
              <a:t>单词</a:t>
            </a:r>
            <a:r>
              <a:rPr dirty="0" baseline="1068" sz="3900" spc="-22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baseline="1068" sz="3900" b="1">
                <a:solidFill>
                  <a:srgbClr val="FFFFFF"/>
                </a:solidFill>
                <a:latin typeface="宋体"/>
                <a:cs typeface="宋体"/>
              </a:rPr>
              <a:t>数是</a:t>
            </a:r>
            <a:r>
              <a:rPr dirty="0" u="heavy" sz="2600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 	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	</a:t>
            </a:r>
            <a:r>
              <a:rPr dirty="0" baseline="1068" sz="3900" b="1">
                <a:solidFill>
                  <a:srgbClr val="FFFFFF"/>
                </a:solidFill>
                <a:latin typeface="宋体"/>
                <a:cs typeface="宋体"/>
              </a:rPr>
              <a:t>个。</a:t>
            </a:r>
            <a:endParaRPr baseline="1068" sz="39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1841500" algn="l"/>
                <a:tab pos="4001135" algn="l"/>
                <a:tab pos="5664200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A)</a:t>
            </a:r>
            <a:r>
              <a:rPr dirty="0" sz="26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19	B) 20	C)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21	D)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23</a:t>
            </a:r>
            <a:endParaRPr sz="26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60"/>
              </a:spcBef>
              <a:tabLst>
                <a:tab pos="644525" algn="l"/>
                <a:tab pos="2033905" algn="l"/>
                <a:tab pos="2793365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(2)	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面</a:t>
            </a:r>
            <a:r>
              <a:rPr dirty="0" u="heavy" baseline="-5341" sz="3900" spc="-7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 	</a:t>
            </a:r>
            <a:r>
              <a:rPr dirty="0" u="heavy" baseline="-4340" sz="4800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B	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不是预处理程序完成的功能。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3759200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A)</a:t>
            </a:r>
            <a:r>
              <a:rPr dirty="0" sz="26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滤掉源程序中的注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释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B)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查找源程序中无用字符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2789555" algn="l"/>
                <a:tab pos="3302000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C)</a:t>
            </a:r>
            <a:r>
              <a:rPr dirty="0" sz="2600" spc="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进行宏替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换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D)	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实现文件包含的嵌入和条件编</a:t>
            </a:r>
            <a:r>
              <a:rPr dirty="0" sz="2600" spc="-15" b="1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的嵌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7889875" algn="l"/>
                <a:tab pos="8473440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(3)</a:t>
            </a:r>
            <a:r>
              <a:rPr dirty="0" sz="26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识别各类单词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9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A(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态转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r>
              <a:rPr dirty="0" sz="2600" spc="5" b="1">
                <a:solidFill>
                  <a:srgbClr val="FFFFFF"/>
                </a:solidFill>
                <a:latin typeface="宋体"/>
                <a:cs typeface="宋体"/>
              </a:rPr>
              <a:t>图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后得到</a:t>
            </a:r>
            <a:r>
              <a:rPr dirty="0" sz="26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20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600" spc="-15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u="heavy" baseline="-1736" sz="4800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-1736" sz="4800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baseline="-1736" sz="4800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baseline="-1736" sz="4800" b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6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9013" y="26923"/>
            <a:ext cx="82670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1995170" algn="l"/>
                <a:tab pos="56337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h3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析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3.2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词法分析器的设计与实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现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3.2.3</a:t>
            </a:r>
            <a:r>
              <a:rPr dirty="0" u="sng" sz="2000" spc="-7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扫描器设计与实现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73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9448" y="722757"/>
            <a:ext cx="206756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判断正误。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1307972"/>
            <a:ext cx="57467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(1)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Lex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是典型的词法分析程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4053" y="1272032"/>
            <a:ext cx="43243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×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0489" rIns="0" bIns="0" rtlCol="0" vert="horz">
            <a:spAutoFit/>
          </a:bodyPr>
          <a:lstStyle/>
          <a:p>
            <a:pPr marL="612775" indent="-575310">
              <a:lnSpc>
                <a:spcPct val="100000"/>
              </a:lnSpc>
              <a:spcBef>
                <a:spcPts val="869"/>
              </a:spcBef>
              <a:buFont typeface="Times New Roman"/>
              <a:buAutoNum type="arabicParenBoth" startAt="2"/>
              <a:tabLst>
                <a:tab pos="613410" algn="l"/>
              </a:tabLst>
            </a:pPr>
            <a:r>
              <a:rPr dirty="0" spc="-5"/>
              <a:t>词法分析的依据是源语言的</a:t>
            </a:r>
            <a:r>
              <a:rPr dirty="0" spc="-15"/>
              <a:t>文</a:t>
            </a:r>
            <a:r>
              <a:rPr dirty="0" spc="-5"/>
              <a:t>法规</a:t>
            </a:r>
            <a:r>
              <a:rPr dirty="0" spc="-15"/>
              <a:t>则</a:t>
            </a:r>
            <a:r>
              <a:rPr dirty="0" spc="-695"/>
              <a:t>。</a:t>
            </a:r>
            <a:r>
              <a:rPr dirty="0" baseline="6076" sz="4800" spc="-15">
                <a:solidFill>
                  <a:srgbClr val="FFFF00"/>
                </a:solidFill>
              </a:rPr>
              <a:t>×</a:t>
            </a:r>
            <a:endParaRPr baseline="6076" sz="4800"/>
          </a:p>
          <a:p>
            <a:pPr marL="612775" indent="-575310">
              <a:lnSpc>
                <a:spcPct val="100000"/>
              </a:lnSpc>
              <a:spcBef>
                <a:spcPts val="770"/>
              </a:spcBef>
              <a:buFont typeface="Times New Roman"/>
              <a:buAutoNum type="arabicParenBoth" startAt="2"/>
              <a:tabLst>
                <a:tab pos="613410" algn="l"/>
              </a:tabLst>
            </a:pPr>
            <a:r>
              <a:rPr dirty="0"/>
              <a:t>源程序中的单词是具有独立</a:t>
            </a:r>
            <a:r>
              <a:rPr dirty="0" spc="-15"/>
              <a:t>意</a:t>
            </a:r>
            <a:r>
              <a:rPr dirty="0"/>
              <a:t>义的</a:t>
            </a:r>
            <a:r>
              <a:rPr dirty="0" spc="-15"/>
              <a:t>短</a:t>
            </a:r>
            <a:r>
              <a:rPr dirty="0"/>
              <a:t>语</a:t>
            </a:r>
            <a:r>
              <a:rPr dirty="0" spc="-1130"/>
              <a:t>。</a:t>
            </a:r>
            <a:r>
              <a:rPr dirty="0" baseline="6076" sz="4800" spc="-15">
                <a:solidFill>
                  <a:srgbClr val="FFFF00"/>
                </a:solidFill>
              </a:rPr>
              <a:t>×</a:t>
            </a:r>
            <a:endParaRPr baseline="6076" sz="4800"/>
          </a:p>
          <a:p>
            <a:pPr marL="38100" marR="30480">
              <a:lnSpc>
                <a:spcPct val="100800"/>
              </a:lnSpc>
              <a:spcBef>
                <a:spcPts val="740"/>
              </a:spcBef>
              <a:buFont typeface="Times New Roman"/>
              <a:buAutoNum type="arabicParenBoth" startAt="2"/>
              <a:tabLst>
                <a:tab pos="613410" algn="l"/>
              </a:tabLst>
            </a:pPr>
            <a:r>
              <a:rPr dirty="0" spc="-5"/>
              <a:t>单词的属性字一般应该包括</a:t>
            </a:r>
            <a:r>
              <a:rPr dirty="0" spc="-15"/>
              <a:t>单</a:t>
            </a:r>
            <a:r>
              <a:rPr dirty="0" spc="-5"/>
              <a:t>词类</a:t>
            </a:r>
            <a:r>
              <a:rPr dirty="0" spc="-15"/>
              <a:t>别</a:t>
            </a:r>
            <a:r>
              <a:rPr dirty="0" spc="-5"/>
              <a:t>和单词 </a:t>
            </a:r>
            <a:r>
              <a:rPr dirty="0" sz="3200"/>
              <a:t>内码</a:t>
            </a:r>
            <a:r>
              <a:rPr dirty="0" sz="3200" spc="-10"/>
              <a:t>。</a:t>
            </a:r>
            <a:r>
              <a:rPr dirty="0" sz="3200" spc="-60"/>
              <a:t> </a:t>
            </a:r>
            <a:r>
              <a:rPr dirty="0" sz="3200">
                <a:solidFill>
                  <a:srgbClr val="FFFF00"/>
                </a:solidFill>
                <a:latin typeface="Symbol"/>
                <a:cs typeface="Symbol"/>
              </a:rPr>
              <a:t></a:t>
            </a:r>
            <a:endParaRPr sz="3200">
              <a:latin typeface="Symbol"/>
              <a:cs typeface="Symbol"/>
            </a:endParaRPr>
          </a:p>
          <a:p>
            <a:pPr marL="612775" indent="-575310">
              <a:lnSpc>
                <a:spcPct val="100000"/>
              </a:lnSpc>
              <a:spcBef>
                <a:spcPts val="740"/>
              </a:spcBef>
              <a:buFont typeface="Times New Roman"/>
              <a:buAutoNum type="arabicParenBoth" startAt="2"/>
              <a:tabLst>
                <a:tab pos="613410" algn="l"/>
              </a:tabLst>
            </a:pPr>
            <a:r>
              <a:rPr dirty="0"/>
              <a:t>编译的预处理程序的处理对</a:t>
            </a:r>
            <a:r>
              <a:rPr dirty="0" spc="-15"/>
              <a:t>象</a:t>
            </a:r>
            <a:r>
              <a:rPr dirty="0"/>
              <a:t>是源</a:t>
            </a:r>
            <a:r>
              <a:rPr dirty="0" spc="-15"/>
              <a:t>程</a:t>
            </a:r>
            <a:r>
              <a:rPr dirty="0"/>
              <a:t>序</a:t>
            </a:r>
            <a:r>
              <a:rPr dirty="0" spc="-210"/>
              <a:t>。</a:t>
            </a:r>
            <a:r>
              <a:rPr dirty="0" baseline="10416" sz="4800">
                <a:solidFill>
                  <a:srgbClr val="FFFF00"/>
                </a:solidFill>
                <a:latin typeface="Symbol"/>
                <a:cs typeface="Symbol"/>
              </a:rPr>
              <a:t></a:t>
            </a:r>
            <a:endParaRPr baseline="10416" sz="4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AEAE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wgz</dc:creator>
  <dc:title>第三章  词法分析</dc:title>
  <dcterms:created xsi:type="dcterms:W3CDTF">2025-05-20T06:36:36Z</dcterms:created>
  <dcterms:modified xsi:type="dcterms:W3CDTF">2025-05-20T06:36:36Z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2025-05-20T00:00:00Z</vt:filetime>
  </property>
</Properties>
</file>